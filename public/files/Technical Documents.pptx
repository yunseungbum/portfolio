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trictFirstAndLastChars="0" autoCompressPictures="0">
  <p:sldMasterIdLst>
    <p:sldMasterId id="2147483669"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Lst>
  <p:sldSz cx="9144000" cy="5143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howPr showNarration="1">
    <p:sldAll/>
    <p:penClr>
      <a:srgbClr val="ff0000"/>
    </p:penClr>
    <p:extLst>
      <p:ext uri="{2FDB2607-1784-4EEB-B798-7EB5836EED8A}">
        <p14:showMediaCtrls xmlns:p14="http://schemas.microsoft.com/office/powerpoint/2010/main" val="1"/>
      </p:ext>
    </p:extLst>
  </p:showPr>
  <p:extLst>
    <p:ext uri="ACF4677E-8BD2-47ae-8A1F-98590045965D">
      <hp:hncThemeShow xmlns:hp="http://schemas.haansoft.com/office/presentation/8.0" themeShowType="1" themeSkinType="1" themeTransitionType="1" useThemeTransition="1" byMouseClick="1" attrType="1" dur="2000"/>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a:tblStyle styleId="{32344573-4499-4136-9432-9625E8DE034D}"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TxStyle/>
      <a:tcStyle>
        <a:tcBdr>
          <a:top>
            <a:lnRef idx="1">
              <a:schemeClr val="accent5"/>
            </a:lnRef>
          </a:top>
          <a:bottom>
            <a:lnRef idx="1">
              <a:schemeClr val="accent5"/>
            </a:lnRef>
          </a:bottom>
        </a:tcBdr>
      </a:tcStyle>
    </a:band1H>
    <a:band1V>
      <a:tcTxStyle/>
      <a:tcStyle>
        <a:tcBdr>
          <a:left>
            <a:lnRef idx="1">
              <a:schemeClr val="accent5"/>
            </a:lnRef>
          </a:left>
          <a:right>
            <a:lnRef idx="1">
              <a:schemeClr val="accent5"/>
            </a:lnRef>
          </a:right>
        </a:tcBdr>
      </a:tcStyle>
    </a:band1V>
    <a:band2V>
      <a:tcTxStyle/>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fontRef idx="minor">
          <a:scrgbClr r="0" g="0" b="0"/>
        </a:fontRef>
        <a:schemeClr val="accent5"/>
      </a:tcTxStyle>
      <a:tcStyle>
        <a:tcBdr>
          <a:top>
            <a:ln w="60800" cmpd="dbl">
              <a:solidFill>
                <a:schemeClr val="accent5"/>
              </a:solidFill>
            </a:ln>
          </a:top>
        </a:tcBdr>
      </a:tcStyle>
    </a:lastRow>
    <a:firstRow>
      <a:tcTxStyle b="on">
        <a:fontRef idx="minor">
          <a:scrgbClr r="0" g="0" b="0"/>
        </a:fontRef>
        <a:schemeClr val="accent5">
          <a:shade val="40000"/>
        </a:schemeClr>
      </a:tcTxStyle>
      <a:tcStyle>
        <a:tcBdr/>
        <a:fill>
          <a:solidFill>
            <a:schemeClr val="accent5">
              <a:alpha val="40000"/>
            </a:schemeClr>
          </a:solidFill>
        </a:fill>
      </a:tcStyle>
    </a:firstRow>
  </a:tblStyle>
  <a:tblStyle styleId="{A0B5D7BB-96D3-4553-8684-4C32CAD51E38}" styleName="Table_0">
    <a:wholeTbl>
      <a:tcTxStyle>
        <a:font>
          <a:latin typeface="Arial"/>
          <a:ea typeface="Arial"/>
          <a:cs typeface="Arial"/>
        </a:font>
        <a:srgbClr val="000000"/>
      </a:tcTxStyle>
      <a:tcStyle>
        <a:tcBdr>
          <a:left>
            <a:ln w="9525" cap="flat" cmpd="sng">
              <a:solidFill>
                <a:srgbClr val="9e9e9e"/>
              </a:solidFill>
              <a:prstDash val="solid"/>
              <a:round/>
              <a:headEnd w="sm" len="sm"/>
              <a:tailEnd w="sm" len="sm"/>
            </a:ln>
          </a:left>
          <a:right>
            <a:ln w="9525" cap="flat" cmpd="sng">
              <a:solidFill>
                <a:srgbClr val="9e9e9e"/>
              </a:solidFill>
              <a:prstDash val="solid"/>
              <a:round/>
              <a:headEnd w="sm" len="sm"/>
              <a:tailEnd w="sm" len="sm"/>
            </a:ln>
          </a:right>
          <a:top>
            <a:ln w="9525" cap="flat" cmpd="sng">
              <a:solidFill>
                <a:srgbClr val="9e9e9e"/>
              </a:solidFill>
              <a:prstDash val="solid"/>
              <a:round/>
              <a:headEnd w="sm" len="sm"/>
              <a:tailEnd w="sm" len="sm"/>
            </a:ln>
          </a:top>
          <a:bottom>
            <a:ln w="9525" cap="flat" cmpd="sng">
              <a:solidFill>
                <a:srgbClr val="9e9e9e"/>
              </a:solidFill>
              <a:prstDash val="solid"/>
              <a:round/>
              <a:headEnd w="sm" len="sm"/>
              <a:tailEnd w="sm" len="sm"/>
            </a:ln>
          </a:bottom>
          <a:insideH>
            <a:ln w="9525" cap="flat" cmpd="sng">
              <a:solidFill>
                <a:srgbClr val="9e9e9e"/>
              </a:solidFill>
              <a:prstDash val="solid"/>
              <a:round/>
              <a:headEnd w="sm" len="sm"/>
              <a:tailEnd w="sm" len="sm"/>
            </a:ln>
          </a:insideH>
          <a:insideV>
            <a:ln w="9525" cap="flat" cmpd="sng">
              <a:solidFill>
                <a:srgbClr val="9e9e9e"/>
              </a:solidFill>
              <a:prstDash val="solid"/>
              <a:round/>
              <a:headEnd w="sm" len="sm"/>
              <a:tailEnd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1A66EDD-3DAB-4C5B-A090-DC80EC1FD486}" styleName="Normal Style 1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lum val="90000"/>
            </a:schemeClr>
          </a:solidFill>
        </a:fill>
      </a:tcStyle>
    </a:wholeTbl>
    <a:band1H>
      <a:tcTxStyle/>
      <a:tcStyle>
        <a:tcBdr/>
        <a:fill>
          <a:solidFill>
            <a:schemeClr val="accent1">
              <a:lum val="80000"/>
            </a:schemeClr>
          </a:solidFill>
        </a:fill>
      </a:tcStyle>
    </a:band1H>
    <a:band2H>
      <a:tcTxStyle/>
      <a:tcStyle>
        <a:tcBdr/>
      </a:tcStyle>
    </a:band2H>
    <a:band1V>
      <a:tcTxStyle/>
      <a:tcStyle>
        <a:tcBdr/>
        <a:fill>
          <a:solidFill>
            <a:schemeClr val="accent1">
              <a:lum val="8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E8A2F2-3AEE-4975-ACBF-8FDBF47D2396}" styleName="Table_1">
    <a:wholeTbl>
      <a:tcTxStyle>
        <a:font>
          <a:latin typeface="Arial"/>
          <a:ea typeface="Arial"/>
          <a:cs typeface="Arial"/>
        </a:font>
        <a:srgbClr val="000000"/>
      </a:tcTxStyle>
      <a:tcStyle>
        <a:tcBdr>
          <a:left>
            <a:ln w="9525" cap="flat" cmpd="sng">
              <a:solidFill>
                <a:srgbClr val="000000"/>
              </a:solidFill>
              <a:prstDash val="solid"/>
              <a:round/>
              <a:headEnd w="sm" len="sm"/>
              <a:tailEnd w="sm" len="sm"/>
            </a:ln>
          </a:left>
          <a:right>
            <a:ln w="9525" cap="flat" cmpd="sng">
              <a:solidFill>
                <a:srgbClr val="000000"/>
              </a:solidFill>
              <a:prstDash val="solid"/>
              <a:round/>
              <a:headEnd w="sm" len="sm"/>
              <a:tailEnd w="sm" len="sm"/>
            </a:ln>
          </a:right>
          <a:top>
            <a:ln w="9525" cap="flat" cmpd="sng">
              <a:solidFill>
                <a:srgbClr val="000000"/>
              </a:solidFill>
              <a:prstDash val="solid"/>
              <a:round/>
              <a:headEnd w="sm" len="sm"/>
              <a:tailEnd w="sm" len="sm"/>
            </a:ln>
          </a:top>
          <a:bottom>
            <a:ln w="9525" cap="flat" cmpd="sng">
              <a:solidFill>
                <a:srgbClr val="000000"/>
              </a:solidFill>
              <a:prstDash val="solid"/>
              <a:round/>
              <a:headEnd w="sm" len="sm"/>
              <a:tailEnd w="sm" len="sm"/>
            </a:ln>
          </a:bottom>
          <a:insideH>
            <a:ln w="9525" cap="flat" cmpd="sng">
              <a:solidFill>
                <a:srgbClr val="000000"/>
              </a:solidFill>
              <a:prstDash val="solid"/>
              <a:round/>
              <a:headEnd w="sm" len="sm"/>
              <a:tailEnd w="sm" len="sm"/>
            </a:ln>
          </a:insideH>
          <a:insideV>
            <a:ln w="9525" cap="flat" cmpd="sng">
              <a:solidFill>
                <a:srgbClr val="000000"/>
              </a:solidFill>
              <a:prstDash val="solid"/>
              <a:round/>
              <a:headEnd w="sm" len="sm"/>
              <a:tailEnd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snapVertSplitter="1">
    <p:restoredLeft sz="12579"/>
    <p:restoredTop sz="90268"/>
  </p:normalViewPr>
  <p:slideViewPr>
    <p:cSldViewPr snapToGrid="0" snapToObjects="1">
      <p:cViewPr varScale="1">
        <p:scale>
          <a:sx n="100" d="100"/>
          <a:sy n="100" d="100"/>
        </p:scale>
        <p:origin x="0" y="0"/>
      </p:cViewPr>
      <p:guideLst>
        <p:guide orient="horz" pos="1617"/>
        <p:guide pos="2877"/>
      </p:guideLst>
    </p:cSldViewPr>
  </p:slideViewPr>
  <p:notesTextViewPr>
    <p:cViewPr>
      <p:scale>
        <a:sx n="100" d="100"/>
        <a:sy n="100" d="100"/>
      </p:scale>
      <p:origin x="0" y="0"/>
    </p:cViewPr>
  </p:notesTextViewPr>
  <p:gridSpacing cx="72009" cy="72009"/>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25.xml"  /><Relationship Id="rId11" Type="http://schemas.openxmlformats.org/officeDocument/2006/relationships/slide" Target="slides/slide26.xml"  /><Relationship Id="rId12" Type="http://schemas.openxmlformats.org/officeDocument/2006/relationships/slide" Target="slides/slide27.xml"  /><Relationship Id="rId13" Type="http://schemas.openxmlformats.org/officeDocument/2006/relationships/slide" Target="slides/slide28.xml"  /><Relationship Id="rId14" Type="http://schemas.openxmlformats.org/officeDocument/2006/relationships/slide" Target="slides/slide29.xml"  /><Relationship Id="rId15" Type="http://schemas.openxmlformats.org/officeDocument/2006/relationships/slide" Target="slides/slide30.xml"  /><Relationship Id="rId16" Type="http://schemas.openxmlformats.org/officeDocument/2006/relationships/slide" Target="slides/slide31.xml"  /><Relationship Id="rId17" Type="http://schemas.openxmlformats.org/officeDocument/2006/relationships/slide" Target="slides/slide32.xml"  /><Relationship Id="rId18" Type="http://schemas.openxmlformats.org/officeDocument/2006/relationships/slide" Target="slides/slide33.xml"  /><Relationship Id="rId19" Type="http://schemas.openxmlformats.org/officeDocument/2006/relationships/slide" Target="slides/slide34.xml"  /><Relationship Id="rId2" Type="http://schemas.openxmlformats.org/officeDocument/2006/relationships/notesMaster" Target="notesMasters/notesMaster1.xml"  /><Relationship Id="rId20" Type="http://schemas.openxmlformats.org/officeDocument/2006/relationships/slide" Target="slides/slide35.xml"  /><Relationship Id="rId21" Type="http://schemas.openxmlformats.org/officeDocument/2006/relationships/slide" Target="slides/slide36.xml"  /><Relationship Id="rId22" Type="http://schemas.openxmlformats.org/officeDocument/2006/relationships/slide" Target="slides/slide37.xml"  /><Relationship Id="rId23" Type="http://schemas.openxmlformats.org/officeDocument/2006/relationships/slide" Target="slides/slide38.xml"  /><Relationship Id="rId24" Type="http://schemas.openxmlformats.org/officeDocument/2006/relationships/slide" Target="slides/slide39.xml"  /><Relationship Id="rId25" Type="http://schemas.openxmlformats.org/officeDocument/2006/relationships/slide" Target="slides/slide40.xml"  /><Relationship Id="rId26" Type="http://schemas.openxmlformats.org/officeDocument/2006/relationships/slide" Target="slides/slide41.xml"  /><Relationship Id="rId27" Type="http://schemas.openxmlformats.org/officeDocument/2006/relationships/slide" Target="slides/slide42.xml"  /><Relationship Id="rId28" Type="http://schemas.openxmlformats.org/officeDocument/2006/relationships/slide" Target="slides/slide43.xml"  /><Relationship Id="rId29" Type="http://schemas.openxmlformats.org/officeDocument/2006/relationships/slide" Target="slides/slide44.xml"  /><Relationship Id="rId3" Type="http://schemas.openxmlformats.org/officeDocument/2006/relationships/slide" Target="slides/slide1.xml"  /><Relationship Id="rId30" Type="http://schemas.openxmlformats.org/officeDocument/2006/relationships/slide" Target="slides/slide45.xml"  /><Relationship Id="rId31" Type="http://schemas.openxmlformats.org/officeDocument/2006/relationships/slide" Target="slides/slide46.xml"  /><Relationship Id="rId32" Type="http://schemas.openxmlformats.org/officeDocument/2006/relationships/slide" Target="slides/slide47.xml"  /><Relationship Id="rId33" Type="http://schemas.openxmlformats.org/officeDocument/2006/relationships/slide" Target="slides/slide48.xml"  /><Relationship Id="rId34" Type="http://schemas.openxmlformats.org/officeDocument/2006/relationships/slide" Target="slides/slide49.xml"  /><Relationship Id="rId35" Type="http://schemas.openxmlformats.org/officeDocument/2006/relationships/slide" Target="slides/slide50.xml"  /><Relationship Id="rId36" Type="http://schemas.openxmlformats.org/officeDocument/2006/relationships/slide" Target="slides/slide51.xml"  /><Relationship Id="rId37" Type="http://schemas.openxmlformats.org/officeDocument/2006/relationships/slide" Target="slides/slide52.xml"  /><Relationship Id="rId38" Type="http://schemas.openxmlformats.org/officeDocument/2006/relationships/slide" Target="slides/slide53.xml"  /><Relationship Id="rId39" Type="http://schemas.openxmlformats.org/officeDocument/2006/relationships/slide" Target="slides/slide54.xml"  /><Relationship Id="rId4" Type="http://schemas.openxmlformats.org/officeDocument/2006/relationships/slide" Target="slides/slide14.xml"  /><Relationship Id="rId40" Type="http://schemas.openxmlformats.org/officeDocument/2006/relationships/slide" Target="slides/slide55.xml"  /><Relationship Id="rId41" Type="http://schemas.openxmlformats.org/officeDocument/2006/relationships/slide" Target="slides/slide56.xml"  /><Relationship Id="rId42" Type="http://schemas.openxmlformats.org/officeDocument/2006/relationships/slide" Target="slides/slide57.xml"  /><Relationship Id="rId43" Type="http://schemas.openxmlformats.org/officeDocument/2006/relationships/slide" Target="slides/slide58.xml"  /><Relationship Id="rId44" Type="http://schemas.openxmlformats.org/officeDocument/2006/relationships/slide" Target="slides/slide59.xml"  /><Relationship Id="rId45" Type="http://schemas.openxmlformats.org/officeDocument/2006/relationships/slide" Target="slides/slide60.xml"  /><Relationship Id="rId46" Type="http://schemas.openxmlformats.org/officeDocument/2006/relationships/slide" Target="slides/slide61.xml"  /><Relationship Id="rId47" Type="http://schemas.openxmlformats.org/officeDocument/2006/relationships/slide" Target="slides/slide62.xml"  /><Relationship Id="rId48" Type="http://schemas.openxmlformats.org/officeDocument/2006/relationships/slide" Target="slides/slide63.xml"  /><Relationship Id="rId49" Type="http://schemas.openxmlformats.org/officeDocument/2006/relationships/slide" Target="slides/slide64.xml"  /><Relationship Id="rId5" Type="http://schemas.openxmlformats.org/officeDocument/2006/relationships/slide" Target="slides/slide20.xml"  /><Relationship Id="rId50" Type="http://schemas.openxmlformats.org/officeDocument/2006/relationships/slide" Target="slides/slide65.xml"  /><Relationship Id="rId51" Type="http://schemas.openxmlformats.org/officeDocument/2006/relationships/slide" Target="slides/slide66.xml"  /><Relationship Id="rId52" Type="http://schemas.openxmlformats.org/officeDocument/2006/relationships/slide" Target="slides/slide67.xml"  /><Relationship Id="rId53" Type="http://schemas.openxmlformats.org/officeDocument/2006/relationships/slide" Target="slides/slide68.xml"  /><Relationship Id="rId54" Type="http://schemas.openxmlformats.org/officeDocument/2006/relationships/slide" Target="slides/slide69.xml"  /><Relationship Id="rId55" Type="http://schemas.openxmlformats.org/officeDocument/2006/relationships/slide" Target="slides/slide70.xml"  /><Relationship Id="rId56" Type="http://schemas.openxmlformats.org/officeDocument/2006/relationships/slide" Target="slides/slide71.xml"  /><Relationship Id="rId57" Type="http://schemas.openxmlformats.org/officeDocument/2006/relationships/slide" Target="slides/slide72.xml"  /><Relationship Id="rId58" Type="http://schemas.openxmlformats.org/officeDocument/2006/relationships/slide" Target="slides/slide73.xml"  /><Relationship Id="rId59" Type="http://schemas.openxmlformats.org/officeDocument/2006/relationships/slide" Target="slides/slide74.xml"  /><Relationship Id="rId6" Type="http://schemas.openxmlformats.org/officeDocument/2006/relationships/slide" Target="slides/slide21.xml"  /><Relationship Id="rId60" Type="http://schemas.openxmlformats.org/officeDocument/2006/relationships/slide" Target="slides/slide75.xml"  /><Relationship Id="rId61" Type="http://schemas.openxmlformats.org/officeDocument/2006/relationships/slide" Target="slides/slide76.xml"  /><Relationship Id="rId62" Type="http://schemas.openxmlformats.org/officeDocument/2006/relationships/slide" Target="slides/slide77.xml"  /><Relationship Id="rId63" Type="http://schemas.openxmlformats.org/officeDocument/2006/relationships/slide" Target="slides/slide78.xml"  /><Relationship Id="rId64" Type="http://schemas.openxmlformats.org/officeDocument/2006/relationships/slide" Target="slides/slide79.xml"  /><Relationship Id="rId65" Type="http://schemas.openxmlformats.org/officeDocument/2006/relationships/slide" Target="slides/slide80.xml"  /><Relationship Id="rId66" Type="http://schemas.openxmlformats.org/officeDocument/2006/relationships/slide" Target="slides/slide81.xml"  /><Relationship Id="rId67" Type="http://schemas.openxmlformats.org/officeDocument/2006/relationships/slide" Target="slides/slide82.xml"  /><Relationship Id="rId68" Type="http://schemas.openxmlformats.org/officeDocument/2006/relationships/slide" Target="slides/slide83.xml"  /><Relationship Id="rId69" Type="http://schemas.openxmlformats.org/officeDocument/2006/relationships/slide" Target="slides/slide84.xml"  /><Relationship Id="rId7" Type="http://schemas.openxmlformats.org/officeDocument/2006/relationships/slide" Target="slides/slide22.xml"  /><Relationship Id="rId70" Type="http://schemas.openxmlformats.org/officeDocument/2006/relationships/slide" Target="slides/slide85.xml"  /><Relationship Id="rId71" Type="http://schemas.openxmlformats.org/officeDocument/2006/relationships/slide" Target="slides/slide86.xml"  /><Relationship Id="rId72" Type="http://schemas.openxmlformats.org/officeDocument/2006/relationships/slide" Target="slides/slide87.xml"  /><Relationship Id="rId73" Type="http://schemas.openxmlformats.org/officeDocument/2006/relationships/presProps" Target="presProps.xml"  /><Relationship Id="rId74" Type="http://schemas.openxmlformats.org/officeDocument/2006/relationships/viewProps" Target="viewProps.xml"  /><Relationship Id="rId75" Type="http://schemas.openxmlformats.org/officeDocument/2006/relationships/theme" Target="theme/theme1.xml"  /><Relationship Id="rId76" Type="http://schemas.openxmlformats.org/officeDocument/2006/relationships/tableStyles" Target="tableStyles.xml"  /><Relationship Id="rId8" Type="http://schemas.openxmlformats.org/officeDocument/2006/relationships/slide" Target="slides/slide23.xml"  /><Relationship Id="rId9" Type="http://schemas.openxmlformats.org/officeDocument/2006/relationships/slide" Target="slides/slide24.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Google Shape;3;n"/>
          <p:cNvSpPr>
            <a:spLocks noGrp="1" noRot="1" noChangeAspect="1" noTextEdit="1"/>
          </p:cNvSpPr>
          <p:nvPr>
            <p:ph type="sldImg" idx="2"/>
          </p:nvPr>
        </p:nvSpPr>
        <p:spPr>
          <a:xfrm>
            <a:off x="381300" y="685800"/>
            <a:ext cx="6096075" cy="3429000"/>
          </a:xfrm>
          <a:custGeom>
            <a:avLst/>
            <a:gd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w="sm" len="sm"/>
            <a:tailEnd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wrap="square" lIns="91424" tIns="91424" rIns="91424" bIns="91424"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r>
              <a:rPr lang="ko-KR" altLang="en-US"/>
              <a:t/>
            </a:r>
            <a:endParaRPr lang="ko-KR" altLang="en-US"/>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  /><Relationship Id="rId2"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  /><Relationship Id="rId2"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  /><Relationship Id="rId2"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  /><Relationship Id="rId2"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  /><Relationship Id="rId2"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  /><Relationship Id="rId2"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  /><Relationship Id="rId2"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  /><Relationship Id="rId2"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  /><Relationship Id="rId2"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  /><Relationship Id="rId2"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  /><Relationship Id="rId2"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  /><Relationship Id="rId2"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  /><Relationship Id="rId2"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  /><Relationship Id="rId2"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  /><Relationship Id="rId2"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  /><Relationship Id="rId2"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  /><Relationship Id="rId2"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  /><Relationship Id="rId2" Type="http://schemas.openxmlformats.org/officeDocument/2006/relationships/notesMaster" Target="../notesMasters/notesMaster1.xml"  /></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  /><Relationship Id="rId2" Type="http://schemas.openxmlformats.org/officeDocument/2006/relationships/notesMaster" Target="../notesMasters/notesMaster1.xml"  /></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  /><Relationship Id="rId2" Type="http://schemas.openxmlformats.org/officeDocument/2006/relationships/notesMaster" Target="../notesMasters/notesMaster1.xml"  /></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  /><Relationship Id="rId2" Type="http://schemas.openxmlformats.org/officeDocument/2006/relationships/notesMaster" Target="../notesMasters/notesMaster1.xml"  /></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  /><Relationship Id="rId2" Type="http://schemas.openxmlformats.org/officeDocument/2006/relationships/notesMaster" Target="../notesMasters/notesMaster1.xml"  /></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  /><Relationship Id="rId2" Type="http://schemas.openxmlformats.org/officeDocument/2006/relationships/notesMaster" Target="../notesMasters/notesMaster1.xml"  /></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83.xml"  /><Relationship Id="rId2" Type="http://schemas.openxmlformats.org/officeDocument/2006/relationships/notesMaster" Target="../notesMasters/notesMaster1.xml"  /></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84.xml"  /><Relationship Id="rId2" Type="http://schemas.openxmlformats.org/officeDocument/2006/relationships/notesMaster" Target="../notesMasters/notesMaster1.xml"  /></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85.xml"  /><Relationship Id="rId2" Type="http://schemas.openxmlformats.org/officeDocument/2006/relationships/notesMaster" Target="../notesMasters/notesMaster1.xml"  /></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87.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210" name="Google Shape;210;g4dfce81f19_0_45: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211" name="Google Shape;211;g4dfce81f19_0_45: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409" name="Google Shape;409;g184d99d1a72_0_15: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410" name="Google Shape;410;g184d99d1a72_0_15: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t/>
            </a:r>
            <a:endParaRPr lang="en-US" altLang="ko-KR"/>
          </a:p>
        </p:txBody>
      </p:sp>
    </p:spTree>
  </p:cSld>
  <p:clrMapOvr>
    <a:masterClrMapping/>
  </p:clrMapOvr>
</p:notes>
</file>

<file path=ppt/notesSlides/notesSlide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519" name="Google Shape;519;g184d99d1a72_0_2: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520" name="Google Shape;520;g184d99d1a72_0_2: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t/>
            </a:r>
            <a:endParaRPr lang="en-US" altLang="ko-KR"/>
          </a:p>
        </p:txBody>
      </p:sp>
    </p:spTree>
  </p:cSld>
  <p:clrMapOvr>
    <a:masterClrMapping/>
  </p:clrMapOvr>
</p:notes>
</file>

<file path=ppt/notesSlides/notesSlide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557" name="Google Shape;557;g54dda1946d_4_2730: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558" name="Google Shape;558;g54dda1946d_4_2730: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588" name="Google Shape;588;g54dda1946d_4_2726: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589" name="Google Shape;589;g54dda1946d_4_2726: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615" name="Google Shape;615;g216241d4a31_0_0: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616" name="Google Shape;616;g216241d4a31_0_0: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655" name="Google Shape;655;g54dda1946d_4_2701: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656" name="Google Shape;656;g54dda1946d_4_2701: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682" name="Google Shape;682;g190cccfa97d_0_0: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683" name="Google Shape;683;g190cccfa97d_0_0: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758" name="Google Shape;758;g54dda1946d_4_2720: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759" name="Google Shape;759;g54dda1946d_4_2720: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1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807" name="Google Shape;807;g172b1845856_1_196: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808" name="Google Shape;808;g172b1845856_1_196: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1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856" name="Google Shape;856;g216241d4a31_0_25: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857" name="Google Shape;857;g216241d4a31_0_25: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1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894" name="Google Shape;894;g1869d044d76_0_0: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895" name="Google Shape;895;g1869d044d76_0_0: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1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921" name="Google Shape;921;g16bb02b2657_0_0: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922" name="Google Shape;922;g16bb02b2657_0_0: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1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237" name="Google Shape;237;g29396591534_0_6: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238" name="Google Shape;238;g29396591534_0_6: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1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1334" name="Google Shape;1334;g29396591534_0_8906: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1335" name="Google Shape;1335;g29396591534_0_8906: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1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1316" name="Google Shape;1316;g29396591534_0_157: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1317" name="Google Shape;1317;g29396591534_0_157: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1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1287" name="Google Shape;1287;g29396591534_0_153: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1288" name="Google Shape;1288;g29396591534_0_153: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1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5288" name="Google Shape;5288;g29396591534_0_12854: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5289" name="Google Shape;5289;g29396591534_0_12854: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1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1374" name="Google Shape;1374;g29396591534_0_8946: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1375" name="Google Shape;1375;g29396591534_0_8946: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2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267" name="Google Shape;267;gd431007ba2_0_215: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268" name="Google Shape;268;gd431007ba2_0_215: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2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05" name="Google Shape;305;g54dda1946d_6_322: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06" name="Google Shape;306;g54dda1946d_6_322: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2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05" name="Google Shape;305;g54dda1946d_6_322: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06" name="Google Shape;306;g54dda1946d_6_322: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2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33" name="Google Shape;333;g54dda1946d_6_308: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34" name="Google Shape;334;g54dda1946d_6_308: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2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61" name="Google Shape;361;g54dda1946d_6_332: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62" name="Google Shape;362;g54dda1946d_6_332: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2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33" name="Google Shape;333;g54dda1946d_6_308: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34" name="Google Shape;334;g54dda1946d_6_308: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
        <p:nvSpPr>
          <p:cNvPr id="335" name="Google Shape;333;g54dda1946d_6_308: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36" name="Google Shape;334;g54dda1946d_6_308: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2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409" name="Google Shape;409;g184d99d1a72_0_15: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410" name="Google Shape;410;g184d99d1a72_0_15: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
        <p:nvSpPr>
          <p:cNvPr id="411" name="Google Shape;409;g184d99d1a72_0_15: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412" name="Google Shape;410;g184d99d1a72_0_15: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2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33" name="Google Shape;333;g54dda1946d_6_308: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34" name="Google Shape;334;g54dda1946d_6_308: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2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3;n"/>
          <p:cNvSpPr>
            <a:spLocks noGrp="1" noRot="1" noChangeAspect="1" noTextEdit="1"/>
          </p:cNvSpPr>
          <p:nvPr>
            <p:ph type="sldImg" idx="2"/>
          </p:nvPr>
        </p:nvSpPr>
        <p:spPr/>
        <p:txBody>
          <a:bodyPr/>
          <a:lstStyle/>
          <a:p>
            <a:pPr>
              <a:defRPr/>
            </a:pPr>
            <a:endParaRPr lang="ko-KR" altLang="en-US"/>
          </a:p>
        </p:txBody>
      </p:sp>
      <p:sp>
        <p:nvSpPr>
          <p:cNvPr id="3" name="Google Shape;4;n"/>
          <p:cNvSpPr>
            <a:spLocks noGrp="1"/>
          </p:cNvSpPr>
          <p:nvPr>
            <p:ph type="body" idx="1"/>
          </p:nvPr>
        </p:nvSpPr>
        <p:spPr/>
        <p:txBody>
          <a:bodyPr/>
          <a:lstStyle/>
          <a:p>
            <a:pPr>
              <a:defRPr/>
            </a:pPr>
            <a:r>
              <a:rPr lang="en-US" altLang="ko-KR"/>
              <a:t/>
            </a:r>
            <a:endParaRPr lang="en-US" altLang="ko-KR"/>
          </a:p>
        </p:txBody>
      </p:sp>
    </p:spTree>
  </p:cSld>
  <p:clrMapOvr>
    <a:masterClrMapping/>
  </p:clrMapOvr>
</p:notes>
</file>

<file path=ppt/notesSlides/notesSlide2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61" name="Google Shape;361;g54dda1946d_6_332: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62" name="Google Shape;362;g54dda1946d_6_332: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t/>
            </a:r>
            <a:endParaRPr lang="en-US" altLang="ko-KR"/>
          </a:p>
        </p:txBody>
      </p:sp>
    </p:spTree>
  </p:cSld>
  <p:clrMapOvr>
    <a:masterClrMapping/>
  </p:clrMapOvr>
</p:notes>
</file>

<file path=ppt/notesSlides/notesSlide3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61" name="Google Shape;361;g54dda1946d_6_332: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62" name="Google Shape;362;g54dda1946d_6_332: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t/>
            </a:r>
            <a:endParaRPr lang="en-US" altLang="ko-KR"/>
          </a:p>
        </p:txBody>
      </p:sp>
    </p:spTree>
  </p:cSld>
  <p:clrMapOvr>
    <a:masterClrMapping/>
  </p:clrMapOvr>
</p:notes>
</file>

<file path=ppt/notesSlides/notesSlide3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61" name="Google Shape;361;g54dda1946d_6_332: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62" name="Google Shape;362;g54dda1946d_6_332: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t/>
            </a:r>
            <a:endParaRPr lang="en-US" altLang="ko-KR"/>
          </a:p>
        </p:txBody>
      </p:sp>
    </p:spTree>
  </p:cSld>
  <p:clrMapOvr>
    <a:masterClrMapping/>
  </p:clrMapOvr>
</p:notes>
</file>

<file path=ppt/notesSlides/notesSlide3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61" name="Google Shape;361;g54dda1946d_6_332: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62" name="Google Shape;362;g54dda1946d_6_332: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t/>
            </a:r>
            <a:endParaRPr lang="en-US" altLang="ko-KR"/>
          </a:p>
        </p:txBody>
      </p:sp>
    </p:spTree>
  </p:cSld>
  <p:clrMapOvr>
    <a:masterClrMapping/>
  </p:clrMapOvr>
</p:notes>
</file>

<file path=ppt/notesSlides/notesSlide3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61" name="Google Shape;361;g54dda1946d_6_332: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62" name="Google Shape;362;g54dda1946d_6_332: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t/>
            </a:r>
            <a:endParaRPr lang="en-US" altLang="ko-KR"/>
          </a:p>
        </p:txBody>
      </p:sp>
    </p:spTree>
  </p:cSld>
  <p:clrMapOvr>
    <a:masterClrMapping/>
  </p:clrMapOvr>
</p:notes>
</file>

<file path=ppt/notesSlides/notesSlide3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61" name="Google Shape;361;g54dda1946d_6_332: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62" name="Google Shape;362;g54dda1946d_6_332: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t/>
            </a:r>
            <a:endParaRPr lang="en-US" altLang="ko-KR"/>
          </a:p>
        </p:txBody>
      </p:sp>
    </p:spTree>
  </p:cSld>
  <p:clrMapOvr>
    <a:masterClrMapping/>
  </p:clrMapOvr>
</p:notes>
</file>

<file path=ppt/notesSlides/notesSlide3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61" name="Google Shape;361;g54dda1946d_6_332: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62" name="Google Shape;362;g54dda1946d_6_332: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t/>
            </a:r>
            <a:endParaRPr lang="en-US" altLang="ko-KR"/>
          </a:p>
        </p:txBody>
      </p:sp>
    </p:spTree>
  </p:cSld>
  <p:clrMapOvr>
    <a:masterClrMapping/>
  </p:clrMapOvr>
</p:notes>
</file>

<file path=ppt/notesSlides/notesSlide3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61" name="Google Shape;361;g54dda1946d_6_332: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62" name="Google Shape;362;g54dda1946d_6_332: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t/>
            </a:r>
            <a:endParaRPr lang="en-US" altLang="ko-KR"/>
          </a:p>
        </p:txBody>
      </p:sp>
    </p:spTree>
  </p:cSld>
  <p:clrMapOvr>
    <a:masterClrMapping/>
  </p:clrMapOvr>
</p:notes>
</file>

<file path=ppt/notesSlides/notesSlide3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61" name="Google Shape;361;g54dda1946d_6_332: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62" name="Google Shape;362;g54dda1946d_6_332: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t/>
            </a:r>
            <a:endParaRPr lang="en-US" altLang="ko-KR"/>
          </a:p>
        </p:txBody>
      </p:sp>
    </p:spTree>
  </p:cSld>
  <p:clrMapOvr>
    <a:masterClrMapping/>
  </p:clrMapOvr>
</p:notes>
</file>

<file path=ppt/notesSlides/notesSlide3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61" name="Google Shape;361;g54dda1946d_6_332: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62" name="Google Shape;362;g54dda1946d_6_332: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t/>
            </a:r>
            <a:endParaRPr lang="en-US" altLang="ko-KR"/>
          </a:p>
        </p:txBody>
      </p:sp>
    </p:spTree>
  </p:cSld>
  <p:clrMapOvr>
    <a:masterClrMapping/>
  </p:clrMapOvr>
</p:notes>
</file>

<file path=ppt/notesSlides/notesSlide3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61" name="Google Shape;361;g54dda1946d_6_332: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62" name="Google Shape;362;g54dda1946d_6_332: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t/>
            </a:r>
            <a:endParaRPr lang="en-US" altLang="ko-KR"/>
          </a:p>
        </p:txBody>
      </p:sp>
    </p:spTree>
  </p:cSld>
  <p:clrMapOvr>
    <a:masterClrMapping/>
  </p:clrMapOvr>
</p:notes>
</file>

<file path=ppt/notesSlides/notesSlide4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61" name="Google Shape;361;g54dda1946d_6_332: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62" name="Google Shape;362;g54dda1946d_6_332: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t/>
            </a:r>
            <a:endParaRPr lang="en-US" altLang="ko-KR"/>
          </a:p>
        </p:txBody>
      </p:sp>
    </p:spTree>
  </p:cSld>
  <p:clrMapOvr>
    <a:masterClrMapping/>
  </p:clrMapOvr>
</p:notes>
</file>

<file path=ppt/notesSlides/notesSlide4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61" name="Google Shape;361;g54dda1946d_6_332: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62" name="Google Shape;362;g54dda1946d_6_332: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t/>
            </a:r>
            <a:endParaRPr lang="en-US" altLang="ko-KR"/>
          </a:p>
        </p:txBody>
      </p:sp>
    </p:spTree>
  </p:cSld>
  <p:clrMapOvr>
    <a:masterClrMapping/>
  </p:clrMapOvr>
</p:notes>
</file>

<file path=ppt/notesSlides/notesSlide4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3;n"/>
          <p:cNvSpPr>
            <a:spLocks noGrp="1" noRot="1" noChangeAspect="1" noTextEdit="1"/>
          </p:cNvSpPr>
          <p:nvPr>
            <p:ph type="sldImg" idx="2"/>
          </p:nvPr>
        </p:nvSpPr>
        <p:spPr/>
        <p:txBody>
          <a:bodyPr/>
          <a:lstStyle/>
          <a:p>
            <a:pPr>
              <a:defRPr/>
            </a:pPr>
            <a:endParaRPr lang="ko-KR" altLang="en-US"/>
          </a:p>
        </p:txBody>
      </p:sp>
      <p:sp>
        <p:nvSpPr>
          <p:cNvPr id="3" name="Google Shape;4;n"/>
          <p:cNvSpPr>
            <a:spLocks noGrp="1"/>
          </p:cNvSpPr>
          <p:nvPr>
            <p:ph type="body" idx="1"/>
          </p:nvPr>
        </p:nvSpPr>
        <p:spPr/>
        <p:txBody>
          <a:bodyPr/>
          <a:lstStyle/>
          <a:p>
            <a:pPr>
              <a:defRPr/>
            </a:pPr>
            <a:r>
              <a:rPr lang="en-US" altLang="ko-KR"/>
              <a:t/>
            </a:r>
            <a:endParaRPr lang="en-US" altLang="ko-KR"/>
          </a:p>
        </p:txBody>
      </p:sp>
    </p:spTree>
  </p:cSld>
  <p:clrMapOvr>
    <a:masterClrMapping/>
  </p:clrMapOvr>
</p:notes>
</file>

<file path=ppt/notesSlides/notesSlide4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3;n"/>
          <p:cNvSpPr>
            <a:spLocks noGrp="1" noRot="1" noChangeAspect="1" noTextEdit="1"/>
          </p:cNvSpPr>
          <p:nvPr>
            <p:ph type="sldImg" idx="2"/>
          </p:nvPr>
        </p:nvSpPr>
        <p:spPr/>
        <p:txBody>
          <a:bodyPr/>
          <a:lstStyle/>
          <a:p>
            <a:pPr>
              <a:defRPr/>
            </a:pPr>
            <a:endParaRPr lang="en-US" altLang="ko-KR"/>
          </a:p>
        </p:txBody>
      </p:sp>
      <p:sp>
        <p:nvSpPr>
          <p:cNvPr id="3" name="Google Shape;4;n"/>
          <p:cNvSpPr>
            <a:spLocks noGrp="1"/>
          </p:cNvSpPr>
          <p:nvPr>
            <p:ph type="body" idx="1"/>
          </p:nvPr>
        </p:nvSpPr>
        <p:spPr/>
        <p:txBody>
          <a:bodyPr/>
          <a:lstStyle/>
          <a:p>
            <a:pPr>
              <a:defRPr/>
            </a:pPr>
            <a:r>
              <a:rPr lang="en-US" altLang="ko-KR"/>
              <a:t/>
            </a:r>
            <a:endParaRPr lang="en-US" altLang="ko-KR"/>
          </a:p>
        </p:txBody>
      </p:sp>
    </p:spTree>
  </p:cSld>
  <p:clrMapOvr>
    <a:masterClrMapping/>
  </p:clrMapOvr>
</p:notes>
</file>

<file path=ppt/notesSlides/notesSlide4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333" name="Google Shape;333;g54dda1946d_6_308: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334" name="Google Shape;334;g54dda1946d_6_308: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4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454" name="Google Shape;454;g184d99d1a72_0_57: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455" name="Google Shape;455;g184d99d1a72_0_57: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4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454" name="Google Shape;454;g184d99d1a72_0_57: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455" name="Google Shape;455;g184d99d1a72_0_57: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notesSlides/notesSlide4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showMasterSp="0" showMasterPhAnim="0">
  <p:cSld>
    <p:spTree>
      <p:nvGrpSpPr>
        <p:cNvPr id="1" name=""/>
        <p:cNvGrpSpPr/>
        <p:nvPr/>
      </p:nvGrpSpPr>
      <p:grpSpPr>
        <a:xfrm>
          <a:off x="0" y="0"/>
          <a:ext cx="0" cy="0"/>
          <a:chOff x="0" y="0"/>
          <a:chExt cx="0" cy="0"/>
        </a:xfrm>
      </p:grpSpPr>
      <p:sp>
        <p:nvSpPr>
          <p:cNvPr id="956" name="Google Shape;956;g29396591534_0_0:notes"/>
          <p:cNvSpPr>
            <a:spLocks noGrp="1" noRot="1" noChangeAspect="1" noTextEdit="1"/>
          </p:cNvSpPr>
          <p:nvPr>
            <p:ph type="sldImg" idx="2"/>
          </p:nvPr>
        </p:nvSpPr>
        <p:spPr>
          <a:xfrm>
            <a:off x="381300" y="685800"/>
            <a:ext cx="6096000" cy="3429000"/>
          </a:xfrm>
          <a:custGeom>
            <a:avLst/>
            <a:gdLst/>
            <a:rect l="l" t="t" r="r" b="b"/>
            <a:pathLst>
              <a:path w="120000" h="120000" extrusionOk="0">
                <a:moveTo>
                  <a:pt x="0" y="0"/>
                </a:moveTo>
                <a:lnTo>
                  <a:pt x="120000" y="0"/>
                </a:lnTo>
                <a:lnTo>
                  <a:pt x="120000" y="120000"/>
                </a:lnTo>
                <a:lnTo>
                  <a:pt x="0" y="120000"/>
                </a:lnTo>
                <a:close/>
              </a:path>
            </a:pathLst>
          </a:custGeom>
        </p:spPr>
      </p:sp>
      <p:sp>
        <p:nvSpPr>
          <p:cNvPr id="957" name="Google Shape;957;g29396591534_0_0:notes"/>
          <p:cNvSpPr txBox="1">
            <a:spLocks noGrp="1"/>
          </p:cNvSpPr>
          <p:nvPr>
            <p:ph type="body" idx="1"/>
          </p:nvPr>
        </p:nvSpPr>
        <p:spPr>
          <a:xfrm>
            <a:off x="685800" y="4343400"/>
            <a:ext cx="5486400" cy="41148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a:t/>
            </a:r>
            <a:endParaRPr lang="ko-KR"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hyperlink" Target="https://bit.ly/3A1uf1Q" TargetMode="External" /><Relationship Id="rId3" Type="http://schemas.openxmlformats.org/officeDocument/2006/relationships/hyperlink" Target="http://bit.ly/2TyoMsr" TargetMode="External" /><Relationship Id="rId4" Type="http://schemas.openxmlformats.org/officeDocument/2006/relationships/hyperlink" Target="http://bit.ly/2TtBDfr" TargetMode="Externa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232500" y="183725"/>
            <a:ext cx="8679000" cy="4776000"/>
            <a:chOff x="232500" y="183725"/>
            <a:chExt cx="8679000" cy="4776000"/>
          </a:xfrm>
        </p:grpSpPr>
        <p:sp>
          <p:nvSpPr>
            <p:cNvPr id="10" name="Google Shape;10;p2"/>
            <p:cNvSpPr/>
            <p:nvPr/>
          </p:nvSpPr>
          <p:spPr>
            <a:xfrm>
              <a:off x="232500" y="183725"/>
              <a:ext cx="8679000" cy="4776000"/>
            </a:xfrm>
            <a:prstGeom prst="roundRect">
              <a:avLst>
                <a:gd fmla="val 3848" name="adj"/>
              </a:avLst>
            </a:prstGeom>
            <a:solidFill>
              <a:schemeClr val="dk2"/>
            </a:solidFill>
            <a:ln cap="flat" cmpd="sng" w="19050">
              <a:solidFill>
                <a:schemeClr val="accent4"/>
              </a:solidFill>
              <a:prstDash val="solid"/>
              <a:round/>
              <a:headEnd len="sm" w="sm" type="none"/>
              <a:tailEnd len="sm" w="sm" type="none"/>
            </a:ln>
            <a:effectLst>
              <a:outerShdw blurRad="185738" rotWithShape="0" algn="bl" dir="3000000" dist="47625">
                <a:schemeClr val="dk1">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 name="Google Shape;11;p2"/>
            <p:cNvSpPr/>
            <p:nvPr/>
          </p:nvSpPr>
          <p:spPr>
            <a:xfrm>
              <a:off x="232500" y="183725"/>
              <a:ext cx="8679000" cy="2895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 name="Google Shape;12;p2"/>
            <p:cNvSpPr/>
            <p:nvPr/>
          </p:nvSpPr>
          <p:spPr>
            <a:xfrm>
              <a:off x="7928375" y="274025"/>
              <a:ext cx="116400" cy="116400"/>
            </a:xfrm>
            <a:prstGeom prst="ellipse">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 name="Google Shape;13;p2"/>
            <p:cNvSpPr/>
            <p:nvPr/>
          </p:nvSpPr>
          <p:spPr>
            <a:xfrm>
              <a:off x="8172199" y="274025"/>
              <a:ext cx="116400" cy="1164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 name="Google Shape;14;p2"/>
            <p:cNvSpPr/>
            <p:nvPr/>
          </p:nvSpPr>
          <p:spPr>
            <a:xfrm>
              <a:off x="8416024" y="274025"/>
              <a:ext cx="116400" cy="1164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5" name="Google Shape;15;p2"/>
          <p:cNvSpPr txBox="1"/>
          <p:nvPr>
            <p:ph type="ctrTitle"/>
          </p:nvPr>
        </p:nvSpPr>
        <p:spPr>
          <a:xfrm>
            <a:off x="1738925" y="1235288"/>
            <a:ext cx="5666100" cy="21057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7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6" name="Google Shape;16;p2"/>
          <p:cNvSpPr txBox="1"/>
          <p:nvPr>
            <p:ph idx="1" type="subTitle"/>
          </p:nvPr>
        </p:nvSpPr>
        <p:spPr>
          <a:xfrm>
            <a:off x="1739019" y="3432363"/>
            <a:ext cx="5666100" cy="475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grpSp>
        <p:nvGrpSpPr>
          <p:cNvPr id="18" name="Google Shape;18;p3"/>
          <p:cNvGrpSpPr/>
          <p:nvPr/>
        </p:nvGrpSpPr>
        <p:grpSpPr>
          <a:xfrm>
            <a:off x="232500" y="183725"/>
            <a:ext cx="8679000" cy="4776000"/>
            <a:chOff x="232500" y="183725"/>
            <a:chExt cx="8679000" cy="4776000"/>
          </a:xfrm>
        </p:grpSpPr>
        <p:sp>
          <p:nvSpPr>
            <p:cNvPr id="19" name="Google Shape;19;p3"/>
            <p:cNvSpPr/>
            <p:nvPr/>
          </p:nvSpPr>
          <p:spPr>
            <a:xfrm>
              <a:off x="232500" y="183725"/>
              <a:ext cx="8679000" cy="4776000"/>
            </a:xfrm>
            <a:prstGeom prst="roundRect">
              <a:avLst>
                <a:gd fmla="val 3848" name="adj"/>
              </a:avLst>
            </a:prstGeom>
            <a:solidFill>
              <a:schemeClr val="dk2"/>
            </a:solidFill>
            <a:ln cap="flat" cmpd="sng" w="19050">
              <a:solidFill>
                <a:schemeClr val="accent4"/>
              </a:solidFill>
              <a:prstDash val="solid"/>
              <a:round/>
              <a:headEnd len="sm" w="sm" type="none"/>
              <a:tailEnd len="sm" w="sm" type="none"/>
            </a:ln>
            <a:effectLst>
              <a:outerShdw blurRad="185738" rotWithShape="0" algn="bl" dir="3000000" dist="47625">
                <a:schemeClr val="dk1">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 name="Google Shape;20;p3"/>
            <p:cNvSpPr/>
            <p:nvPr/>
          </p:nvSpPr>
          <p:spPr>
            <a:xfrm>
              <a:off x="232500" y="183725"/>
              <a:ext cx="8679000" cy="2895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 name="Google Shape;21;p3"/>
            <p:cNvSpPr/>
            <p:nvPr/>
          </p:nvSpPr>
          <p:spPr>
            <a:xfrm>
              <a:off x="7928375" y="274025"/>
              <a:ext cx="116400" cy="116400"/>
            </a:xfrm>
            <a:prstGeom prst="ellipse">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 name="Google Shape;22;p3"/>
            <p:cNvSpPr/>
            <p:nvPr/>
          </p:nvSpPr>
          <p:spPr>
            <a:xfrm>
              <a:off x="8172199" y="274025"/>
              <a:ext cx="116400" cy="1164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 name="Google Shape;23;p3"/>
            <p:cNvSpPr/>
            <p:nvPr/>
          </p:nvSpPr>
          <p:spPr>
            <a:xfrm>
              <a:off x="8416024" y="274025"/>
              <a:ext cx="116400" cy="1164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24" name="Google Shape;24;p3"/>
          <p:cNvSpPr txBox="1"/>
          <p:nvPr>
            <p:ph type="title"/>
          </p:nvPr>
        </p:nvSpPr>
        <p:spPr>
          <a:xfrm>
            <a:off x="4047175" y="2775800"/>
            <a:ext cx="4383600" cy="8418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 name="Google Shape;25;p3"/>
          <p:cNvSpPr txBox="1"/>
          <p:nvPr>
            <p:ph hasCustomPrompt="1" idx="2" type="title"/>
          </p:nvPr>
        </p:nvSpPr>
        <p:spPr>
          <a:xfrm>
            <a:off x="4047175" y="1525800"/>
            <a:ext cx="1731600" cy="1014000"/>
          </a:xfrm>
          <a:prstGeom prst="rect">
            <a:avLst/>
          </a:prstGeom>
          <a:noFill/>
          <a:ln cap="flat" cmpd="sng" w="19050">
            <a:solidFill>
              <a:schemeClr val="accent4"/>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6" name="Google Shape;26;p3"/>
          <p:cNvSpPr/>
          <p:nvPr>
            <p:ph idx="3" type="pic"/>
          </p:nvPr>
        </p:nvSpPr>
        <p:spPr>
          <a:xfrm>
            <a:off x="713225" y="1200862"/>
            <a:ext cx="2760600" cy="2741700"/>
          </a:xfrm>
          <a:prstGeom prst="roundRect">
            <a:avLst>
              <a:gd fmla="val 16667" name="adj"/>
            </a:avLst>
          </a:prstGeom>
          <a:noFill/>
          <a:ln cap="flat" cmpd="sng" w="19050">
            <a:solidFill>
              <a:schemeClr val="accent4"/>
            </a:solidFill>
            <a:prstDash val="solid"/>
            <a:round/>
            <a:headEnd len="sm" w="sm" type="none"/>
            <a:tailEnd len="sm" w="sm" type="none"/>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grpSp>
        <p:nvGrpSpPr>
          <p:cNvPr id="28" name="Google Shape;28;p4"/>
          <p:cNvGrpSpPr/>
          <p:nvPr/>
        </p:nvGrpSpPr>
        <p:grpSpPr>
          <a:xfrm>
            <a:off x="232500" y="183725"/>
            <a:ext cx="8679000" cy="4776000"/>
            <a:chOff x="232500" y="183725"/>
            <a:chExt cx="8679000" cy="4776000"/>
          </a:xfrm>
        </p:grpSpPr>
        <p:sp>
          <p:nvSpPr>
            <p:cNvPr id="29" name="Google Shape;29;p4"/>
            <p:cNvSpPr/>
            <p:nvPr/>
          </p:nvSpPr>
          <p:spPr>
            <a:xfrm>
              <a:off x="232500" y="183725"/>
              <a:ext cx="8679000" cy="4776000"/>
            </a:xfrm>
            <a:prstGeom prst="roundRect">
              <a:avLst>
                <a:gd fmla="val 3848" name="adj"/>
              </a:avLst>
            </a:prstGeom>
            <a:solidFill>
              <a:schemeClr val="dk2"/>
            </a:solidFill>
            <a:ln cap="flat" cmpd="sng" w="19050">
              <a:solidFill>
                <a:schemeClr val="accent4"/>
              </a:solidFill>
              <a:prstDash val="solid"/>
              <a:round/>
              <a:headEnd len="sm" w="sm" type="none"/>
              <a:tailEnd len="sm" w="sm" type="none"/>
            </a:ln>
            <a:effectLst>
              <a:outerShdw blurRad="185738" rotWithShape="0" algn="bl" dir="3000000" dist="47625">
                <a:schemeClr val="dk1">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0" name="Google Shape;30;p4"/>
            <p:cNvSpPr/>
            <p:nvPr/>
          </p:nvSpPr>
          <p:spPr>
            <a:xfrm>
              <a:off x="232500" y="183725"/>
              <a:ext cx="8679000" cy="2895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 name="Google Shape;31;p4"/>
            <p:cNvSpPr/>
            <p:nvPr/>
          </p:nvSpPr>
          <p:spPr>
            <a:xfrm>
              <a:off x="7928375" y="274025"/>
              <a:ext cx="116400" cy="116400"/>
            </a:xfrm>
            <a:prstGeom prst="ellipse">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 name="Google Shape;32;p4"/>
            <p:cNvSpPr/>
            <p:nvPr/>
          </p:nvSpPr>
          <p:spPr>
            <a:xfrm>
              <a:off x="8172199" y="274025"/>
              <a:ext cx="116400" cy="1164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 name="Google Shape;33;p4"/>
            <p:cNvSpPr/>
            <p:nvPr/>
          </p:nvSpPr>
          <p:spPr>
            <a:xfrm>
              <a:off x="8416024" y="274025"/>
              <a:ext cx="116400" cy="1164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34" name="Google Shape;34;p4"/>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5" name="Google Shape;35;p4"/>
          <p:cNvSpPr txBox="1"/>
          <p:nvPr>
            <p:ph idx="1" type="body"/>
          </p:nvPr>
        </p:nvSpPr>
        <p:spPr>
          <a:xfrm>
            <a:off x="720000" y="1215750"/>
            <a:ext cx="7704000" cy="33882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 name="Shape 36"/>
        <p:cNvGrpSpPr/>
        <p:nvPr/>
      </p:nvGrpSpPr>
      <p:grpSpPr>
        <a:xfrm>
          <a:off x="0" y="0"/>
          <a:ext cx="0" cy="0"/>
          <a:chOff x="0" y="0"/>
          <a:chExt cx="0" cy="0"/>
        </a:xfrm>
      </p:grpSpPr>
      <p:grpSp>
        <p:nvGrpSpPr>
          <p:cNvPr id="37" name="Google Shape;37;p5"/>
          <p:cNvGrpSpPr/>
          <p:nvPr/>
        </p:nvGrpSpPr>
        <p:grpSpPr>
          <a:xfrm>
            <a:off x="232500" y="183725"/>
            <a:ext cx="8679000" cy="4776000"/>
            <a:chOff x="232500" y="183725"/>
            <a:chExt cx="8679000" cy="4776000"/>
          </a:xfrm>
        </p:grpSpPr>
        <p:sp>
          <p:nvSpPr>
            <p:cNvPr id="38" name="Google Shape;38;p5"/>
            <p:cNvSpPr/>
            <p:nvPr/>
          </p:nvSpPr>
          <p:spPr>
            <a:xfrm>
              <a:off x="232500" y="183725"/>
              <a:ext cx="8679000" cy="4776000"/>
            </a:xfrm>
            <a:prstGeom prst="roundRect">
              <a:avLst>
                <a:gd fmla="val 3848" name="adj"/>
              </a:avLst>
            </a:prstGeom>
            <a:solidFill>
              <a:schemeClr val="dk2"/>
            </a:solidFill>
            <a:ln cap="flat" cmpd="sng" w="19050">
              <a:solidFill>
                <a:schemeClr val="accent4"/>
              </a:solidFill>
              <a:prstDash val="solid"/>
              <a:round/>
              <a:headEnd len="sm" w="sm" type="none"/>
              <a:tailEnd len="sm" w="sm" type="none"/>
            </a:ln>
            <a:effectLst>
              <a:outerShdw blurRad="185738" rotWithShape="0" algn="bl" dir="3000000" dist="47625">
                <a:schemeClr val="dk1">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9" name="Google Shape;39;p5"/>
            <p:cNvSpPr/>
            <p:nvPr/>
          </p:nvSpPr>
          <p:spPr>
            <a:xfrm>
              <a:off x="232500" y="183725"/>
              <a:ext cx="8679000" cy="2895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0" name="Google Shape;40;p5"/>
            <p:cNvSpPr/>
            <p:nvPr/>
          </p:nvSpPr>
          <p:spPr>
            <a:xfrm>
              <a:off x="7928375" y="274025"/>
              <a:ext cx="116400" cy="116400"/>
            </a:xfrm>
            <a:prstGeom prst="ellipse">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1" name="Google Shape;41;p5"/>
            <p:cNvSpPr/>
            <p:nvPr/>
          </p:nvSpPr>
          <p:spPr>
            <a:xfrm>
              <a:off x="8172199" y="274025"/>
              <a:ext cx="116400" cy="1164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42" name="Google Shape;42;p5"/>
            <p:cNvSpPr/>
            <p:nvPr/>
          </p:nvSpPr>
          <p:spPr>
            <a:xfrm>
              <a:off x="8416024" y="274025"/>
              <a:ext cx="116400" cy="1164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43" name="Google Shape;43;p5"/>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Font typeface="Darker Grotesque"/>
              <a:buNone/>
              <a:defRPr>
                <a:latin typeface="Darker Grotesque"/>
                <a:ea typeface="Darker Grotesque"/>
                <a:cs typeface="Darker Grotesque"/>
                <a:sym typeface="Darker Grotesque"/>
              </a:defRPr>
            </a:lvl2pPr>
            <a:lvl3pPr lvl="2" rtl="0">
              <a:spcBef>
                <a:spcPts val="0"/>
              </a:spcBef>
              <a:spcAft>
                <a:spcPts val="0"/>
              </a:spcAft>
              <a:buSzPts val="3000"/>
              <a:buFont typeface="Darker Grotesque"/>
              <a:buNone/>
              <a:defRPr>
                <a:latin typeface="Darker Grotesque"/>
                <a:ea typeface="Darker Grotesque"/>
                <a:cs typeface="Darker Grotesque"/>
                <a:sym typeface="Darker Grotesque"/>
              </a:defRPr>
            </a:lvl3pPr>
            <a:lvl4pPr lvl="3" rtl="0">
              <a:spcBef>
                <a:spcPts val="0"/>
              </a:spcBef>
              <a:spcAft>
                <a:spcPts val="0"/>
              </a:spcAft>
              <a:buSzPts val="3000"/>
              <a:buFont typeface="Darker Grotesque"/>
              <a:buNone/>
              <a:defRPr>
                <a:latin typeface="Darker Grotesque"/>
                <a:ea typeface="Darker Grotesque"/>
                <a:cs typeface="Darker Grotesque"/>
                <a:sym typeface="Darker Grotesque"/>
              </a:defRPr>
            </a:lvl4pPr>
            <a:lvl5pPr lvl="4" rtl="0">
              <a:spcBef>
                <a:spcPts val="0"/>
              </a:spcBef>
              <a:spcAft>
                <a:spcPts val="0"/>
              </a:spcAft>
              <a:buSzPts val="3000"/>
              <a:buFont typeface="Darker Grotesque"/>
              <a:buNone/>
              <a:defRPr>
                <a:latin typeface="Darker Grotesque"/>
                <a:ea typeface="Darker Grotesque"/>
                <a:cs typeface="Darker Grotesque"/>
                <a:sym typeface="Darker Grotesque"/>
              </a:defRPr>
            </a:lvl5pPr>
            <a:lvl6pPr lvl="5" rtl="0">
              <a:spcBef>
                <a:spcPts val="0"/>
              </a:spcBef>
              <a:spcAft>
                <a:spcPts val="0"/>
              </a:spcAft>
              <a:buSzPts val="3000"/>
              <a:buFont typeface="Darker Grotesque"/>
              <a:buNone/>
              <a:defRPr>
                <a:latin typeface="Darker Grotesque"/>
                <a:ea typeface="Darker Grotesque"/>
                <a:cs typeface="Darker Grotesque"/>
                <a:sym typeface="Darker Grotesque"/>
              </a:defRPr>
            </a:lvl6pPr>
            <a:lvl7pPr lvl="6" rtl="0">
              <a:spcBef>
                <a:spcPts val="0"/>
              </a:spcBef>
              <a:spcAft>
                <a:spcPts val="0"/>
              </a:spcAft>
              <a:buSzPts val="3000"/>
              <a:buFont typeface="Darker Grotesque"/>
              <a:buNone/>
              <a:defRPr>
                <a:latin typeface="Darker Grotesque"/>
                <a:ea typeface="Darker Grotesque"/>
                <a:cs typeface="Darker Grotesque"/>
                <a:sym typeface="Darker Grotesque"/>
              </a:defRPr>
            </a:lvl7pPr>
            <a:lvl8pPr lvl="7" rtl="0">
              <a:spcBef>
                <a:spcPts val="0"/>
              </a:spcBef>
              <a:spcAft>
                <a:spcPts val="0"/>
              </a:spcAft>
              <a:buSzPts val="3000"/>
              <a:buFont typeface="Darker Grotesque"/>
              <a:buNone/>
              <a:defRPr>
                <a:latin typeface="Darker Grotesque"/>
                <a:ea typeface="Darker Grotesque"/>
                <a:cs typeface="Darker Grotesque"/>
                <a:sym typeface="Darker Grotesque"/>
              </a:defRPr>
            </a:lvl8pPr>
            <a:lvl9pPr lvl="8" rtl="0">
              <a:spcBef>
                <a:spcPts val="0"/>
              </a:spcBef>
              <a:spcAft>
                <a:spcPts val="0"/>
              </a:spcAft>
              <a:buSzPts val="3000"/>
              <a:buFont typeface="Darker Grotesque"/>
              <a:buNone/>
              <a:defRPr>
                <a:latin typeface="Darker Grotesque"/>
                <a:ea typeface="Darker Grotesque"/>
                <a:cs typeface="Darker Grotesque"/>
                <a:sym typeface="Darker Grotesque"/>
              </a:defRPr>
            </a:lvl9pPr>
          </a:lstStyle>
          <a:p/>
        </p:txBody>
      </p:sp>
      <p:sp>
        <p:nvSpPr>
          <p:cNvPr id="44" name="Google Shape;44;p5"/>
          <p:cNvSpPr txBox="1"/>
          <p:nvPr>
            <p:ph idx="1" type="subTitle"/>
          </p:nvPr>
        </p:nvSpPr>
        <p:spPr>
          <a:xfrm>
            <a:off x="4923249" y="2762675"/>
            <a:ext cx="2505600" cy="1450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5" name="Google Shape;45;p5"/>
          <p:cNvSpPr txBox="1"/>
          <p:nvPr>
            <p:ph idx="2" type="subTitle"/>
          </p:nvPr>
        </p:nvSpPr>
        <p:spPr>
          <a:xfrm>
            <a:off x="1715375" y="2762675"/>
            <a:ext cx="2505600" cy="1450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6" name="Google Shape;46;p5"/>
          <p:cNvSpPr txBox="1"/>
          <p:nvPr>
            <p:ph idx="3" type="subTitle"/>
          </p:nvPr>
        </p:nvSpPr>
        <p:spPr>
          <a:xfrm>
            <a:off x="1715375" y="2383429"/>
            <a:ext cx="2505600" cy="460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
        <p:nvSpPr>
          <p:cNvPr id="47" name="Google Shape;47;p5"/>
          <p:cNvSpPr txBox="1"/>
          <p:nvPr>
            <p:ph idx="4" type="subTitle"/>
          </p:nvPr>
        </p:nvSpPr>
        <p:spPr>
          <a:xfrm>
            <a:off x="4923250" y="2383429"/>
            <a:ext cx="2505600" cy="460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grpSp>
        <p:nvGrpSpPr>
          <p:cNvPr id="49" name="Google Shape;49;p6"/>
          <p:cNvGrpSpPr/>
          <p:nvPr/>
        </p:nvGrpSpPr>
        <p:grpSpPr>
          <a:xfrm>
            <a:off x="232500" y="183725"/>
            <a:ext cx="8679000" cy="4776000"/>
            <a:chOff x="232500" y="183725"/>
            <a:chExt cx="8679000" cy="4776000"/>
          </a:xfrm>
        </p:grpSpPr>
        <p:sp>
          <p:nvSpPr>
            <p:cNvPr id="50" name="Google Shape;50;p6"/>
            <p:cNvSpPr/>
            <p:nvPr/>
          </p:nvSpPr>
          <p:spPr>
            <a:xfrm>
              <a:off x="232500" y="183725"/>
              <a:ext cx="8679000" cy="4776000"/>
            </a:xfrm>
            <a:prstGeom prst="roundRect">
              <a:avLst>
                <a:gd fmla="val 3848" name="adj"/>
              </a:avLst>
            </a:prstGeom>
            <a:solidFill>
              <a:schemeClr val="dk2"/>
            </a:solidFill>
            <a:ln cap="flat" cmpd="sng" w="19050">
              <a:solidFill>
                <a:schemeClr val="accent4"/>
              </a:solidFill>
              <a:prstDash val="solid"/>
              <a:round/>
              <a:headEnd len="sm" w="sm" type="none"/>
              <a:tailEnd len="sm" w="sm" type="none"/>
            </a:ln>
            <a:effectLst>
              <a:outerShdw blurRad="185738" rotWithShape="0" algn="bl" dir="3000000" dist="47625">
                <a:schemeClr val="dk1">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1" name="Google Shape;51;p6"/>
            <p:cNvSpPr/>
            <p:nvPr/>
          </p:nvSpPr>
          <p:spPr>
            <a:xfrm>
              <a:off x="232500" y="183725"/>
              <a:ext cx="8679000" cy="2895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2" name="Google Shape;52;p6"/>
            <p:cNvSpPr/>
            <p:nvPr/>
          </p:nvSpPr>
          <p:spPr>
            <a:xfrm>
              <a:off x="7928375" y="274025"/>
              <a:ext cx="116400" cy="116400"/>
            </a:xfrm>
            <a:prstGeom prst="ellipse">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3" name="Google Shape;53;p6"/>
            <p:cNvSpPr/>
            <p:nvPr/>
          </p:nvSpPr>
          <p:spPr>
            <a:xfrm>
              <a:off x="8172199" y="274025"/>
              <a:ext cx="116400" cy="1164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 name="Google Shape;54;p6"/>
            <p:cNvSpPr/>
            <p:nvPr/>
          </p:nvSpPr>
          <p:spPr>
            <a:xfrm>
              <a:off x="8416024" y="274025"/>
              <a:ext cx="116400" cy="1164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55" name="Google Shape;55;p6"/>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grpSp>
        <p:nvGrpSpPr>
          <p:cNvPr id="57" name="Google Shape;57;p7"/>
          <p:cNvGrpSpPr/>
          <p:nvPr/>
        </p:nvGrpSpPr>
        <p:grpSpPr>
          <a:xfrm>
            <a:off x="232500" y="183725"/>
            <a:ext cx="8679000" cy="4776000"/>
            <a:chOff x="232500" y="183725"/>
            <a:chExt cx="8679000" cy="4776000"/>
          </a:xfrm>
        </p:grpSpPr>
        <p:sp>
          <p:nvSpPr>
            <p:cNvPr id="58" name="Google Shape;58;p7"/>
            <p:cNvSpPr/>
            <p:nvPr/>
          </p:nvSpPr>
          <p:spPr>
            <a:xfrm>
              <a:off x="232500" y="183725"/>
              <a:ext cx="8679000" cy="4776000"/>
            </a:xfrm>
            <a:prstGeom prst="roundRect">
              <a:avLst>
                <a:gd fmla="val 3848" name="adj"/>
              </a:avLst>
            </a:prstGeom>
            <a:solidFill>
              <a:schemeClr val="dk2"/>
            </a:solidFill>
            <a:ln cap="flat" cmpd="sng" w="19050">
              <a:solidFill>
                <a:schemeClr val="accent4"/>
              </a:solidFill>
              <a:prstDash val="solid"/>
              <a:round/>
              <a:headEnd len="sm" w="sm" type="none"/>
              <a:tailEnd len="sm" w="sm" type="none"/>
            </a:ln>
            <a:effectLst>
              <a:outerShdw blurRad="185738" rotWithShape="0" algn="bl" dir="3000000" dist="47625">
                <a:schemeClr val="dk1">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 name="Google Shape;59;p7"/>
            <p:cNvSpPr/>
            <p:nvPr/>
          </p:nvSpPr>
          <p:spPr>
            <a:xfrm>
              <a:off x="232500" y="183725"/>
              <a:ext cx="8679000" cy="2895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 name="Google Shape;60;p7"/>
            <p:cNvSpPr/>
            <p:nvPr/>
          </p:nvSpPr>
          <p:spPr>
            <a:xfrm>
              <a:off x="7928375" y="274025"/>
              <a:ext cx="116400" cy="116400"/>
            </a:xfrm>
            <a:prstGeom prst="ellipse">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1" name="Google Shape;61;p7"/>
            <p:cNvSpPr/>
            <p:nvPr/>
          </p:nvSpPr>
          <p:spPr>
            <a:xfrm>
              <a:off x="8172199" y="274025"/>
              <a:ext cx="116400" cy="1164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2" name="Google Shape;62;p7"/>
            <p:cNvSpPr/>
            <p:nvPr/>
          </p:nvSpPr>
          <p:spPr>
            <a:xfrm>
              <a:off x="8416024" y="274025"/>
              <a:ext cx="116400" cy="1164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63" name="Google Shape;63;p7"/>
          <p:cNvSpPr txBox="1"/>
          <p:nvPr>
            <p:ph type="title"/>
          </p:nvPr>
        </p:nvSpPr>
        <p:spPr>
          <a:xfrm>
            <a:off x="811975" y="1315000"/>
            <a:ext cx="42948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64" name="Google Shape;64;p7"/>
          <p:cNvSpPr txBox="1"/>
          <p:nvPr>
            <p:ph idx="1" type="subTitle"/>
          </p:nvPr>
        </p:nvSpPr>
        <p:spPr>
          <a:xfrm>
            <a:off x="811975" y="1887700"/>
            <a:ext cx="4294800" cy="209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Nunito Light"/>
              <a:buChar char="●"/>
              <a:defRPr/>
            </a:lvl1pPr>
            <a:lvl2pPr lvl="1" rtl="0" algn="ctr">
              <a:lnSpc>
                <a:spcPct val="100000"/>
              </a:lnSpc>
              <a:spcBef>
                <a:spcPts val="0"/>
              </a:spcBef>
              <a:spcAft>
                <a:spcPts val="0"/>
              </a:spcAft>
              <a:buClr>
                <a:srgbClr val="E76A28"/>
              </a:buClr>
              <a:buSzPts val="1200"/>
              <a:buFont typeface="Nunito Light"/>
              <a:buChar char="○"/>
              <a:defRPr/>
            </a:lvl2pPr>
            <a:lvl3pPr lvl="2" rtl="0" algn="ctr">
              <a:lnSpc>
                <a:spcPct val="100000"/>
              </a:lnSpc>
              <a:spcBef>
                <a:spcPts val="0"/>
              </a:spcBef>
              <a:spcAft>
                <a:spcPts val="0"/>
              </a:spcAft>
              <a:buClr>
                <a:srgbClr val="E76A28"/>
              </a:buClr>
              <a:buSzPts val="1200"/>
              <a:buFont typeface="Nunito Light"/>
              <a:buChar char="■"/>
              <a:defRPr/>
            </a:lvl3pPr>
            <a:lvl4pPr lvl="3" rtl="0" algn="ctr">
              <a:lnSpc>
                <a:spcPct val="100000"/>
              </a:lnSpc>
              <a:spcBef>
                <a:spcPts val="0"/>
              </a:spcBef>
              <a:spcAft>
                <a:spcPts val="0"/>
              </a:spcAft>
              <a:buClr>
                <a:srgbClr val="E76A28"/>
              </a:buClr>
              <a:buSzPts val="1200"/>
              <a:buFont typeface="Nunito Light"/>
              <a:buChar char="●"/>
              <a:defRPr/>
            </a:lvl4pPr>
            <a:lvl5pPr lvl="4" rtl="0" algn="ctr">
              <a:lnSpc>
                <a:spcPct val="100000"/>
              </a:lnSpc>
              <a:spcBef>
                <a:spcPts val="0"/>
              </a:spcBef>
              <a:spcAft>
                <a:spcPts val="0"/>
              </a:spcAft>
              <a:buClr>
                <a:srgbClr val="E76A28"/>
              </a:buClr>
              <a:buSzPts val="1200"/>
              <a:buFont typeface="Nunito Light"/>
              <a:buChar char="○"/>
              <a:defRPr/>
            </a:lvl5pPr>
            <a:lvl6pPr lvl="5" rtl="0" algn="ctr">
              <a:lnSpc>
                <a:spcPct val="100000"/>
              </a:lnSpc>
              <a:spcBef>
                <a:spcPts val="0"/>
              </a:spcBef>
              <a:spcAft>
                <a:spcPts val="0"/>
              </a:spcAft>
              <a:buClr>
                <a:srgbClr val="999999"/>
              </a:buClr>
              <a:buSzPts val="1200"/>
              <a:buFont typeface="Nunito Light"/>
              <a:buChar char="■"/>
              <a:defRPr/>
            </a:lvl6pPr>
            <a:lvl7pPr lvl="6" rtl="0" algn="ctr">
              <a:lnSpc>
                <a:spcPct val="100000"/>
              </a:lnSpc>
              <a:spcBef>
                <a:spcPts val="0"/>
              </a:spcBef>
              <a:spcAft>
                <a:spcPts val="0"/>
              </a:spcAft>
              <a:buClr>
                <a:srgbClr val="999999"/>
              </a:buClr>
              <a:buSzPts val="1200"/>
              <a:buFont typeface="Nunito Light"/>
              <a:buChar char="●"/>
              <a:defRPr/>
            </a:lvl7pPr>
            <a:lvl8pPr lvl="7" rtl="0" algn="ctr">
              <a:lnSpc>
                <a:spcPct val="100000"/>
              </a:lnSpc>
              <a:spcBef>
                <a:spcPts val="0"/>
              </a:spcBef>
              <a:spcAft>
                <a:spcPts val="0"/>
              </a:spcAft>
              <a:buClr>
                <a:srgbClr val="999999"/>
              </a:buClr>
              <a:buSzPts val="1200"/>
              <a:buFont typeface="Nunito Light"/>
              <a:buChar char="○"/>
              <a:defRPr/>
            </a:lvl8pPr>
            <a:lvl9pPr lvl="8" rtl="0" algn="ctr">
              <a:lnSpc>
                <a:spcPct val="100000"/>
              </a:lnSpc>
              <a:spcBef>
                <a:spcPts val="0"/>
              </a:spcBef>
              <a:spcAft>
                <a:spcPts val="0"/>
              </a:spcAft>
              <a:buClr>
                <a:srgbClr val="999999"/>
              </a:buClr>
              <a:buSzPts val="1200"/>
              <a:buFont typeface="Nunito Light"/>
              <a:buChar char="■"/>
              <a:defRPr/>
            </a:lvl9pPr>
          </a:lstStyle>
          <a:p/>
        </p:txBody>
      </p:sp>
      <p:sp>
        <p:nvSpPr>
          <p:cNvPr id="65" name="Google Shape;65;p7"/>
          <p:cNvSpPr/>
          <p:nvPr>
            <p:ph idx="2" type="pic"/>
          </p:nvPr>
        </p:nvSpPr>
        <p:spPr>
          <a:xfrm>
            <a:off x="5643775" y="922900"/>
            <a:ext cx="2787000" cy="3453300"/>
          </a:xfrm>
          <a:prstGeom prst="roundRect">
            <a:avLst>
              <a:gd fmla="val 16667" name="adj"/>
            </a:avLst>
          </a:prstGeom>
          <a:noFill/>
          <a:ln cap="flat" cmpd="sng" w="19050">
            <a:solidFill>
              <a:schemeClr val="accent4"/>
            </a:solidFill>
            <a:prstDash val="solid"/>
            <a:round/>
            <a:headEnd len="sm" w="sm" type="none"/>
            <a:tailEnd len="sm" w="sm" type="none"/>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6" name="Shape 66"/>
        <p:cNvGrpSpPr/>
        <p:nvPr/>
      </p:nvGrpSpPr>
      <p:grpSpPr>
        <a:xfrm>
          <a:off x="0" y="0"/>
          <a:ext cx="0" cy="0"/>
          <a:chOff x="0" y="0"/>
          <a:chExt cx="0" cy="0"/>
        </a:xfrm>
      </p:grpSpPr>
      <p:grpSp>
        <p:nvGrpSpPr>
          <p:cNvPr id="67" name="Google Shape;67;p8"/>
          <p:cNvGrpSpPr/>
          <p:nvPr/>
        </p:nvGrpSpPr>
        <p:grpSpPr>
          <a:xfrm>
            <a:off x="232500" y="183725"/>
            <a:ext cx="8679000" cy="4776000"/>
            <a:chOff x="232500" y="183725"/>
            <a:chExt cx="8679000" cy="4776000"/>
          </a:xfrm>
        </p:grpSpPr>
        <p:sp>
          <p:nvSpPr>
            <p:cNvPr id="68" name="Google Shape;68;p8"/>
            <p:cNvSpPr/>
            <p:nvPr/>
          </p:nvSpPr>
          <p:spPr>
            <a:xfrm>
              <a:off x="232500" y="183725"/>
              <a:ext cx="8679000" cy="4776000"/>
            </a:xfrm>
            <a:prstGeom prst="roundRect">
              <a:avLst>
                <a:gd fmla="val 3848" name="adj"/>
              </a:avLst>
            </a:prstGeom>
            <a:solidFill>
              <a:schemeClr val="dk2"/>
            </a:solidFill>
            <a:ln cap="flat" cmpd="sng" w="19050">
              <a:solidFill>
                <a:schemeClr val="accent4"/>
              </a:solidFill>
              <a:prstDash val="solid"/>
              <a:round/>
              <a:headEnd len="sm" w="sm" type="none"/>
              <a:tailEnd len="sm" w="sm" type="none"/>
            </a:ln>
            <a:effectLst>
              <a:outerShdw blurRad="185738" rotWithShape="0" algn="bl" dir="3000000" dist="47625">
                <a:schemeClr val="dk1">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9" name="Google Shape;69;p8"/>
            <p:cNvSpPr/>
            <p:nvPr/>
          </p:nvSpPr>
          <p:spPr>
            <a:xfrm>
              <a:off x="232500" y="183725"/>
              <a:ext cx="8679000" cy="2895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0" name="Google Shape;70;p8"/>
            <p:cNvSpPr/>
            <p:nvPr/>
          </p:nvSpPr>
          <p:spPr>
            <a:xfrm>
              <a:off x="7928375" y="274025"/>
              <a:ext cx="116400" cy="116400"/>
            </a:xfrm>
            <a:prstGeom prst="ellipse">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1" name="Google Shape;71;p8"/>
            <p:cNvSpPr/>
            <p:nvPr/>
          </p:nvSpPr>
          <p:spPr>
            <a:xfrm>
              <a:off x="8172199" y="274025"/>
              <a:ext cx="116400" cy="1164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2" name="Google Shape;72;p8"/>
            <p:cNvSpPr/>
            <p:nvPr/>
          </p:nvSpPr>
          <p:spPr>
            <a:xfrm>
              <a:off x="8416024" y="274025"/>
              <a:ext cx="116400" cy="1164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73" name="Google Shape;73;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4" name="Shape 74"/>
        <p:cNvGrpSpPr/>
        <p:nvPr/>
      </p:nvGrpSpPr>
      <p:grpSpPr>
        <a:xfrm>
          <a:off x="0" y="0"/>
          <a:ext cx="0" cy="0"/>
          <a:chOff x="0" y="0"/>
          <a:chExt cx="0" cy="0"/>
        </a:xfrm>
      </p:grpSpPr>
      <p:grpSp>
        <p:nvGrpSpPr>
          <p:cNvPr id="75" name="Google Shape;75;p9"/>
          <p:cNvGrpSpPr/>
          <p:nvPr/>
        </p:nvGrpSpPr>
        <p:grpSpPr>
          <a:xfrm>
            <a:off x="232500" y="183725"/>
            <a:ext cx="8679000" cy="4776000"/>
            <a:chOff x="232500" y="183725"/>
            <a:chExt cx="8679000" cy="4776000"/>
          </a:xfrm>
        </p:grpSpPr>
        <p:sp>
          <p:nvSpPr>
            <p:cNvPr id="76" name="Google Shape;76;p9"/>
            <p:cNvSpPr/>
            <p:nvPr/>
          </p:nvSpPr>
          <p:spPr>
            <a:xfrm>
              <a:off x="232500" y="183725"/>
              <a:ext cx="8679000" cy="4776000"/>
            </a:xfrm>
            <a:prstGeom prst="roundRect">
              <a:avLst>
                <a:gd fmla="val 3848" name="adj"/>
              </a:avLst>
            </a:prstGeom>
            <a:solidFill>
              <a:schemeClr val="dk2"/>
            </a:solidFill>
            <a:ln cap="flat" cmpd="sng" w="19050">
              <a:solidFill>
                <a:schemeClr val="accent4"/>
              </a:solidFill>
              <a:prstDash val="solid"/>
              <a:round/>
              <a:headEnd len="sm" w="sm" type="none"/>
              <a:tailEnd len="sm" w="sm" type="none"/>
            </a:ln>
            <a:effectLst>
              <a:outerShdw blurRad="185738" rotWithShape="0" algn="bl" dir="3000000" dist="47625">
                <a:schemeClr val="dk1">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7" name="Google Shape;77;p9"/>
            <p:cNvSpPr/>
            <p:nvPr/>
          </p:nvSpPr>
          <p:spPr>
            <a:xfrm>
              <a:off x="232500" y="183725"/>
              <a:ext cx="8679000" cy="2895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8" name="Google Shape;78;p9"/>
            <p:cNvSpPr/>
            <p:nvPr/>
          </p:nvSpPr>
          <p:spPr>
            <a:xfrm>
              <a:off x="7928375" y="274025"/>
              <a:ext cx="116400" cy="116400"/>
            </a:xfrm>
            <a:prstGeom prst="ellipse">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79" name="Google Shape;79;p9"/>
            <p:cNvSpPr/>
            <p:nvPr/>
          </p:nvSpPr>
          <p:spPr>
            <a:xfrm>
              <a:off x="8172199" y="274025"/>
              <a:ext cx="116400" cy="1164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0" name="Google Shape;80;p9"/>
            <p:cNvSpPr/>
            <p:nvPr/>
          </p:nvSpPr>
          <p:spPr>
            <a:xfrm>
              <a:off x="8416024" y="274025"/>
              <a:ext cx="116400" cy="1164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81" name="Google Shape;81;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500"/>
              <a:buNone/>
              <a:defRPr sz="45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82" name="Google Shape;82;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3" name="Shape 83"/>
        <p:cNvGrpSpPr/>
        <p:nvPr/>
      </p:nvGrpSpPr>
      <p:grpSpPr>
        <a:xfrm>
          <a:off x="0" y="0"/>
          <a:ext cx="0" cy="0"/>
          <a:chOff x="0" y="0"/>
          <a:chExt cx="0" cy="0"/>
        </a:xfrm>
      </p:grpSpPr>
      <p:sp>
        <p:nvSpPr>
          <p:cNvPr id="84" name="Google Shape;84;p10"/>
          <p:cNvSpPr/>
          <p:nvPr>
            <p:ph idx="2" type="pic"/>
          </p:nvPr>
        </p:nvSpPr>
        <p:spPr>
          <a:xfrm>
            <a:off x="-22325" y="-21050"/>
            <a:ext cx="9201900" cy="5164500"/>
          </a:xfrm>
          <a:prstGeom prst="rect">
            <a:avLst/>
          </a:prstGeom>
          <a:noFill/>
          <a:ln>
            <a:noFill/>
          </a:ln>
        </p:spPr>
      </p:sp>
      <p:sp>
        <p:nvSpPr>
          <p:cNvPr id="85" name="Google Shape;85;p10"/>
          <p:cNvSpPr txBox="1"/>
          <p:nvPr>
            <p:ph type="title"/>
          </p:nvPr>
        </p:nvSpPr>
        <p:spPr>
          <a:xfrm>
            <a:off x="720000" y="4014450"/>
            <a:ext cx="7704000" cy="572700"/>
          </a:xfrm>
          <a:prstGeom prst="rect">
            <a:avLst/>
          </a:prstGeom>
          <a:solidFill>
            <a:schemeClr val="dk2"/>
          </a:solidFill>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6" name="Shape 86"/>
        <p:cNvGrpSpPr/>
        <p:nvPr/>
      </p:nvGrpSpPr>
      <p:grpSpPr>
        <a:xfrm>
          <a:off x="0" y="0"/>
          <a:ext cx="0" cy="0"/>
          <a:chOff x="0" y="0"/>
          <a:chExt cx="0" cy="0"/>
        </a:xfrm>
      </p:grpSpPr>
      <p:grpSp>
        <p:nvGrpSpPr>
          <p:cNvPr id="87" name="Google Shape;87;p11"/>
          <p:cNvGrpSpPr/>
          <p:nvPr/>
        </p:nvGrpSpPr>
        <p:grpSpPr>
          <a:xfrm>
            <a:off x="232500" y="183725"/>
            <a:ext cx="8679000" cy="4776000"/>
            <a:chOff x="232500" y="183725"/>
            <a:chExt cx="8679000" cy="4776000"/>
          </a:xfrm>
        </p:grpSpPr>
        <p:sp>
          <p:nvSpPr>
            <p:cNvPr id="88" name="Google Shape;88;p11"/>
            <p:cNvSpPr/>
            <p:nvPr/>
          </p:nvSpPr>
          <p:spPr>
            <a:xfrm>
              <a:off x="232500" y="183725"/>
              <a:ext cx="8679000" cy="4776000"/>
            </a:xfrm>
            <a:prstGeom prst="roundRect">
              <a:avLst>
                <a:gd fmla="val 3848" name="adj"/>
              </a:avLst>
            </a:prstGeom>
            <a:solidFill>
              <a:schemeClr val="dk2"/>
            </a:solidFill>
            <a:ln cap="flat" cmpd="sng" w="19050">
              <a:solidFill>
                <a:schemeClr val="accent4"/>
              </a:solidFill>
              <a:prstDash val="solid"/>
              <a:round/>
              <a:headEnd len="sm" w="sm" type="none"/>
              <a:tailEnd len="sm" w="sm" type="none"/>
            </a:ln>
            <a:effectLst>
              <a:outerShdw blurRad="185738" rotWithShape="0" algn="bl" dir="3000000" dist="47625">
                <a:schemeClr val="dk1">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89" name="Google Shape;89;p11"/>
            <p:cNvSpPr/>
            <p:nvPr/>
          </p:nvSpPr>
          <p:spPr>
            <a:xfrm>
              <a:off x="232500" y="183725"/>
              <a:ext cx="8679000" cy="2895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0" name="Google Shape;90;p11"/>
            <p:cNvSpPr/>
            <p:nvPr/>
          </p:nvSpPr>
          <p:spPr>
            <a:xfrm>
              <a:off x="7928375" y="274025"/>
              <a:ext cx="116400" cy="116400"/>
            </a:xfrm>
            <a:prstGeom prst="ellipse">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1" name="Google Shape;91;p11"/>
            <p:cNvSpPr/>
            <p:nvPr/>
          </p:nvSpPr>
          <p:spPr>
            <a:xfrm>
              <a:off x="8172199" y="274025"/>
              <a:ext cx="116400" cy="1164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2" name="Google Shape;92;p11"/>
            <p:cNvSpPr/>
            <p:nvPr/>
          </p:nvSpPr>
          <p:spPr>
            <a:xfrm>
              <a:off x="8416024" y="274025"/>
              <a:ext cx="116400" cy="1164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93" name="Google Shape;93;p11"/>
          <p:cNvSpPr txBox="1"/>
          <p:nvPr>
            <p:ph hasCustomPrompt="1" type="title"/>
          </p:nvPr>
        </p:nvSpPr>
        <p:spPr>
          <a:xfrm>
            <a:off x="1284000" y="1518138"/>
            <a:ext cx="6576000" cy="1396200"/>
          </a:xfrm>
          <a:prstGeom prst="rect">
            <a:avLst/>
          </a:prstGeom>
          <a:ln cap="flat" cmpd="sng" w="19050">
            <a:solidFill>
              <a:schemeClr val="accent4"/>
            </a:solidFill>
            <a:prstDash val="solid"/>
            <a:round/>
            <a:headEnd len="sm" w="sm" type="none"/>
            <a:tailEnd len="sm" w="sm" type="none"/>
          </a:ln>
        </p:spPr>
        <p:txBody>
          <a:bodyPr anchorCtr="0" anchor="b" bIns="91425" lIns="91425" spcFirstLastPara="1" rIns="91425" wrap="square" tIns="91425">
            <a:noAutofit/>
          </a:bodyPr>
          <a:lstStyle>
            <a:lvl1pPr lvl="0" algn="ctr">
              <a:spcBef>
                <a:spcPts val="0"/>
              </a:spcBef>
              <a:spcAft>
                <a:spcPts val="0"/>
              </a:spcAft>
              <a:buSzPts val="9600"/>
              <a:buNone/>
              <a:defRPr sz="85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4" name="Google Shape;94;p11"/>
          <p:cNvSpPr txBox="1"/>
          <p:nvPr>
            <p:ph idx="1" type="subTitle"/>
          </p:nvPr>
        </p:nvSpPr>
        <p:spPr>
          <a:xfrm>
            <a:off x="1284000" y="3128213"/>
            <a:ext cx="65760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95" name="Shape 9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96" name="Shape 96"/>
        <p:cNvGrpSpPr/>
        <p:nvPr/>
      </p:nvGrpSpPr>
      <p:grpSpPr>
        <a:xfrm>
          <a:off x="0" y="0"/>
          <a:ext cx="0" cy="0"/>
          <a:chOff x="0" y="0"/>
          <a:chExt cx="0" cy="0"/>
        </a:xfrm>
      </p:grpSpPr>
      <p:grpSp>
        <p:nvGrpSpPr>
          <p:cNvPr id="97" name="Google Shape;97;p13"/>
          <p:cNvGrpSpPr/>
          <p:nvPr/>
        </p:nvGrpSpPr>
        <p:grpSpPr>
          <a:xfrm>
            <a:off x="232500" y="183725"/>
            <a:ext cx="8679000" cy="4776000"/>
            <a:chOff x="232500" y="183725"/>
            <a:chExt cx="8679000" cy="4776000"/>
          </a:xfrm>
        </p:grpSpPr>
        <p:sp>
          <p:nvSpPr>
            <p:cNvPr id="98" name="Google Shape;98;p13"/>
            <p:cNvSpPr/>
            <p:nvPr/>
          </p:nvSpPr>
          <p:spPr>
            <a:xfrm>
              <a:off x="232500" y="183725"/>
              <a:ext cx="8679000" cy="4776000"/>
            </a:xfrm>
            <a:prstGeom prst="roundRect">
              <a:avLst>
                <a:gd fmla="val 3848" name="adj"/>
              </a:avLst>
            </a:prstGeom>
            <a:solidFill>
              <a:schemeClr val="dk2"/>
            </a:solidFill>
            <a:ln cap="flat" cmpd="sng" w="19050">
              <a:solidFill>
                <a:schemeClr val="accent4"/>
              </a:solidFill>
              <a:prstDash val="solid"/>
              <a:round/>
              <a:headEnd len="sm" w="sm" type="none"/>
              <a:tailEnd len="sm" w="sm" type="none"/>
            </a:ln>
            <a:effectLst>
              <a:outerShdw blurRad="185738" rotWithShape="0" algn="bl" dir="3000000" dist="47625">
                <a:schemeClr val="dk1">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99" name="Google Shape;99;p13"/>
            <p:cNvSpPr/>
            <p:nvPr/>
          </p:nvSpPr>
          <p:spPr>
            <a:xfrm>
              <a:off x="232500" y="183725"/>
              <a:ext cx="8679000" cy="2895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0" name="Google Shape;100;p13"/>
            <p:cNvSpPr/>
            <p:nvPr/>
          </p:nvSpPr>
          <p:spPr>
            <a:xfrm>
              <a:off x="7928375" y="274025"/>
              <a:ext cx="116400" cy="116400"/>
            </a:xfrm>
            <a:prstGeom prst="ellipse">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1" name="Google Shape;101;p13"/>
            <p:cNvSpPr/>
            <p:nvPr/>
          </p:nvSpPr>
          <p:spPr>
            <a:xfrm>
              <a:off x="8172199" y="274025"/>
              <a:ext cx="116400" cy="1164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02" name="Google Shape;102;p13"/>
            <p:cNvSpPr/>
            <p:nvPr/>
          </p:nvSpPr>
          <p:spPr>
            <a:xfrm>
              <a:off x="8416024" y="274025"/>
              <a:ext cx="116400" cy="1164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03" name="Google Shape;103;p13"/>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4" name="Google Shape;104;p13"/>
          <p:cNvSpPr txBox="1"/>
          <p:nvPr>
            <p:ph hasCustomPrompt="1" idx="2" type="title"/>
          </p:nvPr>
        </p:nvSpPr>
        <p:spPr>
          <a:xfrm>
            <a:off x="1505400" y="1504162"/>
            <a:ext cx="734700" cy="572700"/>
          </a:xfrm>
          <a:prstGeom prst="rect">
            <a:avLst/>
          </a:prstGeom>
          <a:noFill/>
          <a:ln cap="flat" cmpd="sng" w="19050">
            <a:solidFill>
              <a:schemeClr val="accent4"/>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 name="Google Shape;105;p13"/>
          <p:cNvSpPr txBox="1"/>
          <p:nvPr>
            <p:ph hasCustomPrompt="1" idx="3" type="title"/>
          </p:nvPr>
        </p:nvSpPr>
        <p:spPr>
          <a:xfrm>
            <a:off x="1505400" y="3090116"/>
            <a:ext cx="734700" cy="572700"/>
          </a:xfrm>
          <a:prstGeom prst="rect">
            <a:avLst/>
          </a:prstGeom>
          <a:noFill/>
          <a:ln cap="flat" cmpd="sng" w="19050">
            <a:solidFill>
              <a:schemeClr val="accent4"/>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p:nvPr>
            <p:ph hasCustomPrompt="1" idx="4" type="title"/>
          </p:nvPr>
        </p:nvSpPr>
        <p:spPr>
          <a:xfrm>
            <a:off x="4204675" y="1504162"/>
            <a:ext cx="734700" cy="572700"/>
          </a:xfrm>
          <a:prstGeom prst="rect">
            <a:avLst/>
          </a:prstGeom>
          <a:noFill/>
          <a:ln cap="flat" cmpd="sng" w="19050">
            <a:solidFill>
              <a:schemeClr val="accent4"/>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p:nvPr>
            <p:ph hasCustomPrompt="1" idx="5" type="title"/>
          </p:nvPr>
        </p:nvSpPr>
        <p:spPr>
          <a:xfrm>
            <a:off x="4204675" y="3090116"/>
            <a:ext cx="734700" cy="572700"/>
          </a:xfrm>
          <a:prstGeom prst="rect">
            <a:avLst/>
          </a:prstGeom>
          <a:noFill/>
          <a:ln cap="flat" cmpd="sng" w="19050">
            <a:solidFill>
              <a:schemeClr val="accent4"/>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p:nvPr>
            <p:ph hasCustomPrompt="1" idx="6" type="title"/>
          </p:nvPr>
        </p:nvSpPr>
        <p:spPr>
          <a:xfrm>
            <a:off x="6903950" y="1504162"/>
            <a:ext cx="734700" cy="572700"/>
          </a:xfrm>
          <a:prstGeom prst="rect">
            <a:avLst/>
          </a:prstGeom>
          <a:noFill/>
          <a:ln cap="flat" cmpd="sng" w="19050">
            <a:solidFill>
              <a:schemeClr val="accent4"/>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9" name="Google Shape;109;p13"/>
          <p:cNvSpPr txBox="1"/>
          <p:nvPr>
            <p:ph hasCustomPrompt="1" idx="7" type="title"/>
          </p:nvPr>
        </p:nvSpPr>
        <p:spPr>
          <a:xfrm>
            <a:off x="6903950" y="3090116"/>
            <a:ext cx="734700" cy="572700"/>
          </a:xfrm>
          <a:prstGeom prst="rect">
            <a:avLst/>
          </a:prstGeom>
          <a:noFill/>
          <a:ln cap="flat" cmpd="sng" w="19050">
            <a:solidFill>
              <a:schemeClr val="accent4"/>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p:nvPr>
            <p:ph idx="1" type="subTitle"/>
          </p:nvPr>
        </p:nvSpPr>
        <p:spPr>
          <a:xfrm>
            <a:off x="720000" y="2213388"/>
            <a:ext cx="2305500" cy="50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
        <p:nvSpPr>
          <p:cNvPr id="111" name="Google Shape;111;p13"/>
          <p:cNvSpPr txBox="1"/>
          <p:nvPr>
            <p:ph idx="8" type="subTitle"/>
          </p:nvPr>
        </p:nvSpPr>
        <p:spPr>
          <a:xfrm>
            <a:off x="3419275" y="2213388"/>
            <a:ext cx="2305500" cy="50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
        <p:nvSpPr>
          <p:cNvPr id="112" name="Google Shape;112;p13"/>
          <p:cNvSpPr txBox="1"/>
          <p:nvPr>
            <p:ph idx="9" type="subTitle"/>
          </p:nvPr>
        </p:nvSpPr>
        <p:spPr>
          <a:xfrm>
            <a:off x="6118550" y="2213388"/>
            <a:ext cx="2305500" cy="50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
        <p:nvSpPr>
          <p:cNvPr id="113" name="Google Shape;113;p13"/>
          <p:cNvSpPr txBox="1"/>
          <p:nvPr>
            <p:ph idx="13" type="subTitle"/>
          </p:nvPr>
        </p:nvSpPr>
        <p:spPr>
          <a:xfrm>
            <a:off x="720000" y="3799263"/>
            <a:ext cx="2305500" cy="50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
        <p:nvSpPr>
          <p:cNvPr id="114" name="Google Shape;114;p13"/>
          <p:cNvSpPr txBox="1"/>
          <p:nvPr>
            <p:ph idx="14" type="subTitle"/>
          </p:nvPr>
        </p:nvSpPr>
        <p:spPr>
          <a:xfrm>
            <a:off x="3419275" y="3799263"/>
            <a:ext cx="2305500" cy="50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
        <p:nvSpPr>
          <p:cNvPr id="115" name="Google Shape;115;p13"/>
          <p:cNvSpPr txBox="1"/>
          <p:nvPr>
            <p:ph idx="15" type="subTitle"/>
          </p:nvPr>
        </p:nvSpPr>
        <p:spPr>
          <a:xfrm>
            <a:off x="6118550" y="3799263"/>
            <a:ext cx="2305500" cy="509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16" name="Shape 116"/>
        <p:cNvGrpSpPr/>
        <p:nvPr/>
      </p:nvGrpSpPr>
      <p:grpSpPr>
        <a:xfrm>
          <a:off x="0" y="0"/>
          <a:ext cx="0" cy="0"/>
          <a:chOff x="0" y="0"/>
          <a:chExt cx="0" cy="0"/>
        </a:xfrm>
      </p:grpSpPr>
      <p:grpSp>
        <p:nvGrpSpPr>
          <p:cNvPr id="117" name="Google Shape;117;p14"/>
          <p:cNvGrpSpPr/>
          <p:nvPr/>
        </p:nvGrpSpPr>
        <p:grpSpPr>
          <a:xfrm>
            <a:off x="232500" y="183725"/>
            <a:ext cx="8679000" cy="4776000"/>
            <a:chOff x="232500" y="183725"/>
            <a:chExt cx="8679000" cy="4776000"/>
          </a:xfrm>
        </p:grpSpPr>
        <p:sp>
          <p:nvSpPr>
            <p:cNvPr id="118" name="Google Shape;118;p14"/>
            <p:cNvSpPr/>
            <p:nvPr/>
          </p:nvSpPr>
          <p:spPr>
            <a:xfrm>
              <a:off x="232500" y="183725"/>
              <a:ext cx="8679000" cy="4776000"/>
            </a:xfrm>
            <a:prstGeom prst="roundRect">
              <a:avLst>
                <a:gd fmla="val 3848" name="adj"/>
              </a:avLst>
            </a:prstGeom>
            <a:solidFill>
              <a:schemeClr val="dk2"/>
            </a:solidFill>
            <a:ln cap="flat" cmpd="sng" w="19050">
              <a:solidFill>
                <a:schemeClr val="accent4"/>
              </a:solidFill>
              <a:prstDash val="solid"/>
              <a:round/>
              <a:headEnd len="sm" w="sm" type="none"/>
              <a:tailEnd len="sm" w="sm" type="none"/>
            </a:ln>
            <a:effectLst>
              <a:outerShdw blurRad="185738" rotWithShape="0" algn="bl" dir="3000000" dist="47625">
                <a:schemeClr val="dk1">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19" name="Google Shape;119;p14"/>
            <p:cNvSpPr/>
            <p:nvPr/>
          </p:nvSpPr>
          <p:spPr>
            <a:xfrm>
              <a:off x="232500" y="183725"/>
              <a:ext cx="8679000" cy="2895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0" name="Google Shape;120;p14"/>
            <p:cNvSpPr/>
            <p:nvPr/>
          </p:nvSpPr>
          <p:spPr>
            <a:xfrm>
              <a:off x="7928375" y="274025"/>
              <a:ext cx="116400" cy="116400"/>
            </a:xfrm>
            <a:prstGeom prst="ellipse">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1" name="Google Shape;121;p14"/>
            <p:cNvSpPr/>
            <p:nvPr/>
          </p:nvSpPr>
          <p:spPr>
            <a:xfrm>
              <a:off x="8172199" y="274025"/>
              <a:ext cx="116400" cy="1164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22" name="Google Shape;122;p14"/>
            <p:cNvSpPr/>
            <p:nvPr/>
          </p:nvSpPr>
          <p:spPr>
            <a:xfrm>
              <a:off x="8416024" y="274025"/>
              <a:ext cx="116400" cy="1164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23" name="Google Shape;123;p14"/>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4" name="Google Shape;124;p14"/>
          <p:cNvSpPr txBox="1"/>
          <p:nvPr>
            <p:ph idx="1" type="subTitle"/>
          </p:nvPr>
        </p:nvSpPr>
        <p:spPr>
          <a:xfrm>
            <a:off x="2363650" y="1515162"/>
            <a:ext cx="4854000" cy="731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5" name="Google Shape;125;p14"/>
          <p:cNvSpPr txBox="1"/>
          <p:nvPr>
            <p:ph idx="2" type="subTitle"/>
          </p:nvPr>
        </p:nvSpPr>
        <p:spPr>
          <a:xfrm>
            <a:off x="2363644" y="2628674"/>
            <a:ext cx="4854000" cy="731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6" name="Google Shape;126;p14"/>
          <p:cNvSpPr txBox="1"/>
          <p:nvPr>
            <p:ph idx="3" type="subTitle"/>
          </p:nvPr>
        </p:nvSpPr>
        <p:spPr>
          <a:xfrm>
            <a:off x="2363652" y="3742174"/>
            <a:ext cx="4854000" cy="731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7" name="Google Shape;127;p14"/>
          <p:cNvSpPr txBox="1"/>
          <p:nvPr>
            <p:ph idx="4" type="subTitle"/>
          </p:nvPr>
        </p:nvSpPr>
        <p:spPr>
          <a:xfrm>
            <a:off x="2363650" y="1133338"/>
            <a:ext cx="4854000" cy="460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
        <p:nvSpPr>
          <p:cNvPr id="128" name="Google Shape;128;p14"/>
          <p:cNvSpPr txBox="1"/>
          <p:nvPr>
            <p:ph idx="5" type="subTitle"/>
          </p:nvPr>
        </p:nvSpPr>
        <p:spPr>
          <a:xfrm>
            <a:off x="2363655" y="2246850"/>
            <a:ext cx="4854000" cy="460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
        <p:nvSpPr>
          <p:cNvPr id="129" name="Google Shape;129;p14"/>
          <p:cNvSpPr txBox="1"/>
          <p:nvPr>
            <p:ph idx="6" type="subTitle"/>
          </p:nvPr>
        </p:nvSpPr>
        <p:spPr>
          <a:xfrm>
            <a:off x="2363659" y="3360350"/>
            <a:ext cx="4854000" cy="460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30" name="Shape 130"/>
        <p:cNvGrpSpPr/>
        <p:nvPr/>
      </p:nvGrpSpPr>
      <p:grpSpPr>
        <a:xfrm>
          <a:off x="0" y="0"/>
          <a:ext cx="0" cy="0"/>
          <a:chOff x="0" y="0"/>
          <a:chExt cx="0" cy="0"/>
        </a:xfrm>
      </p:grpSpPr>
      <p:grpSp>
        <p:nvGrpSpPr>
          <p:cNvPr id="131" name="Google Shape;131;p15"/>
          <p:cNvGrpSpPr/>
          <p:nvPr/>
        </p:nvGrpSpPr>
        <p:grpSpPr>
          <a:xfrm>
            <a:off x="232500" y="183725"/>
            <a:ext cx="8679000" cy="4776000"/>
            <a:chOff x="232500" y="183725"/>
            <a:chExt cx="8679000" cy="4776000"/>
          </a:xfrm>
        </p:grpSpPr>
        <p:sp>
          <p:nvSpPr>
            <p:cNvPr id="132" name="Google Shape;132;p15"/>
            <p:cNvSpPr/>
            <p:nvPr/>
          </p:nvSpPr>
          <p:spPr>
            <a:xfrm>
              <a:off x="232500" y="183725"/>
              <a:ext cx="8679000" cy="4776000"/>
            </a:xfrm>
            <a:prstGeom prst="roundRect">
              <a:avLst>
                <a:gd fmla="val 3848" name="adj"/>
              </a:avLst>
            </a:prstGeom>
            <a:solidFill>
              <a:schemeClr val="dk2"/>
            </a:solidFill>
            <a:ln cap="flat" cmpd="sng" w="19050">
              <a:solidFill>
                <a:schemeClr val="accent4"/>
              </a:solidFill>
              <a:prstDash val="solid"/>
              <a:round/>
              <a:headEnd len="sm" w="sm" type="none"/>
              <a:tailEnd len="sm" w="sm" type="none"/>
            </a:ln>
            <a:effectLst>
              <a:outerShdw blurRad="185738" rotWithShape="0" algn="bl" dir="3000000" dist="47625">
                <a:schemeClr val="dk1">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3" name="Google Shape;133;p15"/>
            <p:cNvSpPr/>
            <p:nvPr/>
          </p:nvSpPr>
          <p:spPr>
            <a:xfrm>
              <a:off x="232500" y="183725"/>
              <a:ext cx="8679000" cy="2895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4" name="Google Shape;134;p15"/>
            <p:cNvSpPr/>
            <p:nvPr/>
          </p:nvSpPr>
          <p:spPr>
            <a:xfrm>
              <a:off x="7928375" y="274025"/>
              <a:ext cx="116400" cy="116400"/>
            </a:xfrm>
            <a:prstGeom prst="ellipse">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5" name="Google Shape;135;p15"/>
            <p:cNvSpPr/>
            <p:nvPr/>
          </p:nvSpPr>
          <p:spPr>
            <a:xfrm>
              <a:off x="8172199" y="274025"/>
              <a:ext cx="116400" cy="1164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36" name="Google Shape;136;p15"/>
            <p:cNvSpPr/>
            <p:nvPr/>
          </p:nvSpPr>
          <p:spPr>
            <a:xfrm>
              <a:off x="8416024" y="274025"/>
              <a:ext cx="116400" cy="1164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37" name="Google Shape;137;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8" name="Google Shape;138;p15"/>
          <p:cNvSpPr txBox="1"/>
          <p:nvPr>
            <p:ph idx="1" type="subTitle"/>
          </p:nvPr>
        </p:nvSpPr>
        <p:spPr>
          <a:xfrm>
            <a:off x="1598950" y="1753075"/>
            <a:ext cx="2592600" cy="109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9" name="Google Shape;139;p15"/>
          <p:cNvSpPr txBox="1"/>
          <p:nvPr>
            <p:ph idx="2" type="subTitle"/>
          </p:nvPr>
        </p:nvSpPr>
        <p:spPr>
          <a:xfrm>
            <a:off x="5477578" y="1753075"/>
            <a:ext cx="2592600" cy="109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0" name="Google Shape;140;p15"/>
          <p:cNvSpPr txBox="1"/>
          <p:nvPr>
            <p:ph idx="3" type="subTitle"/>
          </p:nvPr>
        </p:nvSpPr>
        <p:spPr>
          <a:xfrm>
            <a:off x="1598950" y="3298725"/>
            <a:ext cx="2592600" cy="109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1" name="Google Shape;141;p15"/>
          <p:cNvSpPr txBox="1"/>
          <p:nvPr>
            <p:ph idx="4" type="subTitle"/>
          </p:nvPr>
        </p:nvSpPr>
        <p:spPr>
          <a:xfrm>
            <a:off x="5477578" y="3298725"/>
            <a:ext cx="2592600" cy="109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2" name="Google Shape;142;p15"/>
          <p:cNvSpPr txBox="1"/>
          <p:nvPr>
            <p:ph idx="5" type="subTitle"/>
          </p:nvPr>
        </p:nvSpPr>
        <p:spPr>
          <a:xfrm>
            <a:off x="1598951" y="1371775"/>
            <a:ext cx="2592600" cy="460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
        <p:nvSpPr>
          <p:cNvPr id="143" name="Google Shape;143;p15"/>
          <p:cNvSpPr txBox="1"/>
          <p:nvPr>
            <p:ph idx="6" type="subTitle"/>
          </p:nvPr>
        </p:nvSpPr>
        <p:spPr>
          <a:xfrm>
            <a:off x="1598951" y="2917575"/>
            <a:ext cx="2592600" cy="460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
        <p:nvSpPr>
          <p:cNvPr id="144" name="Google Shape;144;p15"/>
          <p:cNvSpPr txBox="1"/>
          <p:nvPr>
            <p:ph idx="7" type="subTitle"/>
          </p:nvPr>
        </p:nvSpPr>
        <p:spPr>
          <a:xfrm>
            <a:off x="5477563" y="1371775"/>
            <a:ext cx="2592600" cy="460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
        <p:nvSpPr>
          <p:cNvPr id="145" name="Google Shape;145;p15"/>
          <p:cNvSpPr txBox="1"/>
          <p:nvPr>
            <p:ph idx="8" type="subTitle"/>
          </p:nvPr>
        </p:nvSpPr>
        <p:spPr>
          <a:xfrm>
            <a:off x="5477563" y="2917575"/>
            <a:ext cx="2592600" cy="460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46" name="Shape 146"/>
        <p:cNvGrpSpPr/>
        <p:nvPr/>
      </p:nvGrpSpPr>
      <p:grpSpPr>
        <a:xfrm>
          <a:off x="0" y="0"/>
          <a:ext cx="0" cy="0"/>
          <a:chOff x="0" y="0"/>
          <a:chExt cx="0" cy="0"/>
        </a:xfrm>
      </p:grpSpPr>
      <p:grpSp>
        <p:nvGrpSpPr>
          <p:cNvPr id="147" name="Google Shape;147;p16"/>
          <p:cNvGrpSpPr/>
          <p:nvPr/>
        </p:nvGrpSpPr>
        <p:grpSpPr>
          <a:xfrm>
            <a:off x="232500" y="183725"/>
            <a:ext cx="8679000" cy="4776000"/>
            <a:chOff x="232500" y="183725"/>
            <a:chExt cx="8679000" cy="4776000"/>
          </a:xfrm>
        </p:grpSpPr>
        <p:sp>
          <p:nvSpPr>
            <p:cNvPr id="148" name="Google Shape;148;p16"/>
            <p:cNvSpPr/>
            <p:nvPr/>
          </p:nvSpPr>
          <p:spPr>
            <a:xfrm>
              <a:off x="232500" y="183725"/>
              <a:ext cx="8679000" cy="4776000"/>
            </a:xfrm>
            <a:prstGeom prst="roundRect">
              <a:avLst>
                <a:gd fmla="val 3848" name="adj"/>
              </a:avLst>
            </a:prstGeom>
            <a:solidFill>
              <a:schemeClr val="dk2"/>
            </a:solidFill>
            <a:ln cap="flat" cmpd="sng" w="19050">
              <a:solidFill>
                <a:schemeClr val="accent4"/>
              </a:solidFill>
              <a:prstDash val="solid"/>
              <a:round/>
              <a:headEnd len="sm" w="sm" type="none"/>
              <a:tailEnd len="sm" w="sm" type="none"/>
            </a:ln>
            <a:effectLst>
              <a:outerShdw blurRad="185738" rotWithShape="0" algn="bl" dir="3000000" dist="47625">
                <a:schemeClr val="dk1">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49" name="Google Shape;149;p16"/>
            <p:cNvSpPr/>
            <p:nvPr/>
          </p:nvSpPr>
          <p:spPr>
            <a:xfrm>
              <a:off x="232500" y="183725"/>
              <a:ext cx="8679000" cy="2895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0" name="Google Shape;150;p16"/>
            <p:cNvSpPr/>
            <p:nvPr/>
          </p:nvSpPr>
          <p:spPr>
            <a:xfrm>
              <a:off x="7928375" y="274025"/>
              <a:ext cx="116400" cy="116400"/>
            </a:xfrm>
            <a:prstGeom prst="ellipse">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1" name="Google Shape;151;p16"/>
            <p:cNvSpPr/>
            <p:nvPr/>
          </p:nvSpPr>
          <p:spPr>
            <a:xfrm>
              <a:off x="8172199" y="274025"/>
              <a:ext cx="116400" cy="1164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52" name="Google Shape;152;p16"/>
            <p:cNvSpPr/>
            <p:nvPr/>
          </p:nvSpPr>
          <p:spPr>
            <a:xfrm>
              <a:off x="8416024" y="274025"/>
              <a:ext cx="116400" cy="1164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53" name="Google Shape;153;p16"/>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4" name="Google Shape;154;p16"/>
          <p:cNvSpPr txBox="1"/>
          <p:nvPr>
            <p:ph idx="1" type="subTitle"/>
          </p:nvPr>
        </p:nvSpPr>
        <p:spPr>
          <a:xfrm>
            <a:off x="801000" y="1753075"/>
            <a:ext cx="2333700" cy="1099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5" name="Google Shape;155;p16"/>
          <p:cNvSpPr txBox="1"/>
          <p:nvPr>
            <p:ph idx="2" type="subTitle"/>
          </p:nvPr>
        </p:nvSpPr>
        <p:spPr>
          <a:xfrm>
            <a:off x="3410347" y="1753079"/>
            <a:ext cx="2319600" cy="1099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6" name="Google Shape;156;p16"/>
          <p:cNvSpPr txBox="1"/>
          <p:nvPr>
            <p:ph idx="3" type="subTitle"/>
          </p:nvPr>
        </p:nvSpPr>
        <p:spPr>
          <a:xfrm>
            <a:off x="801075" y="3298725"/>
            <a:ext cx="2333700" cy="1099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7" name="Google Shape;157;p16"/>
          <p:cNvSpPr txBox="1"/>
          <p:nvPr>
            <p:ph idx="4" type="subTitle"/>
          </p:nvPr>
        </p:nvSpPr>
        <p:spPr>
          <a:xfrm>
            <a:off x="3410348" y="3298726"/>
            <a:ext cx="2319600" cy="1099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8" name="Google Shape;158;p16"/>
          <p:cNvSpPr txBox="1"/>
          <p:nvPr>
            <p:ph idx="5" type="subTitle"/>
          </p:nvPr>
        </p:nvSpPr>
        <p:spPr>
          <a:xfrm>
            <a:off x="6007901" y="1753080"/>
            <a:ext cx="2328900" cy="1099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9" name="Google Shape;159;p16"/>
          <p:cNvSpPr txBox="1"/>
          <p:nvPr>
            <p:ph idx="6" type="subTitle"/>
          </p:nvPr>
        </p:nvSpPr>
        <p:spPr>
          <a:xfrm>
            <a:off x="6007902" y="3298726"/>
            <a:ext cx="2328900" cy="1099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0" name="Google Shape;160;p16"/>
          <p:cNvSpPr txBox="1"/>
          <p:nvPr>
            <p:ph idx="7" type="subTitle"/>
          </p:nvPr>
        </p:nvSpPr>
        <p:spPr>
          <a:xfrm>
            <a:off x="800875" y="1371775"/>
            <a:ext cx="2333700" cy="460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
        <p:nvSpPr>
          <p:cNvPr id="161" name="Google Shape;161;p16"/>
          <p:cNvSpPr txBox="1"/>
          <p:nvPr>
            <p:ph idx="8" type="subTitle"/>
          </p:nvPr>
        </p:nvSpPr>
        <p:spPr>
          <a:xfrm>
            <a:off x="3417192" y="1371775"/>
            <a:ext cx="2310600" cy="460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
        <p:nvSpPr>
          <p:cNvPr id="162" name="Google Shape;162;p16"/>
          <p:cNvSpPr txBox="1"/>
          <p:nvPr>
            <p:ph idx="9" type="subTitle"/>
          </p:nvPr>
        </p:nvSpPr>
        <p:spPr>
          <a:xfrm>
            <a:off x="6003225" y="1371775"/>
            <a:ext cx="2328900" cy="460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
        <p:nvSpPr>
          <p:cNvPr id="163" name="Google Shape;163;p16"/>
          <p:cNvSpPr txBox="1"/>
          <p:nvPr>
            <p:ph idx="13" type="subTitle"/>
          </p:nvPr>
        </p:nvSpPr>
        <p:spPr>
          <a:xfrm>
            <a:off x="801075" y="2917575"/>
            <a:ext cx="2333700" cy="460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
        <p:nvSpPr>
          <p:cNvPr id="164" name="Google Shape;164;p16"/>
          <p:cNvSpPr txBox="1"/>
          <p:nvPr>
            <p:ph idx="14" type="subTitle"/>
          </p:nvPr>
        </p:nvSpPr>
        <p:spPr>
          <a:xfrm>
            <a:off x="3417189" y="2917574"/>
            <a:ext cx="2310600" cy="460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
        <p:nvSpPr>
          <p:cNvPr id="165" name="Google Shape;165;p16"/>
          <p:cNvSpPr txBox="1"/>
          <p:nvPr>
            <p:ph idx="15" type="subTitle"/>
          </p:nvPr>
        </p:nvSpPr>
        <p:spPr>
          <a:xfrm>
            <a:off x="6012490" y="2917575"/>
            <a:ext cx="2319600" cy="4608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Darker Grotesque"/>
              <a:buNone/>
              <a:defRPr sz="2000">
                <a:solidFill>
                  <a:schemeClr val="dk1"/>
                </a:solidFill>
                <a:latin typeface="Darker Grotesque Black"/>
                <a:ea typeface="Darker Grotesque Black"/>
                <a:cs typeface="Darker Grotesque Black"/>
                <a:sym typeface="Darker Grotesque Black"/>
              </a:defRPr>
            </a:lvl1pPr>
            <a:lvl2pPr lvl="1"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2pPr>
            <a:lvl3pPr lvl="2"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3pPr>
            <a:lvl4pPr lvl="3"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4pPr>
            <a:lvl5pPr lvl="4"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5pPr>
            <a:lvl6pPr lvl="5"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6pPr>
            <a:lvl7pPr lvl="6"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7pPr>
            <a:lvl8pPr lvl="7"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8pPr>
            <a:lvl9pPr lvl="8" rtl="0" algn="ctr">
              <a:lnSpc>
                <a:spcPct val="100000"/>
              </a:lnSpc>
              <a:spcBef>
                <a:spcPts val="0"/>
              </a:spcBef>
              <a:spcAft>
                <a:spcPts val="0"/>
              </a:spcAft>
              <a:buSzPts val="2400"/>
              <a:buFont typeface="Darker Grotesque"/>
              <a:buNone/>
              <a:defRPr b="1" sz="2400">
                <a:latin typeface="Darker Grotesque"/>
                <a:ea typeface="Darker Grotesque"/>
                <a:cs typeface="Darker Grotesque"/>
                <a:sym typeface="Darker Grotesqu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66" name="Shape 166"/>
        <p:cNvGrpSpPr/>
        <p:nvPr/>
      </p:nvGrpSpPr>
      <p:grpSpPr>
        <a:xfrm>
          <a:off x="0" y="0"/>
          <a:ext cx="0" cy="0"/>
          <a:chOff x="0" y="0"/>
          <a:chExt cx="0" cy="0"/>
        </a:xfrm>
      </p:grpSpPr>
      <p:grpSp>
        <p:nvGrpSpPr>
          <p:cNvPr id="167" name="Google Shape;167;p17"/>
          <p:cNvGrpSpPr/>
          <p:nvPr/>
        </p:nvGrpSpPr>
        <p:grpSpPr>
          <a:xfrm>
            <a:off x="232500" y="183725"/>
            <a:ext cx="8679000" cy="4776000"/>
            <a:chOff x="232500" y="183725"/>
            <a:chExt cx="8679000" cy="4776000"/>
          </a:xfrm>
        </p:grpSpPr>
        <p:sp>
          <p:nvSpPr>
            <p:cNvPr id="168" name="Google Shape;168;p17"/>
            <p:cNvSpPr/>
            <p:nvPr/>
          </p:nvSpPr>
          <p:spPr>
            <a:xfrm>
              <a:off x="232500" y="183725"/>
              <a:ext cx="8679000" cy="4776000"/>
            </a:xfrm>
            <a:prstGeom prst="roundRect">
              <a:avLst>
                <a:gd fmla="val 3848" name="adj"/>
              </a:avLst>
            </a:prstGeom>
            <a:solidFill>
              <a:schemeClr val="dk2"/>
            </a:solidFill>
            <a:ln cap="flat" cmpd="sng" w="19050">
              <a:solidFill>
                <a:schemeClr val="accent4"/>
              </a:solidFill>
              <a:prstDash val="solid"/>
              <a:round/>
              <a:headEnd len="sm" w="sm" type="none"/>
              <a:tailEnd len="sm" w="sm" type="none"/>
            </a:ln>
            <a:effectLst>
              <a:outerShdw blurRad="185738" rotWithShape="0" algn="bl" dir="3000000" dist="47625">
                <a:schemeClr val="dk1">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69" name="Google Shape;169;p17"/>
            <p:cNvSpPr/>
            <p:nvPr/>
          </p:nvSpPr>
          <p:spPr>
            <a:xfrm>
              <a:off x="232500" y="183725"/>
              <a:ext cx="8679000" cy="2895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0" name="Google Shape;170;p17"/>
            <p:cNvSpPr/>
            <p:nvPr/>
          </p:nvSpPr>
          <p:spPr>
            <a:xfrm>
              <a:off x="7928375" y="274025"/>
              <a:ext cx="116400" cy="116400"/>
            </a:xfrm>
            <a:prstGeom prst="ellipse">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1" name="Google Shape;171;p17"/>
            <p:cNvSpPr/>
            <p:nvPr/>
          </p:nvSpPr>
          <p:spPr>
            <a:xfrm>
              <a:off x="8172199" y="274025"/>
              <a:ext cx="116400" cy="1164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2" name="Google Shape;172;p17"/>
            <p:cNvSpPr/>
            <p:nvPr/>
          </p:nvSpPr>
          <p:spPr>
            <a:xfrm>
              <a:off x="8416024" y="274025"/>
              <a:ext cx="116400" cy="1164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73" name="Google Shape;173;p17"/>
          <p:cNvSpPr txBox="1"/>
          <p:nvPr>
            <p:ph hasCustomPrompt="1" type="title"/>
          </p:nvPr>
        </p:nvSpPr>
        <p:spPr>
          <a:xfrm>
            <a:off x="798388" y="2751471"/>
            <a:ext cx="3492600" cy="768900"/>
          </a:xfrm>
          <a:prstGeom prst="rect">
            <a:avLst/>
          </a:prstGeom>
          <a:noFill/>
          <a:ln cap="flat" cmpd="sng" w="19050">
            <a:solidFill>
              <a:schemeClr val="accent4"/>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74" name="Google Shape;174;p17"/>
          <p:cNvSpPr txBox="1"/>
          <p:nvPr>
            <p:ph idx="1" type="subTitle"/>
          </p:nvPr>
        </p:nvSpPr>
        <p:spPr>
          <a:xfrm>
            <a:off x="798400" y="3678522"/>
            <a:ext cx="3492600" cy="42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75" name="Google Shape;175;p17"/>
          <p:cNvSpPr txBox="1"/>
          <p:nvPr>
            <p:ph hasCustomPrompt="1" idx="2" type="title"/>
          </p:nvPr>
        </p:nvSpPr>
        <p:spPr>
          <a:xfrm>
            <a:off x="2825700" y="1040485"/>
            <a:ext cx="3492600" cy="768900"/>
          </a:xfrm>
          <a:prstGeom prst="rect">
            <a:avLst/>
          </a:prstGeom>
          <a:noFill/>
          <a:ln cap="flat" cmpd="sng" w="19050">
            <a:solidFill>
              <a:schemeClr val="accent4"/>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76" name="Google Shape;176;p17"/>
          <p:cNvSpPr txBox="1"/>
          <p:nvPr>
            <p:ph idx="3" type="subTitle"/>
          </p:nvPr>
        </p:nvSpPr>
        <p:spPr>
          <a:xfrm>
            <a:off x="2825700" y="1967824"/>
            <a:ext cx="3492600" cy="42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177" name="Google Shape;177;p17"/>
          <p:cNvSpPr txBox="1"/>
          <p:nvPr>
            <p:ph hasCustomPrompt="1" idx="4" type="title"/>
          </p:nvPr>
        </p:nvSpPr>
        <p:spPr>
          <a:xfrm>
            <a:off x="4853013" y="2751471"/>
            <a:ext cx="3492600" cy="768900"/>
          </a:xfrm>
          <a:prstGeom prst="rect">
            <a:avLst/>
          </a:prstGeom>
          <a:noFill/>
          <a:ln cap="flat" cmpd="sng" w="19050">
            <a:solidFill>
              <a:schemeClr val="accent4"/>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78" name="Google Shape;178;p17"/>
          <p:cNvSpPr txBox="1"/>
          <p:nvPr>
            <p:ph idx="5" type="subTitle"/>
          </p:nvPr>
        </p:nvSpPr>
        <p:spPr>
          <a:xfrm>
            <a:off x="4853025" y="3678522"/>
            <a:ext cx="3492600" cy="424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179" name="Shape 179"/>
        <p:cNvGrpSpPr/>
        <p:nvPr/>
      </p:nvGrpSpPr>
      <p:grpSpPr>
        <a:xfrm>
          <a:off x="0" y="0"/>
          <a:ext cx="0" cy="0"/>
          <a:chOff x="0" y="0"/>
          <a:chExt cx="0" cy="0"/>
        </a:xfrm>
      </p:grpSpPr>
      <p:grpSp>
        <p:nvGrpSpPr>
          <p:cNvPr id="180" name="Google Shape;180;p18"/>
          <p:cNvGrpSpPr/>
          <p:nvPr/>
        </p:nvGrpSpPr>
        <p:grpSpPr>
          <a:xfrm>
            <a:off x="232500" y="183725"/>
            <a:ext cx="8679000" cy="4776000"/>
            <a:chOff x="232500" y="183725"/>
            <a:chExt cx="8679000" cy="4776000"/>
          </a:xfrm>
        </p:grpSpPr>
        <p:sp>
          <p:nvSpPr>
            <p:cNvPr id="181" name="Google Shape;181;p18"/>
            <p:cNvSpPr/>
            <p:nvPr/>
          </p:nvSpPr>
          <p:spPr>
            <a:xfrm>
              <a:off x="232500" y="183725"/>
              <a:ext cx="8679000" cy="4776000"/>
            </a:xfrm>
            <a:prstGeom prst="roundRect">
              <a:avLst>
                <a:gd fmla="val 3848" name="adj"/>
              </a:avLst>
            </a:prstGeom>
            <a:solidFill>
              <a:schemeClr val="dk2"/>
            </a:solidFill>
            <a:ln cap="flat" cmpd="sng" w="19050">
              <a:solidFill>
                <a:schemeClr val="accent4"/>
              </a:solidFill>
              <a:prstDash val="solid"/>
              <a:round/>
              <a:headEnd len="sm" w="sm" type="none"/>
              <a:tailEnd len="sm" w="sm" type="none"/>
            </a:ln>
            <a:effectLst>
              <a:outerShdw blurRad="185738" rotWithShape="0" algn="bl" dir="3000000" dist="47625">
                <a:schemeClr val="dk1">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2" name="Google Shape;182;p18"/>
            <p:cNvSpPr/>
            <p:nvPr/>
          </p:nvSpPr>
          <p:spPr>
            <a:xfrm>
              <a:off x="232500" y="183725"/>
              <a:ext cx="8679000" cy="289500"/>
            </a:xfrm>
            <a:prstGeom prst="round2SameRect">
              <a:avLst>
                <a:gd fmla="val 50000"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3" name="Google Shape;183;p18"/>
            <p:cNvSpPr/>
            <p:nvPr/>
          </p:nvSpPr>
          <p:spPr>
            <a:xfrm>
              <a:off x="7928375" y="274025"/>
              <a:ext cx="116400" cy="116400"/>
            </a:xfrm>
            <a:prstGeom prst="ellipse">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4" name="Google Shape;184;p18"/>
            <p:cNvSpPr/>
            <p:nvPr/>
          </p:nvSpPr>
          <p:spPr>
            <a:xfrm>
              <a:off x="8172199" y="274025"/>
              <a:ext cx="116400" cy="116400"/>
            </a:xfrm>
            <a:prstGeom prst="ellipse">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85" name="Google Shape;185;p18"/>
            <p:cNvSpPr/>
            <p:nvPr/>
          </p:nvSpPr>
          <p:spPr>
            <a:xfrm>
              <a:off x="8416024" y="274025"/>
              <a:ext cx="116400" cy="1164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186" name="Google Shape;186;p18"/>
          <p:cNvSpPr txBox="1"/>
          <p:nvPr>
            <p:ph type="title"/>
          </p:nvPr>
        </p:nvSpPr>
        <p:spPr>
          <a:xfrm>
            <a:off x="2731630" y="889625"/>
            <a:ext cx="3680700" cy="1058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72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87" name="Google Shape;187;p18"/>
          <p:cNvSpPr txBox="1"/>
          <p:nvPr>
            <p:ph idx="1" type="subTitle"/>
          </p:nvPr>
        </p:nvSpPr>
        <p:spPr>
          <a:xfrm>
            <a:off x="2731599" y="1899375"/>
            <a:ext cx="3680700" cy="105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88" name="Google Shape;188;p18"/>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Barlow"/>
                <a:ea typeface="Barlow"/>
                <a:cs typeface="Barlow"/>
                <a:sym typeface="Barlow"/>
              </a:rPr>
              <a:t>CREDITS</a:t>
            </a:r>
            <a:r>
              <a:rPr lang="en" sz="1200">
                <a:solidFill>
                  <a:schemeClr val="dk1"/>
                </a:solidFill>
                <a:latin typeface="Barlow Medium"/>
                <a:ea typeface="Barlow Medium"/>
                <a:cs typeface="Barlow Medium"/>
                <a:sym typeface="Barlow Medium"/>
              </a:rPr>
              <a:t>: This presentation template was created by </a:t>
            </a:r>
            <a:r>
              <a:rPr b="1" lang="en" sz="1200" u="sng">
                <a:solidFill>
                  <a:schemeClr val="dk1"/>
                </a:solidFill>
                <a:latin typeface="Barlow"/>
                <a:ea typeface="Barlow"/>
                <a:cs typeface="Barlow"/>
                <a:sym typeface="Barlow"/>
                <a:hlinkClick r:id="rId2">
                  <a:extLst>
                    <a:ext uri="{A12FA001-AC4F-418D-AE19-62706E023703}">
                      <ahyp:hlinkClr val="tx"/>
                    </a:ext>
                  </a:extLst>
                </a:hlinkClick>
              </a:rPr>
              <a:t>Slidesgo</a:t>
            </a:r>
            <a:r>
              <a:rPr lang="en" sz="1200">
                <a:solidFill>
                  <a:schemeClr val="dk1"/>
                </a:solidFill>
                <a:latin typeface="Barlow Medium"/>
                <a:ea typeface="Barlow Medium"/>
                <a:cs typeface="Barlow Medium"/>
                <a:sym typeface="Barlow Medium"/>
              </a:rPr>
              <a:t>, and includes icons by </a:t>
            </a:r>
            <a:r>
              <a:rPr b="1" lang="en" sz="1200" u="sng">
                <a:solidFill>
                  <a:schemeClr val="dk1"/>
                </a:solidFill>
                <a:latin typeface="Barlow"/>
                <a:ea typeface="Barlow"/>
                <a:cs typeface="Barlow"/>
                <a:sym typeface="Barlow"/>
                <a:hlinkClick r:id="rId3">
                  <a:extLst>
                    <a:ext uri="{A12FA001-AC4F-418D-AE19-62706E023703}">
                      <ahyp:hlinkClr val="tx"/>
                    </a:ext>
                  </a:extLst>
                </a:hlinkClick>
              </a:rPr>
              <a:t>Flaticon</a:t>
            </a:r>
            <a:r>
              <a:rPr lang="en" sz="1200">
                <a:solidFill>
                  <a:schemeClr val="dk1"/>
                </a:solidFill>
                <a:latin typeface="Barlow Medium"/>
                <a:ea typeface="Barlow Medium"/>
                <a:cs typeface="Barlow Medium"/>
                <a:sym typeface="Barlow Medium"/>
              </a:rPr>
              <a:t>, and infographics &amp; images by </a:t>
            </a:r>
            <a:r>
              <a:rPr b="1" lang="en" sz="1200" u="sng">
                <a:solidFill>
                  <a:schemeClr val="dk1"/>
                </a:solidFill>
                <a:latin typeface="Barlow"/>
                <a:ea typeface="Barlow"/>
                <a:cs typeface="Barlow"/>
                <a:sym typeface="Barlow"/>
                <a:hlinkClick r:id="rId4">
                  <a:extLst>
                    <a:ext uri="{A12FA001-AC4F-418D-AE19-62706E023703}">
                      <ahyp:hlinkClr val="tx"/>
                    </a:ext>
                  </a:extLst>
                </a:hlinkClick>
              </a:rPr>
              <a:t>Freepik</a:t>
            </a:r>
            <a:r>
              <a:rPr b="1" lang="en" sz="1200" u="sng">
                <a:solidFill>
                  <a:schemeClr val="dk1"/>
                </a:solidFill>
                <a:latin typeface="Barlow"/>
                <a:ea typeface="Barlow"/>
                <a:cs typeface="Barlow"/>
                <a:sym typeface="Barlow"/>
              </a:rPr>
              <a:t> </a:t>
            </a:r>
            <a:endParaRPr b="1" sz="1200" u="sng">
              <a:solidFill>
                <a:schemeClr val="dk1"/>
              </a:solidFill>
              <a:latin typeface="Barlow"/>
              <a:ea typeface="Barlow"/>
              <a:cs typeface="Barlow"/>
              <a:sym typeface="Barlow"/>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89" name="Shape 189"/>
        <p:cNvGrpSpPr/>
        <p:nvPr/>
      </p:nvGrpSpPr>
      <p:grpSpPr>
        <a:xfrm>
          <a:off x="0" y="0"/>
          <a:ext cx="0" cy="0"/>
          <a:chOff x="0" y="0"/>
          <a:chExt cx="0" cy="0"/>
        </a:xfrm>
      </p:grpSpPr>
      <p:grpSp>
        <p:nvGrpSpPr>
          <p:cNvPr id="190" name="Google Shape;190;p19"/>
          <p:cNvGrpSpPr/>
          <p:nvPr/>
        </p:nvGrpSpPr>
        <p:grpSpPr>
          <a:xfrm>
            <a:off x="232500" y="183725"/>
            <a:ext cx="8679000" cy="4776000"/>
            <a:chOff x="232500" y="183725"/>
            <a:chExt cx="8679000" cy="4776000"/>
          </a:xfrm>
        </p:grpSpPr>
        <p:sp>
          <p:nvSpPr>
            <p:cNvPr id="191" name="Google Shape;191;p19"/>
            <p:cNvSpPr/>
            <p:nvPr/>
          </p:nvSpPr>
          <p:spPr>
            <a:xfrm>
              <a:off x="232500" y="183725"/>
              <a:ext cx="8679000" cy="4776000"/>
            </a:xfrm>
            <a:prstGeom prst="roundRect">
              <a:avLst>
                <a:gd fmla="val 3848" name="adj"/>
              </a:avLst>
            </a:prstGeom>
            <a:solidFill>
              <a:schemeClr val="dk2"/>
            </a:solidFill>
            <a:ln cap="flat" cmpd="sng" w="19050">
              <a:solidFill>
                <a:schemeClr val="accent2"/>
              </a:solidFill>
              <a:prstDash val="solid"/>
              <a:round/>
              <a:headEnd len="sm" w="sm" type="none"/>
              <a:tailEnd len="sm" w="sm" type="none"/>
            </a:ln>
            <a:effectLst>
              <a:outerShdw blurRad="185738" rotWithShape="0" algn="bl" dir="3000000" dist="47625">
                <a:schemeClr val="dk1">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92" name="Google Shape;192;p19"/>
            <p:cNvSpPr/>
            <p:nvPr/>
          </p:nvSpPr>
          <p:spPr>
            <a:xfrm>
              <a:off x="232500" y="183725"/>
              <a:ext cx="8679000" cy="289500"/>
            </a:xfrm>
            <a:prstGeom prst="round2SameRect">
              <a:avLst>
                <a:gd fmla="val 50000" name="adj1"/>
                <a:gd fmla="val 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93" name="Google Shape;193;p19"/>
            <p:cNvSpPr/>
            <p:nvPr/>
          </p:nvSpPr>
          <p:spPr>
            <a:xfrm>
              <a:off x="7928375" y="274025"/>
              <a:ext cx="116400" cy="116400"/>
            </a:xfrm>
            <a:prstGeom prst="ellipse">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94" name="Google Shape;194;p19"/>
            <p:cNvSpPr/>
            <p:nvPr/>
          </p:nvSpPr>
          <p:spPr>
            <a:xfrm>
              <a:off x="8172199" y="274025"/>
              <a:ext cx="116400" cy="116400"/>
            </a:xfrm>
            <a:prstGeom prst="ellipse">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95" name="Google Shape;195;p19"/>
            <p:cNvSpPr/>
            <p:nvPr/>
          </p:nvSpPr>
          <p:spPr>
            <a:xfrm>
              <a:off x="8416024" y="274025"/>
              <a:ext cx="116400" cy="116400"/>
            </a:xfrm>
            <a:prstGeom prst="ellips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96" name="Shape 196"/>
        <p:cNvGrpSpPr/>
        <p:nvPr/>
      </p:nvGrpSpPr>
      <p:grpSpPr>
        <a:xfrm>
          <a:off x="0" y="0"/>
          <a:ext cx="0" cy="0"/>
          <a:chOff x="0" y="0"/>
          <a:chExt cx="0" cy="0"/>
        </a:xfrm>
      </p:grpSpPr>
      <p:grpSp>
        <p:nvGrpSpPr>
          <p:cNvPr id="197" name="Google Shape;197;p20"/>
          <p:cNvGrpSpPr/>
          <p:nvPr/>
        </p:nvGrpSpPr>
        <p:grpSpPr>
          <a:xfrm>
            <a:off x="232500" y="183725"/>
            <a:ext cx="8679000" cy="4776000"/>
            <a:chOff x="232500" y="183725"/>
            <a:chExt cx="8679000" cy="4776000"/>
          </a:xfrm>
        </p:grpSpPr>
        <p:sp>
          <p:nvSpPr>
            <p:cNvPr id="198" name="Google Shape;198;p20"/>
            <p:cNvSpPr/>
            <p:nvPr/>
          </p:nvSpPr>
          <p:spPr>
            <a:xfrm>
              <a:off x="232500" y="183725"/>
              <a:ext cx="8679000" cy="4776000"/>
            </a:xfrm>
            <a:prstGeom prst="roundRect">
              <a:avLst>
                <a:gd fmla="val 3848" name="adj"/>
              </a:avLst>
            </a:prstGeom>
            <a:solidFill>
              <a:schemeClr val="dk2"/>
            </a:solidFill>
            <a:ln cap="flat" cmpd="sng" w="19050">
              <a:solidFill>
                <a:schemeClr val="lt2"/>
              </a:solidFill>
              <a:prstDash val="solid"/>
              <a:round/>
              <a:headEnd len="sm" w="sm" type="none"/>
              <a:tailEnd len="sm" w="sm" type="none"/>
            </a:ln>
            <a:effectLst>
              <a:outerShdw blurRad="185738" rotWithShape="0" algn="bl" dir="3000000" dist="47625">
                <a:schemeClr val="dk1">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99" name="Google Shape;199;p20"/>
            <p:cNvSpPr/>
            <p:nvPr/>
          </p:nvSpPr>
          <p:spPr>
            <a:xfrm>
              <a:off x="232500" y="183725"/>
              <a:ext cx="8679000" cy="289500"/>
            </a:xfrm>
            <a:prstGeom prst="round2SameRect">
              <a:avLst>
                <a:gd fmla="val 50000"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0" name="Google Shape;200;p20"/>
            <p:cNvSpPr/>
            <p:nvPr/>
          </p:nvSpPr>
          <p:spPr>
            <a:xfrm>
              <a:off x="7928375" y="274025"/>
              <a:ext cx="116400" cy="116400"/>
            </a:xfrm>
            <a:prstGeom prst="ellipse">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1" name="Google Shape;201;p20"/>
            <p:cNvSpPr/>
            <p:nvPr/>
          </p:nvSpPr>
          <p:spPr>
            <a:xfrm>
              <a:off x="8172199" y="274025"/>
              <a:ext cx="116400" cy="116400"/>
            </a:xfrm>
            <a:prstGeom prst="ellipse">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02" name="Google Shape;202;p20"/>
            <p:cNvSpPr/>
            <p:nvPr/>
          </p:nvSpPr>
          <p:spPr>
            <a:xfrm>
              <a:off x="8416024" y="274025"/>
              <a:ext cx="116400" cy="116400"/>
            </a:xfrm>
            <a:prstGeom prst="ellipse">
              <a:avLst/>
            </a:prstGeom>
            <a:solidFill>
              <a:schemeClr val="accen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207" name="Shape 207"/>
        <p:cNvGrpSpPr/>
        <p:nvPr/>
      </p:nvGrpSpPr>
      <p:grpSpPr>
        <a:xfrm>
          <a:off x="0" y="0"/>
          <a:ext cx="0" cy="0"/>
          <a:chOff x="0" y="0"/>
          <a:chExt cx="0" cy="0"/>
        </a:xfrm>
      </p:grpSpPr>
      <p:sp>
        <p:nvSpPr>
          <p:cNvPr id="208" name="Google Shape;208;p23"/>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06" name="Shape 20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slideLayout" Target="../slideLayouts/slideLayout12.xml"  /><Relationship Id="rId13" Type="http://schemas.openxmlformats.org/officeDocument/2006/relationships/slideLayout" Target="../slideLayouts/slideLayout13.xml"  /><Relationship Id="rId14" Type="http://schemas.openxmlformats.org/officeDocument/2006/relationships/slideLayout" Target="../slideLayouts/slideLayout14.xml"  /><Relationship Id="rId15" Type="http://schemas.openxmlformats.org/officeDocument/2006/relationships/slideLayout" Target="../slideLayouts/slideLayout15.xml"  /><Relationship Id="rId16" Type="http://schemas.openxmlformats.org/officeDocument/2006/relationships/slideLayout" Target="../slideLayouts/slideLayout16.xml"  /><Relationship Id="rId17" Type="http://schemas.openxmlformats.org/officeDocument/2006/relationships/slideLayout" Target="../slideLayouts/slideLayout17.xml"  /><Relationship Id="rId18" Type="http://schemas.openxmlformats.org/officeDocument/2006/relationships/slideLayout" Target="../slideLayouts/slideLayout18.xml"  /><Relationship Id="rId19" Type="http://schemas.openxmlformats.org/officeDocument/2006/relationships/slideLayout" Target="../slideLayouts/slideLayout19.xml"  /><Relationship Id="rId2" Type="http://schemas.openxmlformats.org/officeDocument/2006/relationships/slideLayout" Target="../slideLayouts/slideLayout2.xml"  /><Relationship Id="rId20" Type="http://schemas.openxmlformats.org/officeDocument/2006/relationships/theme" Target="../theme/theme1.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1.xml"  /><Relationship Id="rId2" Type="http://schemas.openxmlformats.org/officeDocument/2006/relationships/slideLayout" Target="../slideLayouts/slideLayout20.xml"  /><Relationship Id="rId3" Type="http://schemas.openxmlformats.org/officeDocument/2006/relationships/theme" Target="../theme/theme3.xml"  /></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212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Darker Grotesque Black"/>
              <a:buNone/>
              <a:defRPr sz="3000">
                <a:solidFill>
                  <a:schemeClr val="dk1"/>
                </a:solidFill>
                <a:latin typeface="Darker Grotesque Black"/>
                <a:ea typeface="Darker Grotesque Black"/>
                <a:cs typeface="Darker Grotesque Black"/>
                <a:sym typeface="Darker Grotesque Black"/>
              </a:defRPr>
            </a:lvl1pPr>
            <a:lvl2pPr lvl="1" rtl="0">
              <a:spcBef>
                <a:spcPts val="0"/>
              </a:spcBef>
              <a:spcAft>
                <a:spcPts val="0"/>
              </a:spcAft>
              <a:buClr>
                <a:schemeClr val="dk1"/>
              </a:buClr>
              <a:buSzPts val="3000"/>
              <a:buFont typeface="Darker Grotesque"/>
              <a:buNone/>
              <a:defRPr b="1" sz="3000">
                <a:solidFill>
                  <a:schemeClr val="dk1"/>
                </a:solidFill>
                <a:latin typeface="Darker Grotesque"/>
                <a:ea typeface="Darker Grotesque"/>
                <a:cs typeface="Darker Grotesque"/>
                <a:sym typeface="Darker Grotesque"/>
              </a:defRPr>
            </a:lvl2pPr>
            <a:lvl3pPr lvl="2" rtl="0">
              <a:spcBef>
                <a:spcPts val="0"/>
              </a:spcBef>
              <a:spcAft>
                <a:spcPts val="0"/>
              </a:spcAft>
              <a:buClr>
                <a:schemeClr val="dk1"/>
              </a:buClr>
              <a:buSzPts val="3000"/>
              <a:buFont typeface="Darker Grotesque"/>
              <a:buNone/>
              <a:defRPr b="1" sz="3000">
                <a:solidFill>
                  <a:schemeClr val="dk1"/>
                </a:solidFill>
                <a:latin typeface="Darker Grotesque"/>
                <a:ea typeface="Darker Grotesque"/>
                <a:cs typeface="Darker Grotesque"/>
                <a:sym typeface="Darker Grotesque"/>
              </a:defRPr>
            </a:lvl3pPr>
            <a:lvl4pPr lvl="3" rtl="0">
              <a:spcBef>
                <a:spcPts val="0"/>
              </a:spcBef>
              <a:spcAft>
                <a:spcPts val="0"/>
              </a:spcAft>
              <a:buClr>
                <a:schemeClr val="dk1"/>
              </a:buClr>
              <a:buSzPts val="3000"/>
              <a:buFont typeface="Darker Grotesque"/>
              <a:buNone/>
              <a:defRPr b="1" sz="3000">
                <a:solidFill>
                  <a:schemeClr val="dk1"/>
                </a:solidFill>
                <a:latin typeface="Darker Grotesque"/>
                <a:ea typeface="Darker Grotesque"/>
                <a:cs typeface="Darker Grotesque"/>
                <a:sym typeface="Darker Grotesque"/>
              </a:defRPr>
            </a:lvl4pPr>
            <a:lvl5pPr lvl="4" rtl="0">
              <a:spcBef>
                <a:spcPts val="0"/>
              </a:spcBef>
              <a:spcAft>
                <a:spcPts val="0"/>
              </a:spcAft>
              <a:buClr>
                <a:schemeClr val="dk1"/>
              </a:buClr>
              <a:buSzPts val="3000"/>
              <a:buFont typeface="Darker Grotesque"/>
              <a:buNone/>
              <a:defRPr b="1" sz="3000">
                <a:solidFill>
                  <a:schemeClr val="dk1"/>
                </a:solidFill>
                <a:latin typeface="Darker Grotesque"/>
                <a:ea typeface="Darker Grotesque"/>
                <a:cs typeface="Darker Grotesque"/>
                <a:sym typeface="Darker Grotesque"/>
              </a:defRPr>
            </a:lvl5pPr>
            <a:lvl6pPr lvl="5" rtl="0">
              <a:spcBef>
                <a:spcPts val="0"/>
              </a:spcBef>
              <a:spcAft>
                <a:spcPts val="0"/>
              </a:spcAft>
              <a:buClr>
                <a:schemeClr val="dk1"/>
              </a:buClr>
              <a:buSzPts val="3000"/>
              <a:buFont typeface="Darker Grotesque"/>
              <a:buNone/>
              <a:defRPr b="1" sz="3000">
                <a:solidFill>
                  <a:schemeClr val="dk1"/>
                </a:solidFill>
                <a:latin typeface="Darker Grotesque"/>
                <a:ea typeface="Darker Grotesque"/>
                <a:cs typeface="Darker Grotesque"/>
                <a:sym typeface="Darker Grotesque"/>
              </a:defRPr>
            </a:lvl6pPr>
            <a:lvl7pPr lvl="6" rtl="0">
              <a:spcBef>
                <a:spcPts val="0"/>
              </a:spcBef>
              <a:spcAft>
                <a:spcPts val="0"/>
              </a:spcAft>
              <a:buClr>
                <a:schemeClr val="dk1"/>
              </a:buClr>
              <a:buSzPts val="3000"/>
              <a:buFont typeface="Darker Grotesque"/>
              <a:buNone/>
              <a:defRPr b="1" sz="3000">
                <a:solidFill>
                  <a:schemeClr val="dk1"/>
                </a:solidFill>
                <a:latin typeface="Darker Grotesque"/>
                <a:ea typeface="Darker Grotesque"/>
                <a:cs typeface="Darker Grotesque"/>
                <a:sym typeface="Darker Grotesque"/>
              </a:defRPr>
            </a:lvl7pPr>
            <a:lvl8pPr lvl="7" rtl="0">
              <a:spcBef>
                <a:spcPts val="0"/>
              </a:spcBef>
              <a:spcAft>
                <a:spcPts val="0"/>
              </a:spcAft>
              <a:buClr>
                <a:schemeClr val="dk1"/>
              </a:buClr>
              <a:buSzPts val="3000"/>
              <a:buFont typeface="Darker Grotesque"/>
              <a:buNone/>
              <a:defRPr b="1" sz="3000">
                <a:solidFill>
                  <a:schemeClr val="dk1"/>
                </a:solidFill>
                <a:latin typeface="Darker Grotesque"/>
                <a:ea typeface="Darker Grotesque"/>
                <a:cs typeface="Darker Grotesque"/>
                <a:sym typeface="Darker Grotesque"/>
              </a:defRPr>
            </a:lvl8pPr>
            <a:lvl9pPr lvl="8" rtl="0">
              <a:spcBef>
                <a:spcPts val="0"/>
              </a:spcBef>
              <a:spcAft>
                <a:spcPts val="0"/>
              </a:spcAft>
              <a:buClr>
                <a:schemeClr val="dk1"/>
              </a:buClr>
              <a:buSzPts val="3000"/>
              <a:buFont typeface="Darker Grotesque"/>
              <a:buNone/>
              <a:defRPr b="1" sz="3000">
                <a:solidFill>
                  <a:schemeClr val="dk1"/>
                </a:solidFill>
                <a:latin typeface="Darker Grotesque"/>
                <a:ea typeface="Darker Grotesque"/>
                <a:cs typeface="Darker Grotesque"/>
                <a:sym typeface="Darker Grotesqu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Barlow Medium"/>
              <a:buChar char="●"/>
              <a:defRPr sz="1200">
                <a:solidFill>
                  <a:schemeClr val="dk1"/>
                </a:solidFill>
                <a:latin typeface="Barlow Medium"/>
                <a:ea typeface="Barlow Medium"/>
                <a:cs typeface="Barlow Medium"/>
                <a:sym typeface="Barlow Medium"/>
              </a:defRPr>
            </a:lvl1pPr>
            <a:lvl2pPr indent="-304800" lvl="1" marL="914400">
              <a:lnSpc>
                <a:spcPct val="100000"/>
              </a:lnSpc>
              <a:spcBef>
                <a:spcPts val="0"/>
              </a:spcBef>
              <a:spcAft>
                <a:spcPts val="0"/>
              </a:spcAft>
              <a:buClr>
                <a:schemeClr val="dk1"/>
              </a:buClr>
              <a:buSzPts val="1200"/>
              <a:buFont typeface="Barlow Medium"/>
              <a:buChar char="○"/>
              <a:defRPr sz="1200">
                <a:solidFill>
                  <a:schemeClr val="dk1"/>
                </a:solidFill>
                <a:latin typeface="Barlow Medium"/>
                <a:ea typeface="Barlow Medium"/>
                <a:cs typeface="Barlow Medium"/>
                <a:sym typeface="Barlow Medium"/>
              </a:defRPr>
            </a:lvl2pPr>
            <a:lvl3pPr indent="-304800" lvl="2" marL="1371600">
              <a:lnSpc>
                <a:spcPct val="100000"/>
              </a:lnSpc>
              <a:spcBef>
                <a:spcPts val="0"/>
              </a:spcBef>
              <a:spcAft>
                <a:spcPts val="0"/>
              </a:spcAft>
              <a:buClr>
                <a:schemeClr val="dk1"/>
              </a:buClr>
              <a:buSzPts val="1200"/>
              <a:buFont typeface="Barlow Medium"/>
              <a:buChar char="■"/>
              <a:defRPr sz="1200">
                <a:solidFill>
                  <a:schemeClr val="dk1"/>
                </a:solidFill>
                <a:latin typeface="Barlow Medium"/>
                <a:ea typeface="Barlow Medium"/>
                <a:cs typeface="Barlow Medium"/>
                <a:sym typeface="Barlow Medium"/>
              </a:defRPr>
            </a:lvl3pPr>
            <a:lvl4pPr indent="-304800" lvl="3" marL="1828800">
              <a:lnSpc>
                <a:spcPct val="100000"/>
              </a:lnSpc>
              <a:spcBef>
                <a:spcPts val="0"/>
              </a:spcBef>
              <a:spcAft>
                <a:spcPts val="0"/>
              </a:spcAft>
              <a:buClr>
                <a:schemeClr val="dk1"/>
              </a:buClr>
              <a:buSzPts val="1200"/>
              <a:buFont typeface="Barlow Medium"/>
              <a:buChar char="●"/>
              <a:defRPr sz="1200">
                <a:solidFill>
                  <a:schemeClr val="dk1"/>
                </a:solidFill>
                <a:latin typeface="Barlow Medium"/>
                <a:ea typeface="Barlow Medium"/>
                <a:cs typeface="Barlow Medium"/>
                <a:sym typeface="Barlow Medium"/>
              </a:defRPr>
            </a:lvl4pPr>
            <a:lvl5pPr indent="-304800" lvl="4" marL="2286000">
              <a:lnSpc>
                <a:spcPct val="100000"/>
              </a:lnSpc>
              <a:spcBef>
                <a:spcPts val="0"/>
              </a:spcBef>
              <a:spcAft>
                <a:spcPts val="0"/>
              </a:spcAft>
              <a:buClr>
                <a:schemeClr val="dk1"/>
              </a:buClr>
              <a:buSzPts val="1200"/>
              <a:buFont typeface="Barlow Medium"/>
              <a:buChar char="○"/>
              <a:defRPr sz="1200">
                <a:solidFill>
                  <a:schemeClr val="dk1"/>
                </a:solidFill>
                <a:latin typeface="Barlow Medium"/>
                <a:ea typeface="Barlow Medium"/>
                <a:cs typeface="Barlow Medium"/>
                <a:sym typeface="Barlow Medium"/>
              </a:defRPr>
            </a:lvl5pPr>
            <a:lvl6pPr indent="-304800" lvl="5" marL="2743200">
              <a:lnSpc>
                <a:spcPct val="100000"/>
              </a:lnSpc>
              <a:spcBef>
                <a:spcPts val="0"/>
              </a:spcBef>
              <a:spcAft>
                <a:spcPts val="0"/>
              </a:spcAft>
              <a:buClr>
                <a:schemeClr val="dk1"/>
              </a:buClr>
              <a:buSzPts val="1200"/>
              <a:buFont typeface="Barlow Medium"/>
              <a:buChar char="■"/>
              <a:defRPr sz="1200">
                <a:solidFill>
                  <a:schemeClr val="dk1"/>
                </a:solidFill>
                <a:latin typeface="Barlow Medium"/>
                <a:ea typeface="Barlow Medium"/>
                <a:cs typeface="Barlow Medium"/>
                <a:sym typeface="Barlow Medium"/>
              </a:defRPr>
            </a:lvl6pPr>
            <a:lvl7pPr indent="-304800" lvl="6" marL="3200400">
              <a:lnSpc>
                <a:spcPct val="100000"/>
              </a:lnSpc>
              <a:spcBef>
                <a:spcPts val="0"/>
              </a:spcBef>
              <a:spcAft>
                <a:spcPts val="0"/>
              </a:spcAft>
              <a:buClr>
                <a:schemeClr val="dk1"/>
              </a:buClr>
              <a:buSzPts val="1200"/>
              <a:buFont typeface="Barlow Medium"/>
              <a:buChar char="●"/>
              <a:defRPr sz="1200">
                <a:solidFill>
                  <a:schemeClr val="dk1"/>
                </a:solidFill>
                <a:latin typeface="Barlow Medium"/>
                <a:ea typeface="Barlow Medium"/>
                <a:cs typeface="Barlow Medium"/>
                <a:sym typeface="Barlow Medium"/>
              </a:defRPr>
            </a:lvl7pPr>
            <a:lvl8pPr indent="-304800" lvl="7" marL="3657600">
              <a:lnSpc>
                <a:spcPct val="100000"/>
              </a:lnSpc>
              <a:spcBef>
                <a:spcPts val="0"/>
              </a:spcBef>
              <a:spcAft>
                <a:spcPts val="0"/>
              </a:spcAft>
              <a:buClr>
                <a:schemeClr val="dk1"/>
              </a:buClr>
              <a:buSzPts val="1200"/>
              <a:buFont typeface="Barlow Medium"/>
              <a:buChar char="○"/>
              <a:defRPr sz="1200">
                <a:solidFill>
                  <a:schemeClr val="dk1"/>
                </a:solidFill>
                <a:latin typeface="Barlow Medium"/>
                <a:ea typeface="Barlow Medium"/>
                <a:cs typeface="Barlow Medium"/>
                <a:sym typeface="Barlow Medium"/>
              </a:defRPr>
            </a:lvl8pPr>
            <a:lvl9pPr indent="-304800" lvl="8" marL="4114800">
              <a:lnSpc>
                <a:spcPct val="100000"/>
              </a:lnSpc>
              <a:spcBef>
                <a:spcPts val="0"/>
              </a:spcBef>
              <a:spcAft>
                <a:spcPts val="0"/>
              </a:spcAft>
              <a:buClr>
                <a:schemeClr val="dk1"/>
              </a:buClr>
              <a:buSzPts val="1200"/>
              <a:buFont typeface="Barlow Medium"/>
              <a:buChar char="■"/>
              <a:defRPr sz="1200">
                <a:solidFill>
                  <a:schemeClr val="dk1"/>
                </a:solidFill>
                <a:latin typeface="Barlow Medium"/>
                <a:ea typeface="Barlow Medium"/>
                <a:cs typeface="Barlow Medium"/>
                <a:sym typeface="Barlow Mediu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203" name="Shape 203"/>
        <p:cNvGrpSpPr/>
        <p:nvPr/>
      </p:nvGrpSpPr>
      <p:grpSpPr>
        <a:xfrm>
          <a:off x="0" y="0"/>
          <a:ext cx="0" cy="0"/>
          <a:chOff x="0" y="0"/>
          <a:chExt cx="0" cy="0"/>
        </a:xfrm>
      </p:grpSpPr>
      <p:sp>
        <p:nvSpPr>
          <p:cNvPr id="204" name="Google Shape;204;p21"/>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205" name="Google Shape;205;p21"/>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67" r:id="rId1"/>
    <p:sldLayoutId id="214748366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notesSlide" Target="../notesSlides/notesSlide1.xml"  /><Relationship Id="rId10" Type="http://schemas.openxmlformats.org/officeDocument/2006/relationships/slide" Target="slide84.xml"  /><Relationship Id="rId11" Type="http://schemas.openxmlformats.org/officeDocument/2006/relationships/slide" Target="slide3.xml"  /><Relationship Id="rId12" Type="http://schemas.openxmlformats.org/officeDocument/2006/relationships/slide" Target="slide4.xml"  /><Relationship Id="rId13" Type="http://schemas.openxmlformats.org/officeDocument/2006/relationships/slide" Target="slide5.xml"  /><Relationship Id="rId14" Type="http://schemas.openxmlformats.org/officeDocument/2006/relationships/slide" Target="slide6.xml"  /><Relationship Id="rId15" Type="http://schemas.openxmlformats.org/officeDocument/2006/relationships/slide" Target="slide7.xml"  /><Relationship Id="rId16" Type="http://schemas.openxmlformats.org/officeDocument/2006/relationships/slide" Target="slide8.xml"  /><Relationship Id="rId17" Type="http://schemas.openxmlformats.org/officeDocument/2006/relationships/slide" Target="slide9.xml"  /><Relationship Id="rId18" Type="http://schemas.openxmlformats.org/officeDocument/2006/relationships/slide" Target="slide10.xml"  /><Relationship Id="rId19" Type="http://schemas.openxmlformats.org/officeDocument/2006/relationships/slide" Target="slide11.xml"  /><Relationship Id="rId2" Type="http://schemas.openxmlformats.org/officeDocument/2006/relationships/slideLayout" Target="../slideLayouts/slideLayout1.xml"  /><Relationship Id="rId20" Type="http://schemas.openxmlformats.org/officeDocument/2006/relationships/slide" Target="slide12.xml"  /><Relationship Id="rId21" Type="http://schemas.openxmlformats.org/officeDocument/2006/relationships/slide" Target="slide13.xml"  /><Relationship Id="rId22" Type="http://schemas.openxmlformats.org/officeDocument/2006/relationships/slide" Target="slide87.xml"  /><Relationship Id="rId23" Type="http://schemas.openxmlformats.org/officeDocument/2006/relationships/image" Target="../media/image5.png"  /><Relationship Id="rId3" Type="http://schemas.openxmlformats.org/officeDocument/2006/relationships/slide" Target="slide1.xml"  /><Relationship Id="rId4" Type="http://schemas.openxmlformats.org/officeDocument/2006/relationships/slide" Target="slide14.xml"  /><Relationship Id="rId5" Type="http://schemas.openxmlformats.org/officeDocument/2006/relationships/slide" Target="slide20.xml"  /><Relationship Id="rId6" Type="http://schemas.openxmlformats.org/officeDocument/2006/relationships/slide" Target="slide21.xml"  /><Relationship Id="rId7" Type="http://schemas.openxmlformats.org/officeDocument/2006/relationships/slide" Target="slide23.xml"  /><Relationship Id="rId8" Type="http://schemas.openxmlformats.org/officeDocument/2006/relationships/slide" Target="slide24.xml"  /><Relationship Id="rId9" Type="http://schemas.openxmlformats.org/officeDocument/2006/relationships/slide" Target="slide2.xml"  /></Relationships>
</file>

<file path=ppt/slides/_rels/slide2.xml.rels><?xml version="1.0" encoding="UTF-8" standalone="yes" ?><Relationships xmlns="http://schemas.openxmlformats.org/package/2006/relationships"><Relationship Id="rId1" Type="http://schemas.openxmlformats.org/officeDocument/2006/relationships/notesSlide" Target="../notesSlides/notesSlide2.xml"  /><Relationship Id="rId10" Type="http://schemas.openxmlformats.org/officeDocument/2006/relationships/slide" Target="slide4.xml"  /><Relationship Id="rId11" Type="http://schemas.openxmlformats.org/officeDocument/2006/relationships/slide" Target="slide5.xml"  /><Relationship Id="rId12" Type="http://schemas.openxmlformats.org/officeDocument/2006/relationships/slide" Target="slide6.xml"  /><Relationship Id="rId13" Type="http://schemas.openxmlformats.org/officeDocument/2006/relationships/slide" Target="slide7.xml"  /><Relationship Id="rId14" Type="http://schemas.openxmlformats.org/officeDocument/2006/relationships/slide" Target="slide8.xml"  /><Relationship Id="rId15" Type="http://schemas.openxmlformats.org/officeDocument/2006/relationships/slide" Target="slide9.xml"  /><Relationship Id="rId16" Type="http://schemas.openxmlformats.org/officeDocument/2006/relationships/slide" Target="slide10.xml"  /><Relationship Id="rId17" Type="http://schemas.openxmlformats.org/officeDocument/2006/relationships/slide" Target="slide11.xml"  /><Relationship Id="rId18" Type="http://schemas.openxmlformats.org/officeDocument/2006/relationships/slide" Target="slide12.xml"  /><Relationship Id="rId19" Type="http://schemas.openxmlformats.org/officeDocument/2006/relationships/slide" Target="slide13.xml"  /><Relationship Id="rId2" Type="http://schemas.openxmlformats.org/officeDocument/2006/relationships/slideLayout" Target="../slideLayouts/slideLayout13.xml"  /><Relationship Id="rId20" Type="http://schemas.openxmlformats.org/officeDocument/2006/relationships/slide" Target="slide87.xml"  /><Relationship Id="rId21" Type="http://schemas.openxmlformats.org/officeDocument/2006/relationships/slide" Target="slide1.xml"  /><Relationship Id="rId22" Type="http://schemas.openxmlformats.org/officeDocument/2006/relationships/image" Target="../media/image4.png"  /><Relationship Id="rId3" Type="http://schemas.openxmlformats.org/officeDocument/2006/relationships/slide" Target="slide14.xml"  /><Relationship Id="rId4" Type="http://schemas.openxmlformats.org/officeDocument/2006/relationships/slide" Target="slide20.xml"  /><Relationship Id="rId5" Type="http://schemas.openxmlformats.org/officeDocument/2006/relationships/slide" Target="slide21.xml"  /><Relationship Id="rId6" Type="http://schemas.openxmlformats.org/officeDocument/2006/relationships/slide" Target="slide23.xml"  /><Relationship Id="rId7" Type="http://schemas.openxmlformats.org/officeDocument/2006/relationships/slide" Target="slide24.xml"  /><Relationship Id="rId8" Type="http://schemas.openxmlformats.org/officeDocument/2006/relationships/slide" Target="slide84.xml"  /><Relationship Id="rId9" Type="http://schemas.openxmlformats.org/officeDocument/2006/relationships/slide" Target="slide3.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  /><Relationship Id="rId10" Type="http://schemas.openxmlformats.org/officeDocument/2006/relationships/slide" Target="slide3.xml"  /><Relationship Id="rId11" Type="http://schemas.openxmlformats.org/officeDocument/2006/relationships/slide" Target="slide4.xml"  /><Relationship Id="rId12" Type="http://schemas.openxmlformats.org/officeDocument/2006/relationships/slide" Target="slide5.xml"  /><Relationship Id="rId13" Type="http://schemas.openxmlformats.org/officeDocument/2006/relationships/slide" Target="slide6.xml"  /><Relationship Id="rId14" Type="http://schemas.openxmlformats.org/officeDocument/2006/relationships/slide" Target="slide7.xml"  /><Relationship Id="rId15" Type="http://schemas.openxmlformats.org/officeDocument/2006/relationships/slide" Target="slide8.xml"  /><Relationship Id="rId16" Type="http://schemas.openxmlformats.org/officeDocument/2006/relationships/slide" Target="slide9.xml"  /><Relationship Id="rId17" Type="http://schemas.openxmlformats.org/officeDocument/2006/relationships/slide" Target="slide10.xml"  /><Relationship Id="rId18" Type="http://schemas.openxmlformats.org/officeDocument/2006/relationships/slide" Target="slide11.xml"  /><Relationship Id="rId19" Type="http://schemas.openxmlformats.org/officeDocument/2006/relationships/slide" Target="slide12.xml"  /><Relationship Id="rId2" Type="http://schemas.openxmlformats.org/officeDocument/2006/relationships/notesSlide" Target="../notesSlides/notesSlide3.xml"  /><Relationship Id="rId20" Type="http://schemas.openxmlformats.org/officeDocument/2006/relationships/slide" Target="slide13.xml"  /><Relationship Id="rId21" Type="http://schemas.openxmlformats.org/officeDocument/2006/relationships/slide" Target="slide87.xml"  /><Relationship Id="rId22" Type="http://schemas.openxmlformats.org/officeDocument/2006/relationships/slide" Target="slide1.xml"  /><Relationship Id="rId3" Type="http://schemas.openxmlformats.org/officeDocument/2006/relationships/slide" Target="slide14.xml"  /><Relationship Id="rId4" Type="http://schemas.openxmlformats.org/officeDocument/2006/relationships/slide" Target="slide20.xml"  /><Relationship Id="rId5" Type="http://schemas.openxmlformats.org/officeDocument/2006/relationships/slide" Target="slide21.xml"  /><Relationship Id="rId6" Type="http://schemas.openxmlformats.org/officeDocument/2006/relationships/slide" Target="slide23.xml"  /><Relationship Id="rId7" Type="http://schemas.openxmlformats.org/officeDocument/2006/relationships/slide" Target="slide24.xml"  /><Relationship Id="rId8" Type="http://schemas.openxmlformats.org/officeDocument/2006/relationships/slide" Target="slide2.xml"  /><Relationship Id="rId9" Type="http://schemas.openxmlformats.org/officeDocument/2006/relationships/slide" Target="slide84.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  /><Relationship Id="rId10" Type="http://schemas.openxmlformats.org/officeDocument/2006/relationships/slide" Target="slide3.xml"  /><Relationship Id="rId11" Type="http://schemas.openxmlformats.org/officeDocument/2006/relationships/slide" Target="slide4.xml"  /><Relationship Id="rId12" Type="http://schemas.openxmlformats.org/officeDocument/2006/relationships/slide" Target="slide5.xml"  /><Relationship Id="rId13" Type="http://schemas.openxmlformats.org/officeDocument/2006/relationships/slide" Target="slide6.xml"  /><Relationship Id="rId14" Type="http://schemas.openxmlformats.org/officeDocument/2006/relationships/slide" Target="slide7.xml"  /><Relationship Id="rId15" Type="http://schemas.openxmlformats.org/officeDocument/2006/relationships/slide" Target="slide8.xml"  /><Relationship Id="rId16" Type="http://schemas.openxmlformats.org/officeDocument/2006/relationships/slide" Target="slide9.xml"  /><Relationship Id="rId17" Type="http://schemas.openxmlformats.org/officeDocument/2006/relationships/slide" Target="slide10.xml"  /><Relationship Id="rId18" Type="http://schemas.openxmlformats.org/officeDocument/2006/relationships/slide" Target="slide11.xml"  /><Relationship Id="rId19" Type="http://schemas.openxmlformats.org/officeDocument/2006/relationships/slide" Target="slide12.xml"  /><Relationship Id="rId2" Type="http://schemas.openxmlformats.org/officeDocument/2006/relationships/notesSlide" Target="../notesSlides/notesSlide4.xml"  /><Relationship Id="rId20" Type="http://schemas.openxmlformats.org/officeDocument/2006/relationships/slide" Target="slide13.xml"  /><Relationship Id="rId21" Type="http://schemas.openxmlformats.org/officeDocument/2006/relationships/slide" Target="slide87.xml"  /><Relationship Id="rId22" Type="http://schemas.openxmlformats.org/officeDocument/2006/relationships/slide" Target="slide1.xml"  /><Relationship Id="rId3" Type="http://schemas.openxmlformats.org/officeDocument/2006/relationships/slide" Target="slide14.xml"  /><Relationship Id="rId4" Type="http://schemas.openxmlformats.org/officeDocument/2006/relationships/slide" Target="slide20.xml"  /><Relationship Id="rId5" Type="http://schemas.openxmlformats.org/officeDocument/2006/relationships/slide" Target="slide21.xml"  /><Relationship Id="rId6" Type="http://schemas.openxmlformats.org/officeDocument/2006/relationships/slide" Target="slide23.xml"  /><Relationship Id="rId7" Type="http://schemas.openxmlformats.org/officeDocument/2006/relationships/slide" Target="slide24.xml"  /><Relationship Id="rId8" Type="http://schemas.openxmlformats.org/officeDocument/2006/relationships/slide" Target="slide2.xml"  /><Relationship Id="rId9" Type="http://schemas.openxmlformats.org/officeDocument/2006/relationships/slide" Target="slide84.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  /><Relationship Id="rId10" Type="http://schemas.openxmlformats.org/officeDocument/2006/relationships/slide" Target="slide3.xml"  /><Relationship Id="rId11" Type="http://schemas.openxmlformats.org/officeDocument/2006/relationships/slide" Target="slide4.xml"  /><Relationship Id="rId12" Type="http://schemas.openxmlformats.org/officeDocument/2006/relationships/slide" Target="slide5.xml"  /><Relationship Id="rId13" Type="http://schemas.openxmlformats.org/officeDocument/2006/relationships/slide" Target="slide6.xml"  /><Relationship Id="rId14" Type="http://schemas.openxmlformats.org/officeDocument/2006/relationships/slide" Target="slide7.xml"  /><Relationship Id="rId15" Type="http://schemas.openxmlformats.org/officeDocument/2006/relationships/slide" Target="slide8.xml"  /><Relationship Id="rId16" Type="http://schemas.openxmlformats.org/officeDocument/2006/relationships/slide" Target="slide9.xml"  /><Relationship Id="rId17" Type="http://schemas.openxmlformats.org/officeDocument/2006/relationships/slide" Target="slide10.xml"  /><Relationship Id="rId18" Type="http://schemas.openxmlformats.org/officeDocument/2006/relationships/slide" Target="slide11.xml"  /><Relationship Id="rId19" Type="http://schemas.openxmlformats.org/officeDocument/2006/relationships/slide" Target="slide12.xml"  /><Relationship Id="rId2" Type="http://schemas.openxmlformats.org/officeDocument/2006/relationships/notesSlide" Target="../notesSlides/notesSlide5.xml"  /><Relationship Id="rId20" Type="http://schemas.openxmlformats.org/officeDocument/2006/relationships/slide" Target="slide13.xml"  /><Relationship Id="rId21" Type="http://schemas.openxmlformats.org/officeDocument/2006/relationships/slide" Target="slide87.xml"  /><Relationship Id="rId22" Type="http://schemas.openxmlformats.org/officeDocument/2006/relationships/slide" Target="slide1.xml"  /><Relationship Id="rId3" Type="http://schemas.openxmlformats.org/officeDocument/2006/relationships/slide" Target="slide14.xml"  /><Relationship Id="rId4" Type="http://schemas.openxmlformats.org/officeDocument/2006/relationships/slide" Target="slide20.xml"  /><Relationship Id="rId5" Type="http://schemas.openxmlformats.org/officeDocument/2006/relationships/slide" Target="slide21.xml"  /><Relationship Id="rId6" Type="http://schemas.openxmlformats.org/officeDocument/2006/relationships/slide" Target="slide23.xml"  /><Relationship Id="rId7" Type="http://schemas.openxmlformats.org/officeDocument/2006/relationships/slide" Target="slide24.xml"  /><Relationship Id="rId8" Type="http://schemas.openxmlformats.org/officeDocument/2006/relationships/slide" Target="slide2.xml"  /><Relationship Id="rId9" Type="http://schemas.openxmlformats.org/officeDocument/2006/relationships/slide" Target="slide84.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  /><Relationship Id="rId10" Type="http://schemas.openxmlformats.org/officeDocument/2006/relationships/slide" Target="slide84.xml"  /><Relationship Id="rId11" Type="http://schemas.openxmlformats.org/officeDocument/2006/relationships/slide" Target="slide3.xml"  /><Relationship Id="rId12" Type="http://schemas.openxmlformats.org/officeDocument/2006/relationships/slide" Target="slide4.xml"  /><Relationship Id="rId13" Type="http://schemas.openxmlformats.org/officeDocument/2006/relationships/slide" Target="slide5.xml"  /><Relationship Id="rId14" Type="http://schemas.openxmlformats.org/officeDocument/2006/relationships/slide" Target="slide6.xml"  /><Relationship Id="rId15" Type="http://schemas.openxmlformats.org/officeDocument/2006/relationships/slide" Target="slide7.xml"  /><Relationship Id="rId16" Type="http://schemas.openxmlformats.org/officeDocument/2006/relationships/slide" Target="slide8.xml"  /><Relationship Id="rId17" Type="http://schemas.openxmlformats.org/officeDocument/2006/relationships/slide" Target="slide9.xml"  /><Relationship Id="rId18" Type="http://schemas.openxmlformats.org/officeDocument/2006/relationships/slide" Target="slide10.xml"  /><Relationship Id="rId19" Type="http://schemas.openxmlformats.org/officeDocument/2006/relationships/slide" Target="slide11.xml"  /><Relationship Id="rId2" Type="http://schemas.openxmlformats.org/officeDocument/2006/relationships/notesSlide" Target="../notesSlides/notesSlide6.xml"  /><Relationship Id="rId20" Type="http://schemas.openxmlformats.org/officeDocument/2006/relationships/slide" Target="slide12.xml"  /><Relationship Id="rId21" Type="http://schemas.openxmlformats.org/officeDocument/2006/relationships/slide" Target="slide13.xml"  /><Relationship Id="rId22" Type="http://schemas.openxmlformats.org/officeDocument/2006/relationships/slide" Target="slide87.xml"  /><Relationship Id="rId23" Type="http://schemas.openxmlformats.org/officeDocument/2006/relationships/slide" Target="slide1.xml"  /><Relationship Id="rId24" Type="http://schemas.openxmlformats.org/officeDocument/2006/relationships/hyperlink" Target="https://docs.google.com/spreadsheets/d/1k9pctFZYTFRmmQoJlcbHow70rgaKKUtM_lOyN7JnAd0/copy" TargetMode="External" /><Relationship Id="rId25" Type="http://schemas.openxmlformats.org/officeDocument/2006/relationships/image" Target="../media/image3.png"  /><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 /><Relationship Id="rId4" Type="http://schemas.openxmlformats.org/officeDocument/2006/relationships/slide" Target="slide14.xml"  /><Relationship Id="rId5" Type="http://schemas.openxmlformats.org/officeDocument/2006/relationships/slide" Target="slide20.xml"  /><Relationship Id="rId6" Type="http://schemas.openxmlformats.org/officeDocument/2006/relationships/slide" Target="slide21.xml"  /><Relationship Id="rId7" Type="http://schemas.openxmlformats.org/officeDocument/2006/relationships/slide" Target="slide23.xml"  /><Relationship Id="rId8" Type="http://schemas.openxmlformats.org/officeDocument/2006/relationships/slide" Target="slide24.xml"  /><Relationship Id="rId9" Type="http://schemas.openxmlformats.org/officeDocument/2006/relationships/slide" Target="slide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  /><Relationship Id="rId10" Type="http://schemas.openxmlformats.org/officeDocument/2006/relationships/slide" Target="slide3.xml"  /><Relationship Id="rId11" Type="http://schemas.openxmlformats.org/officeDocument/2006/relationships/slide" Target="slide4.xml"  /><Relationship Id="rId12" Type="http://schemas.openxmlformats.org/officeDocument/2006/relationships/slide" Target="slide5.xml"  /><Relationship Id="rId13" Type="http://schemas.openxmlformats.org/officeDocument/2006/relationships/slide" Target="slide6.xml"  /><Relationship Id="rId14" Type="http://schemas.openxmlformats.org/officeDocument/2006/relationships/slide" Target="slide7.xml"  /><Relationship Id="rId15" Type="http://schemas.openxmlformats.org/officeDocument/2006/relationships/slide" Target="slide8.xml"  /><Relationship Id="rId16" Type="http://schemas.openxmlformats.org/officeDocument/2006/relationships/slide" Target="slide9.xml"  /><Relationship Id="rId17" Type="http://schemas.openxmlformats.org/officeDocument/2006/relationships/slide" Target="slide10.xml"  /><Relationship Id="rId18" Type="http://schemas.openxmlformats.org/officeDocument/2006/relationships/slide" Target="slide11.xml"  /><Relationship Id="rId19" Type="http://schemas.openxmlformats.org/officeDocument/2006/relationships/slide" Target="slide12.xml"  /><Relationship Id="rId2" Type="http://schemas.openxmlformats.org/officeDocument/2006/relationships/notesSlide" Target="../notesSlides/notesSlide7.xml"  /><Relationship Id="rId20" Type="http://schemas.openxmlformats.org/officeDocument/2006/relationships/slide" Target="slide13.xml"  /><Relationship Id="rId21" Type="http://schemas.openxmlformats.org/officeDocument/2006/relationships/slide" Target="slide87.xml"  /><Relationship Id="rId22" Type="http://schemas.openxmlformats.org/officeDocument/2006/relationships/slide" Target="slide1.xml"  /><Relationship Id="rId3" Type="http://schemas.openxmlformats.org/officeDocument/2006/relationships/slide" Target="slide14.xml"  /><Relationship Id="rId4" Type="http://schemas.openxmlformats.org/officeDocument/2006/relationships/slide" Target="slide20.xml"  /><Relationship Id="rId5" Type="http://schemas.openxmlformats.org/officeDocument/2006/relationships/slide" Target="slide21.xml"  /><Relationship Id="rId6" Type="http://schemas.openxmlformats.org/officeDocument/2006/relationships/slide" Target="slide23.xml"  /><Relationship Id="rId7" Type="http://schemas.openxmlformats.org/officeDocument/2006/relationships/slide" Target="slide24.xml"  /><Relationship Id="rId8" Type="http://schemas.openxmlformats.org/officeDocument/2006/relationships/slide" Target="slide2.xml"  /><Relationship Id="rId9" Type="http://schemas.openxmlformats.org/officeDocument/2006/relationships/slide" Target="slide84.xml"  /></Relationships>
</file>

<file path=ppt/slides/_rels/slide8.xml.rels><?xml version="1.0" encoding="UTF-8" standalone="yes" ?><Relationships xmlns="http://schemas.openxmlformats.org/package/2006/relationships"><Relationship Id="rId1" Type="http://schemas.openxmlformats.org/officeDocument/2006/relationships/notesSlide" Target="../notesSlides/notesSlide8.xml"  /><Relationship Id="rId10" Type="http://schemas.openxmlformats.org/officeDocument/2006/relationships/slide" Target="slide87.xml"  /><Relationship Id="rId11" Type="http://schemas.openxmlformats.org/officeDocument/2006/relationships/slide" Target="slide1.xml"  /><Relationship Id="rId2" Type="http://schemas.openxmlformats.org/officeDocument/2006/relationships/slideLayout" Target="../slideLayouts/slideLayout5.xml"  /><Relationship Id="rId3" Type="http://schemas.openxmlformats.org/officeDocument/2006/relationships/image" Target="../media/image1.jpeg"  /><Relationship Id="rId4" Type="http://schemas.openxmlformats.org/officeDocument/2006/relationships/slide" Target="slide14.xml"  /><Relationship Id="rId5" Type="http://schemas.openxmlformats.org/officeDocument/2006/relationships/slide" Target="slide20.xml"  /><Relationship Id="rId6" Type="http://schemas.openxmlformats.org/officeDocument/2006/relationships/slide" Target="slide21.xml"  /><Relationship Id="rId7" Type="http://schemas.openxmlformats.org/officeDocument/2006/relationships/slide" Target="slide23.xml"  /><Relationship Id="rId8" Type="http://schemas.openxmlformats.org/officeDocument/2006/relationships/slide" Target="slide24.xml"  /><Relationship Id="rId9" Type="http://schemas.openxmlformats.org/officeDocument/2006/relationships/slide" Target="slide84.xml"  /></Relationships>
</file>

<file path=ppt/slides/_rels/slide9.xml.rels><?xml version="1.0" encoding="UTF-8" standalone="yes" ?><Relationships xmlns="http://schemas.openxmlformats.org/package/2006/relationships"><Relationship Id="rId1" Type="http://schemas.openxmlformats.org/officeDocument/2006/relationships/notesSlide" Target="../notesSlides/notesSlide9.xml"  /><Relationship Id="rId10" Type="http://schemas.openxmlformats.org/officeDocument/2006/relationships/slide" Target="slide1.xml"  /><Relationship Id="rId2" Type="http://schemas.openxmlformats.org/officeDocument/2006/relationships/slideLayout" Target="../slideLayouts/slideLayout5.xml"  /><Relationship Id="rId3" Type="http://schemas.openxmlformats.org/officeDocument/2006/relationships/slide" Target="slide14.xml"  /><Relationship Id="rId4" Type="http://schemas.openxmlformats.org/officeDocument/2006/relationships/slide" Target="slide20.xml"  /><Relationship Id="rId5" Type="http://schemas.openxmlformats.org/officeDocument/2006/relationships/slide" Target="slide21.xml"  /><Relationship Id="rId6" Type="http://schemas.openxmlformats.org/officeDocument/2006/relationships/slide" Target="slide23.xml"  /><Relationship Id="rId7" Type="http://schemas.openxmlformats.org/officeDocument/2006/relationships/slide" Target="slide24.xml"  /><Relationship Id="rId8" Type="http://schemas.openxmlformats.org/officeDocument/2006/relationships/slide" Target="slide84.xml"  /><Relationship Id="rId9" Type="http://schemas.openxmlformats.org/officeDocument/2006/relationships/slide" Target="slide87.xml"  /></Relationships>
</file>

<file path=ppt/slides/_rels/slide10.xml.rels><?xml version="1.0" encoding="UTF-8" standalone="yes" ?><Relationships xmlns="http://schemas.openxmlformats.org/package/2006/relationships"><Relationship Id="rId1" Type="http://schemas.openxmlformats.org/officeDocument/2006/relationships/notesSlide" Target="../notesSlides/notesSlide10.xml"  /><Relationship Id="rId10" Type="http://schemas.openxmlformats.org/officeDocument/2006/relationships/slide" Target="slide1.xml"  /><Relationship Id="rId2" Type="http://schemas.openxmlformats.org/officeDocument/2006/relationships/slideLayout" Target="../slideLayouts/slideLayout5.xml"  /><Relationship Id="rId3" Type="http://schemas.openxmlformats.org/officeDocument/2006/relationships/slide" Target="slide14.xml"  /><Relationship Id="rId4" Type="http://schemas.openxmlformats.org/officeDocument/2006/relationships/slide" Target="slide20.xml"  /><Relationship Id="rId5" Type="http://schemas.openxmlformats.org/officeDocument/2006/relationships/slide" Target="slide21.xml"  /><Relationship Id="rId6" Type="http://schemas.openxmlformats.org/officeDocument/2006/relationships/slide" Target="slide23.xml"  /><Relationship Id="rId7" Type="http://schemas.openxmlformats.org/officeDocument/2006/relationships/slide" Target="slide24.xml"  /><Relationship Id="rId8" Type="http://schemas.openxmlformats.org/officeDocument/2006/relationships/slide" Target="slide84.xml"  /><Relationship Id="rId9" Type="http://schemas.openxmlformats.org/officeDocument/2006/relationships/slide" Target="slide87.xml"  /></Relationships>
</file>

<file path=ppt/slides/_rels/slide11.xml.rels><?xml version="1.0" encoding="UTF-8" standalone="yes" ?><Relationships xmlns="http://schemas.openxmlformats.org/package/2006/relationships"><Relationship Id="rId1" Type="http://schemas.openxmlformats.org/officeDocument/2006/relationships/notesSlide" Target="../notesSlides/notesSlide11.xml"  /><Relationship Id="rId10" Type="http://schemas.openxmlformats.org/officeDocument/2006/relationships/slide" Target="slide1.xml"  /><Relationship Id="rId2" Type="http://schemas.openxmlformats.org/officeDocument/2006/relationships/slideLayout" Target="../slideLayouts/slideLayout5.xml"  /><Relationship Id="rId3" Type="http://schemas.openxmlformats.org/officeDocument/2006/relationships/slide" Target="slide14.xml"  /><Relationship Id="rId4" Type="http://schemas.openxmlformats.org/officeDocument/2006/relationships/slide" Target="slide20.xml"  /><Relationship Id="rId5" Type="http://schemas.openxmlformats.org/officeDocument/2006/relationships/slide" Target="slide21.xml"  /><Relationship Id="rId6" Type="http://schemas.openxmlformats.org/officeDocument/2006/relationships/slide" Target="slide23.xml"  /><Relationship Id="rId7" Type="http://schemas.openxmlformats.org/officeDocument/2006/relationships/slide" Target="slide24.xml"  /><Relationship Id="rId8" Type="http://schemas.openxmlformats.org/officeDocument/2006/relationships/slide" Target="slide84.xml"  /><Relationship Id="rId9" Type="http://schemas.openxmlformats.org/officeDocument/2006/relationships/slide" Target="slide87.xml"  /></Relationships>
</file>

<file path=ppt/slides/_rels/slide12.xml.rels><?xml version="1.0" encoding="UTF-8" standalone="yes" ?><Relationships xmlns="http://schemas.openxmlformats.org/package/2006/relationships"><Relationship Id="rId1" Type="http://schemas.openxmlformats.org/officeDocument/2006/relationships/notesSlide" Target="../notesSlides/notesSlide12.xml"  /><Relationship Id="rId10" Type="http://schemas.openxmlformats.org/officeDocument/2006/relationships/slide" Target="slide1.xml"  /><Relationship Id="rId2" Type="http://schemas.openxmlformats.org/officeDocument/2006/relationships/slideLayout" Target="../slideLayouts/slideLayout5.xml"  /><Relationship Id="rId3" Type="http://schemas.openxmlformats.org/officeDocument/2006/relationships/slide" Target="slide14.xml"  /><Relationship Id="rId4" Type="http://schemas.openxmlformats.org/officeDocument/2006/relationships/slide" Target="slide20.xml"  /><Relationship Id="rId5" Type="http://schemas.openxmlformats.org/officeDocument/2006/relationships/slide" Target="slide21.xml"  /><Relationship Id="rId6" Type="http://schemas.openxmlformats.org/officeDocument/2006/relationships/slide" Target="slide23.xml"  /><Relationship Id="rId7" Type="http://schemas.openxmlformats.org/officeDocument/2006/relationships/slide" Target="slide24.xml"  /><Relationship Id="rId8" Type="http://schemas.openxmlformats.org/officeDocument/2006/relationships/slide" Target="slide84.xml"  /><Relationship Id="rId9" Type="http://schemas.openxmlformats.org/officeDocument/2006/relationships/slide" Target="slide87.xml"  /></Relationships>
</file>

<file path=ppt/slides/_rels/slide13.xml.rels><?xml version="1.0" encoding="UTF-8" standalone="yes" ?><Relationships xmlns="http://schemas.openxmlformats.org/package/2006/relationships"><Relationship Id="rId1" Type="http://schemas.openxmlformats.org/officeDocument/2006/relationships/notesSlide" Target="../notesSlides/notesSlide13.xml"  /><Relationship Id="rId10" Type="http://schemas.openxmlformats.org/officeDocument/2006/relationships/slide" Target="slide24.xml"  /><Relationship Id="rId11" Type="http://schemas.openxmlformats.org/officeDocument/2006/relationships/slide" Target="slide84.xml"  /><Relationship Id="rId12" Type="http://schemas.openxmlformats.org/officeDocument/2006/relationships/slide" Target="slide87.xml"  /><Relationship Id="rId13" Type="http://schemas.openxmlformats.org/officeDocument/2006/relationships/slide" Target="slide1.xml"  /><Relationship Id="rId2" Type="http://schemas.openxmlformats.org/officeDocument/2006/relationships/slideLayout" Target="../slideLayouts/slideLayout5.xml"  /><Relationship Id="rId3" Type="http://schemas.openxmlformats.org/officeDocument/2006/relationships/hyperlink" Target="https://slidesgo.com/slidesgo-school/presentation-tips/how-to-modify-a-graph-in-our-templates?utm_source=slidesgo_template&amp;amp;utm_medium=referral-link&amp;amp;utm_campaign=how-to-modify-a-graph-in-our-templates&amp;amp;utm_term=slidesgo-school&amp;amp;utm_content=how-to-modify-a-graph-in-our-templates" TargetMode="External" /><Relationship Id="rId4" Type="http://schemas.openxmlformats.org/officeDocument/2006/relationships/hyperlink" Target="https://docs.google.com/spreadsheets/d/1k9pctFZYTFRmmQoJlcbHow70rgaKKUtM_lOyN7JnAd0/copy" TargetMode="External" /><Relationship Id="rId5" Type="http://schemas.openxmlformats.org/officeDocument/2006/relationships/image" Target="../media/image2.png"  /><Relationship Id="rId6" Type="http://schemas.openxmlformats.org/officeDocument/2006/relationships/slide" Target="slide14.xml"  /><Relationship Id="rId7" Type="http://schemas.openxmlformats.org/officeDocument/2006/relationships/slide" Target="slide20.xml"  /><Relationship Id="rId8" Type="http://schemas.openxmlformats.org/officeDocument/2006/relationships/slide" Target="slide21.xml"  /><Relationship Id="rId9" Type="http://schemas.openxmlformats.org/officeDocument/2006/relationships/slide" Target="slide23.xml"  /></Relationships>
</file>

<file path=ppt/slides/_rels/slide14.xml.rels><?xml version="1.0" encoding="UTF-8" standalone="yes" ?><Relationships xmlns="http://schemas.openxmlformats.org/package/2006/relationships"><Relationship Id="rId1" Type="http://schemas.openxmlformats.org/officeDocument/2006/relationships/notesSlide" Target="../notesSlides/notesSlide14.xml"  /><Relationship Id="rId10" Type="http://schemas.openxmlformats.org/officeDocument/2006/relationships/slide" Target="slide19.xml"  /><Relationship Id="rId11" Type="http://schemas.openxmlformats.org/officeDocument/2006/relationships/slide" Target="slide1.xml"  /><Relationship Id="rId12" Type="http://schemas.openxmlformats.org/officeDocument/2006/relationships/slide" Target="slide14.xml"  /><Relationship Id="rId2" Type="http://schemas.openxmlformats.org/officeDocument/2006/relationships/slideLayout" Target="../slideLayouts/slideLayout5.xml"  /><Relationship Id="rId3" Type="http://schemas.openxmlformats.org/officeDocument/2006/relationships/slide" Target="slide15.xml"  /><Relationship Id="rId4" Type="http://schemas.openxmlformats.org/officeDocument/2006/relationships/slide" Target="slide16.xml"  /><Relationship Id="rId5" Type="http://schemas.openxmlformats.org/officeDocument/2006/relationships/slide" Target="slide17.xml"  /><Relationship Id="rId6" Type="http://schemas.openxmlformats.org/officeDocument/2006/relationships/slide" Target="slide17.xml"  /><Relationship Id="rId7" Type="http://schemas.openxmlformats.org/officeDocument/2006/relationships/slide" Target="slide87.xml"  /><Relationship Id="rId8" Type="http://schemas.openxmlformats.org/officeDocument/2006/relationships/slide" Target="slide15.xml"  /><Relationship Id="rId9" Type="http://schemas.openxmlformats.org/officeDocument/2006/relationships/slide" Target="slide18.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  /><Relationship Id="rId2" Type="http://schemas.openxmlformats.org/officeDocument/2006/relationships/notesSlide" Target="../notesSlides/notesSlide15.xml"  /><Relationship Id="rId3" Type="http://schemas.openxmlformats.org/officeDocument/2006/relationships/hyperlink" Target="https://fonts.google.com/specimen/Darker+Grotesque" TargetMode="External" /><Relationship Id="rId4" Type="http://schemas.openxmlformats.org/officeDocument/2006/relationships/hyperlink" Target="https://fonts.google.com/specimen/Barlow" TargetMode="Externa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16.xml"  /><Relationship Id="rId3" Type="http://schemas.openxmlformats.org/officeDocument/2006/relationships/hyperlink" Target="https://www.freepik.com/free-photo/top-view-woman-working-as-economist_36300807.htm/?utm_source=slidesgo_template&amp;utm_medium=referral-link&amp;utm_campaign=sg_resources&amp;utm_content=freepik" TargetMode="External" /><Relationship Id="rId4" Type="http://schemas.openxmlformats.org/officeDocument/2006/relationships/hyperlink" Target="https://www.freepik.com/free-photo/woman-working-laptop-high-angle_37453483.htm/?utm_source=slidesgo_template&amp;utm_medium=referral-link&amp;utm_campaign=sg_resources&amp;utm_content=freepik" TargetMode="External" /><Relationship Id="rId5" Type="http://schemas.openxmlformats.org/officeDocument/2006/relationships/hyperlink" Target="https://www.freepik.com/free-photo/young-woman-doing-shopping-online_20546153.htm/?utm_source=slidesgo_template&amp;utm_medium=referral-link&amp;utm_campaign=sg_resources&amp;utm_content=freepik" TargetMode="External" /><Relationship Id="rId6" Type="http://schemas.openxmlformats.org/officeDocument/2006/relationships/hyperlink" Target="https://www.flaticon.com/packs/seo-and-sem/?utm_source=slidesgo_template&amp;utm_medium=referral-link&amp;utm_campaign=sg_resources&amp;utm_content=flaticon" TargetMode="Externa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17.xml"  /><Relationship Id="rId3" Type="http://schemas.openxmlformats.org/officeDocument/2006/relationships/hyperlink" Target="https://www.freepik.com/free-vector/flat-design-ui-ux-background-illustrated_16735339.htm/?utm_source=slidesgo_template&amp;utm_medium=referral-link&amp;utm_campaign=sg_resources&amp;utm_content=freepik" TargetMode="External" /><Relationship Id="rId4" Type="http://schemas.openxmlformats.org/officeDocument/2006/relationships/hyperlink" Target="https://www.freepik.com/free-vector/gradient-ui-ux-landing-page-template_17053993.htm/?utm_source=slidesgo_template&amp;utm_medium=referral-link&amp;utm_campaign=sg_resources&amp;utm_content=freepik" TargetMode="Externa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  /><Relationship Id="rId2" Type="http://schemas.openxmlformats.org/officeDocument/2006/relationships/notesSlide" Target="../notesSlides/notesSlide18.xml"  /><Relationship Id="rId3" Type="http://schemas.openxmlformats.org/officeDocument/2006/relationships/hyperlink" Target="https://workspace.google.com/marketplace/app/icons_for_slides_docs/381578326502" TargetMode="Externa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  /><Relationship Id="rId2" Type="http://schemas.openxmlformats.org/officeDocument/2006/relationships/notesSlide" Target="../notesSlides/notesSlide19.xml"  /><Relationship Id="rId3" Type="http://schemas.openxmlformats.org/officeDocument/2006/relationships/hyperlink" Target="https://bit.ly/2ZjL1pd" TargetMode="External" /></Relationships>
</file>

<file path=ppt/slides/_rels/slide20.xml.rels><?xml version="1.0" encoding="UTF-8" standalone="yes" ?><Relationships xmlns="http://schemas.openxmlformats.org/package/2006/relationships"><Relationship Id="rId1" Type="http://schemas.openxmlformats.org/officeDocument/2006/relationships/notesSlide" Target="../notesSlides/notesSlide20.xml"  /><Relationship Id="rId10" Type="http://schemas.openxmlformats.org/officeDocument/2006/relationships/slide" Target="slide84.xml"  /><Relationship Id="rId11" Type="http://schemas.openxmlformats.org/officeDocument/2006/relationships/slide" Target="slide3.xml"  /><Relationship Id="rId12" Type="http://schemas.openxmlformats.org/officeDocument/2006/relationships/slide" Target="slide4.xml"  /><Relationship Id="rId13" Type="http://schemas.openxmlformats.org/officeDocument/2006/relationships/slide" Target="slide5.xml"  /><Relationship Id="rId14" Type="http://schemas.openxmlformats.org/officeDocument/2006/relationships/slide" Target="slide6.xml"  /><Relationship Id="rId15" Type="http://schemas.openxmlformats.org/officeDocument/2006/relationships/slide" Target="slide7.xml"  /><Relationship Id="rId16" Type="http://schemas.openxmlformats.org/officeDocument/2006/relationships/slide" Target="slide8.xml"  /><Relationship Id="rId17" Type="http://schemas.openxmlformats.org/officeDocument/2006/relationships/slide" Target="slide9.xml"  /><Relationship Id="rId18" Type="http://schemas.openxmlformats.org/officeDocument/2006/relationships/slide" Target="slide10.xml"  /><Relationship Id="rId19" Type="http://schemas.openxmlformats.org/officeDocument/2006/relationships/slide" Target="slide11.xml"  /><Relationship Id="rId2" Type="http://schemas.openxmlformats.org/officeDocument/2006/relationships/slideLayout" Target="../slideLayouts/slideLayout12.xml"  /><Relationship Id="rId20" Type="http://schemas.openxmlformats.org/officeDocument/2006/relationships/slide" Target="slide12.xml"  /><Relationship Id="rId21" Type="http://schemas.openxmlformats.org/officeDocument/2006/relationships/slide" Target="slide13.xml"  /><Relationship Id="rId22" Type="http://schemas.openxmlformats.org/officeDocument/2006/relationships/slide" Target="slide87.xml"  /><Relationship Id="rId23" Type="http://schemas.openxmlformats.org/officeDocument/2006/relationships/image" Target="../media/image6.jpeg"  /><Relationship Id="rId3" Type="http://schemas.openxmlformats.org/officeDocument/2006/relationships/slide" Target="slide1.xml"  /><Relationship Id="rId4" Type="http://schemas.openxmlformats.org/officeDocument/2006/relationships/slide" Target="slide14.xml"  /><Relationship Id="rId5" Type="http://schemas.openxmlformats.org/officeDocument/2006/relationships/slide" Target="slide20.xml"  /><Relationship Id="rId6" Type="http://schemas.openxmlformats.org/officeDocument/2006/relationships/slide" Target="slide21.xml"  /><Relationship Id="rId7" Type="http://schemas.openxmlformats.org/officeDocument/2006/relationships/slide" Target="slide23.xml"  /><Relationship Id="rId8" Type="http://schemas.openxmlformats.org/officeDocument/2006/relationships/slide" Target="slide24.xml"  /><Relationship Id="rId9" Type="http://schemas.openxmlformats.org/officeDocument/2006/relationships/slide" Target="slide2.xml"  /></Relationships>
</file>

<file path=ppt/slides/_rels/slide21.xml.rels><?xml version="1.0" encoding="UTF-8" standalone="yes" ?><Relationships xmlns="http://schemas.openxmlformats.org/package/2006/relationships"><Relationship Id="rId1" Type="http://schemas.openxmlformats.org/officeDocument/2006/relationships/notesSlide" Target="../notesSlides/notesSlide21.xml"  /><Relationship Id="rId10" Type="http://schemas.openxmlformats.org/officeDocument/2006/relationships/slide" Target="slide84.xml"  /><Relationship Id="rId11" Type="http://schemas.openxmlformats.org/officeDocument/2006/relationships/slide" Target="slide3.xml"  /><Relationship Id="rId12" Type="http://schemas.openxmlformats.org/officeDocument/2006/relationships/slide" Target="slide4.xml"  /><Relationship Id="rId13" Type="http://schemas.openxmlformats.org/officeDocument/2006/relationships/slide" Target="slide5.xml"  /><Relationship Id="rId14" Type="http://schemas.openxmlformats.org/officeDocument/2006/relationships/slide" Target="slide6.xml"  /><Relationship Id="rId15" Type="http://schemas.openxmlformats.org/officeDocument/2006/relationships/slide" Target="slide7.xml"  /><Relationship Id="rId16" Type="http://schemas.openxmlformats.org/officeDocument/2006/relationships/slide" Target="slide8.xml"  /><Relationship Id="rId17" Type="http://schemas.openxmlformats.org/officeDocument/2006/relationships/slide" Target="slide9.xml"  /><Relationship Id="rId18" Type="http://schemas.openxmlformats.org/officeDocument/2006/relationships/slide" Target="slide10.xml"  /><Relationship Id="rId19" Type="http://schemas.openxmlformats.org/officeDocument/2006/relationships/slide" Target="slide11.xml"  /><Relationship Id="rId2" Type="http://schemas.openxmlformats.org/officeDocument/2006/relationships/slideLayout" Target="../slideLayouts/slideLayout6.xml"  /><Relationship Id="rId20" Type="http://schemas.openxmlformats.org/officeDocument/2006/relationships/slide" Target="slide12.xml"  /><Relationship Id="rId21" Type="http://schemas.openxmlformats.org/officeDocument/2006/relationships/slide" Target="slide13.xml"  /><Relationship Id="rId22" Type="http://schemas.openxmlformats.org/officeDocument/2006/relationships/slide" Target="slide87.xml"  /><Relationship Id="rId23" Type="http://schemas.openxmlformats.org/officeDocument/2006/relationships/image" Target="../media/image5.png"  /><Relationship Id="rId3" Type="http://schemas.openxmlformats.org/officeDocument/2006/relationships/image" Target="../media/image7.jpeg"  /><Relationship Id="rId4" Type="http://schemas.openxmlformats.org/officeDocument/2006/relationships/slide" Target="slide14.xml"  /><Relationship Id="rId5" Type="http://schemas.openxmlformats.org/officeDocument/2006/relationships/slide" Target="slide20.xml"  /><Relationship Id="rId6" Type="http://schemas.openxmlformats.org/officeDocument/2006/relationships/slide" Target="slide21.xml"  /><Relationship Id="rId7" Type="http://schemas.openxmlformats.org/officeDocument/2006/relationships/slide" Target="slide23.xml"  /><Relationship Id="rId8" Type="http://schemas.openxmlformats.org/officeDocument/2006/relationships/slide" Target="slide24.xml"  /><Relationship Id="rId9" Type="http://schemas.openxmlformats.org/officeDocument/2006/relationships/slide" Target="slide2.xml"  /></Relationships>
</file>

<file path=ppt/slides/_rels/slide22.xml.rels><?xml version="1.0" encoding="UTF-8" standalone="yes" ?><Relationships xmlns="http://schemas.openxmlformats.org/package/2006/relationships"><Relationship Id="rId1" Type="http://schemas.openxmlformats.org/officeDocument/2006/relationships/notesSlide" Target="../notesSlides/notesSlide22.xml"  /><Relationship Id="rId10" Type="http://schemas.openxmlformats.org/officeDocument/2006/relationships/slide" Target="slide3.xml"  /><Relationship Id="rId11" Type="http://schemas.openxmlformats.org/officeDocument/2006/relationships/slide" Target="slide4.xml"  /><Relationship Id="rId12" Type="http://schemas.openxmlformats.org/officeDocument/2006/relationships/slide" Target="slide5.xml"  /><Relationship Id="rId13" Type="http://schemas.openxmlformats.org/officeDocument/2006/relationships/slide" Target="slide6.xml"  /><Relationship Id="rId14" Type="http://schemas.openxmlformats.org/officeDocument/2006/relationships/slide" Target="slide7.xml"  /><Relationship Id="rId15" Type="http://schemas.openxmlformats.org/officeDocument/2006/relationships/slide" Target="slide8.xml"  /><Relationship Id="rId16" Type="http://schemas.openxmlformats.org/officeDocument/2006/relationships/slide" Target="slide9.xml"  /><Relationship Id="rId17" Type="http://schemas.openxmlformats.org/officeDocument/2006/relationships/slide" Target="slide10.xml"  /><Relationship Id="rId18" Type="http://schemas.openxmlformats.org/officeDocument/2006/relationships/slide" Target="slide11.xml"  /><Relationship Id="rId19" Type="http://schemas.openxmlformats.org/officeDocument/2006/relationships/slide" Target="slide12.xml"  /><Relationship Id="rId2" Type="http://schemas.openxmlformats.org/officeDocument/2006/relationships/slideLayout" Target="../slideLayouts/slideLayout6.xml"  /><Relationship Id="rId20" Type="http://schemas.openxmlformats.org/officeDocument/2006/relationships/slide" Target="slide13.xml"  /><Relationship Id="rId21" Type="http://schemas.openxmlformats.org/officeDocument/2006/relationships/slide" Target="slide87.xml"  /><Relationship Id="rId22" Type="http://schemas.openxmlformats.org/officeDocument/2006/relationships/hyperlink" Target="https://docs.google.com/spreadsheets/d/1cfhPAhxgoSSTt0Mr_6eZa3Z4JSX3FRCs0_GRCnQxJ0w/edit?gid=0#gid=0" TargetMode="External" /><Relationship Id="rId23" Type="http://schemas.openxmlformats.org/officeDocument/2006/relationships/hyperlink" Target="https://github.com/rambe98/naya-nong" TargetMode="External" /><Relationship Id="rId24" Type="http://schemas.openxmlformats.org/officeDocument/2006/relationships/image" Target="../media/image5.png"  /><Relationship Id="rId3" Type="http://schemas.openxmlformats.org/officeDocument/2006/relationships/slide" Target="slide14.xml"  /><Relationship Id="rId4" Type="http://schemas.openxmlformats.org/officeDocument/2006/relationships/slide" Target="slide20.xml"  /><Relationship Id="rId5" Type="http://schemas.openxmlformats.org/officeDocument/2006/relationships/slide" Target="slide21.xml"  /><Relationship Id="rId6" Type="http://schemas.openxmlformats.org/officeDocument/2006/relationships/slide" Target="slide23.xml"  /><Relationship Id="rId7" Type="http://schemas.openxmlformats.org/officeDocument/2006/relationships/slide" Target="slide24.xml"  /><Relationship Id="rId8" Type="http://schemas.openxmlformats.org/officeDocument/2006/relationships/slide" Target="slide2.xml"  /><Relationship Id="rId9" Type="http://schemas.openxmlformats.org/officeDocument/2006/relationships/slide" Target="slide84.xml"  /></Relationships>
</file>

<file path=ppt/slides/_rels/slide23.xml.rels><?xml version="1.0" encoding="UTF-8" standalone="yes" ?><Relationships xmlns="http://schemas.openxmlformats.org/package/2006/relationships"><Relationship Id="rId1" Type="http://schemas.openxmlformats.org/officeDocument/2006/relationships/notesSlide" Target="../notesSlides/notesSlide23.xml"  /><Relationship Id="rId10" Type="http://schemas.openxmlformats.org/officeDocument/2006/relationships/slide" Target="slide3.xml"  /><Relationship Id="rId11" Type="http://schemas.openxmlformats.org/officeDocument/2006/relationships/slide" Target="slide4.xml"  /><Relationship Id="rId12" Type="http://schemas.openxmlformats.org/officeDocument/2006/relationships/slide" Target="slide5.xml"  /><Relationship Id="rId13" Type="http://schemas.openxmlformats.org/officeDocument/2006/relationships/slide" Target="slide6.xml"  /><Relationship Id="rId14" Type="http://schemas.openxmlformats.org/officeDocument/2006/relationships/slide" Target="slide7.xml"  /><Relationship Id="rId15" Type="http://schemas.openxmlformats.org/officeDocument/2006/relationships/slide" Target="slide8.xml"  /><Relationship Id="rId16" Type="http://schemas.openxmlformats.org/officeDocument/2006/relationships/slide" Target="slide9.xml"  /><Relationship Id="rId17" Type="http://schemas.openxmlformats.org/officeDocument/2006/relationships/slide" Target="slide10.xml"  /><Relationship Id="rId18" Type="http://schemas.openxmlformats.org/officeDocument/2006/relationships/slide" Target="slide11.xml"  /><Relationship Id="rId19" Type="http://schemas.openxmlformats.org/officeDocument/2006/relationships/slide" Target="slide12.xml"  /><Relationship Id="rId2" Type="http://schemas.openxmlformats.org/officeDocument/2006/relationships/slideLayout" Target="../slideLayouts/slideLayout2.xml"  /><Relationship Id="rId20" Type="http://schemas.openxmlformats.org/officeDocument/2006/relationships/slide" Target="slide13.xml"  /><Relationship Id="rId21" Type="http://schemas.openxmlformats.org/officeDocument/2006/relationships/slide" Target="slide87.xml"  /><Relationship Id="rId22" Type="http://schemas.openxmlformats.org/officeDocument/2006/relationships/image" Target="../media/image6.jpeg"  /><Relationship Id="rId3" Type="http://schemas.openxmlformats.org/officeDocument/2006/relationships/slide" Target="slide14.xml"  /><Relationship Id="rId4" Type="http://schemas.openxmlformats.org/officeDocument/2006/relationships/slide" Target="slide20.xml"  /><Relationship Id="rId5" Type="http://schemas.openxmlformats.org/officeDocument/2006/relationships/slide" Target="slide21.xml"  /><Relationship Id="rId6" Type="http://schemas.openxmlformats.org/officeDocument/2006/relationships/slide" Target="slide23.xml"  /><Relationship Id="rId7" Type="http://schemas.openxmlformats.org/officeDocument/2006/relationships/slide" Target="slide24.xml"  /><Relationship Id="rId8" Type="http://schemas.openxmlformats.org/officeDocument/2006/relationships/slide" Target="slide2.xml"  /><Relationship Id="rId9" Type="http://schemas.openxmlformats.org/officeDocument/2006/relationships/slide" Target="slide84.xml"  /></Relationships>
</file>

<file path=ppt/slides/_rels/slide24.xml.rels><?xml version="1.0" encoding="UTF-8" standalone="yes" ?><Relationships xmlns="http://schemas.openxmlformats.org/package/2006/relationships"><Relationship Id="rId1" Type="http://schemas.openxmlformats.org/officeDocument/2006/relationships/notesSlide" Target="../notesSlides/notesSlide24.xml"  /><Relationship Id="rId10" Type="http://schemas.openxmlformats.org/officeDocument/2006/relationships/slide" Target="slide4.xml"  /><Relationship Id="rId11" Type="http://schemas.openxmlformats.org/officeDocument/2006/relationships/slide" Target="slide5.xml"  /><Relationship Id="rId12" Type="http://schemas.openxmlformats.org/officeDocument/2006/relationships/slide" Target="slide6.xml"  /><Relationship Id="rId13" Type="http://schemas.openxmlformats.org/officeDocument/2006/relationships/slide" Target="slide7.xml"  /><Relationship Id="rId14" Type="http://schemas.openxmlformats.org/officeDocument/2006/relationships/slide" Target="slide8.xml"  /><Relationship Id="rId15" Type="http://schemas.openxmlformats.org/officeDocument/2006/relationships/slide" Target="slide9.xml"  /><Relationship Id="rId16" Type="http://schemas.openxmlformats.org/officeDocument/2006/relationships/slide" Target="slide10.xml"  /><Relationship Id="rId17" Type="http://schemas.openxmlformats.org/officeDocument/2006/relationships/slide" Target="slide11.xml"  /><Relationship Id="rId18" Type="http://schemas.openxmlformats.org/officeDocument/2006/relationships/slide" Target="slide12.xml"  /><Relationship Id="rId19" Type="http://schemas.openxmlformats.org/officeDocument/2006/relationships/slide" Target="slide13.xml"  /><Relationship Id="rId2" Type="http://schemas.openxmlformats.org/officeDocument/2006/relationships/slideLayout" Target="../slideLayouts/slideLayout4.xml"  /><Relationship Id="rId20" Type="http://schemas.openxmlformats.org/officeDocument/2006/relationships/slide" Target="slide87.xml"  /><Relationship Id="rId21" Type="http://schemas.openxmlformats.org/officeDocument/2006/relationships/slide" Target="slide1.xml"  /><Relationship Id="rId22" Type="http://schemas.openxmlformats.org/officeDocument/2006/relationships/image" Target="../media/image5.png"  /><Relationship Id="rId3" Type="http://schemas.openxmlformats.org/officeDocument/2006/relationships/slide" Target="slide14.xml"  /><Relationship Id="rId4" Type="http://schemas.openxmlformats.org/officeDocument/2006/relationships/slide" Target="slide20.xml"  /><Relationship Id="rId5" Type="http://schemas.openxmlformats.org/officeDocument/2006/relationships/slide" Target="slide21.xml"  /><Relationship Id="rId6" Type="http://schemas.openxmlformats.org/officeDocument/2006/relationships/slide" Target="slide23.xml"  /><Relationship Id="rId7" Type="http://schemas.openxmlformats.org/officeDocument/2006/relationships/slide" Target="slide24.xml"  /><Relationship Id="rId8" Type="http://schemas.openxmlformats.org/officeDocument/2006/relationships/slide" Target="slide84.xml"  /><Relationship Id="rId9" Type="http://schemas.openxmlformats.org/officeDocument/2006/relationships/slide" Target="slide3.xml"  /></Relationships>
</file>

<file path=ppt/slides/_rels/slide25.xml.rels><?xml version="1.0" encoding="UTF-8" standalone="yes" ?><Relationships xmlns="http://schemas.openxmlformats.org/package/2006/relationships"><Relationship Id="rId1" Type="http://schemas.openxmlformats.org/officeDocument/2006/relationships/notesSlide" Target="../notesSlides/notesSlide25.xml"  /><Relationship Id="rId10" Type="http://schemas.openxmlformats.org/officeDocument/2006/relationships/slide" Target="slide4.xml"  /><Relationship Id="rId11" Type="http://schemas.openxmlformats.org/officeDocument/2006/relationships/slide" Target="slide5.xml"  /><Relationship Id="rId12" Type="http://schemas.openxmlformats.org/officeDocument/2006/relationships/slide" Target="slide6.xml"  /><Relationship Id="rId13" Type="http://schemas.openxmlformats.org/officeDocument/2006/relationships/slide" Target="slide7.xml"  /><Relationship Id="rId14" Type="http://schemas.openxmlformats.org/officeDocument/2006/relationships/slide" Target="slide8.xml"  /><Relationship Id="rId15" Type="http://schemas.openxmlformats.org/officeDocument/2006/relationships/slide" Target="slide9.xml"  /><Relationship Id="rId16" Type="http://schemas.openxmlformats.org/officeDocument/2006/relationships/slide" Target="slide10.xml"  /><Relationship Id="rId17" Type="http://schemas.openxmlformats.org/officeDocument/2006/relationships/slide" Target="slide11.xml"  /><Relationship Id="rId18" Type="http://schemas.openxmlformats.org/officeDocument/2006/relationships/slide" Target="slide12.xml"  /><Relationship Id="rId19" Type="http://schemas.openxmlformats.org/officeDocument/2006/relationships/slide" Target="slide13.xml"  /><Relationship Id="rId2" Type="http://schemas.openxmlformats.org/officeDocument/2006/relationships/slideLayout" Target="../slideLayouts/slideLayout2.xml"  /><Relationship Id="rId20" Type="http://schemas.openxmlformats.org/officeDocument/2006/relationships/slide" Target="slide87.xml"  /><Relationship Id="rId21" Type="http://schemas.openxmlformats.org/officeDocument/2006/relationships/image" Target="../media/image6.jpeg"  /><Relationship Id="rId3" Type="http://schemas.openxmlformats.org/officeDocument/2006/relationships/slide" Target="slide14.xml"  /><Relationship Id="rId4" Type="http://schemas.openxmlformats.org/officeDocument/2006/relationships/slide" Target="slide20.xml"  /><Relationship Id="rId5" Type="http://schemas.openxmlformats.org/officeDocument/2006/relationships/slide" Target="slide21.xml"  /><Relationship Id="rId6" Type="http://schemas.openxmlformats.org/officeDocument/2006/relationships/slide" Target="slide23.xml"  /><Relationship Id="rId7" Type="http://schemas.openxmlformats.org/officeDocument/2006/relationships/slide" Target="slide24.xml"  /><Relationship Id="rId8" Type="http://schemas.openxmlformats.org/officeDocument/2006/relationships/slide" Target="slide84.xml"  /><Relationship Id="rId9" Type="http://schemas.openxmlformats.org/officeDocument/2006/relationships/slide" Target="slide3.xml"  /></Relationships>
</file>

<file path=ppt/slides/_rels/slide26.xml.rels><?xml version="1.0" encoding="UTF-8" standalone="yes" ?><Relationships xmlns="http://schemas.openxmlformats.org/package/2006/relationships"><Relationship Id="rId1" Type="http://schemas.openxmlformats.org/officeDocument/2006/relationships/notesSlide" Target="../notesSlides/notesSlide26.xml"  /><Relationship Id="rId10" Type="http://schemas.openxmlformats.org/officeDocument/2006/relationships/slide" Target="slide4.xml"  /><Relationship Id="rId11" Type="http://schemas.openxmlformats.org/officeDocument/2006/relationships/slide" Target="slide5.xml"  /><Relationship Id="rId12" Type="http://schemas.openxmlformats.org/officeDocument/2006/relationships/slide" Target="slide6.xml"  /><Relationship Id="rId13" Type="http://schemas.openxmlformats.org/officeDocument/2006/relationships/slide" Target="slide7.xml"  /><Relationship Id="rId14" Type="http://schemas.openxmlformats.org/officeDocument/2006/relationships/slide" Target="slide8.xml"  /><Relationship Id="rId15" Type="http://schemas.openxmlformats.org/officeDocument/2006/relationships/slide" Target="slide9.xml"  /><Relationship Id="rId16" Type="http://schemas.openxmlformats.org/officeDocument/2006/relationships/slide" Target="slide10.xml"  /><Relationship Id="rId17" Type="http://schemas.openxmlformats.org/officeDocument/2006/relationships/slide" Target="slide11.xml"  /><Relationship Id="rId18" Type="http://schemas.openxmlformats.org/officeDocument/2006/relationships/slide" Target="slide12.xml"  /><Relationship Id="rId19" Type="http://schemas.openxmlformats.org/officeDocument/2006/relationships/slide" Target="slide13.xml"  /><Relationship Id="rId2" Type="http://schemas.openxmlformats.org/officeDocument/2006/relationships/slideLayout" Target="../slideLayouts/slideLayout13.xml"  /><Relationship Id="rId20" Type="http://schemas.openxmlformats.org/officeDocument/2006/relationships/slide" Target="slide87.xml"  /><Relationship Id="rId21" Type="http://schemas.openxmlformats.org/officeDocument/2006/relationships/slide" Target="slide1.xml"  /><Relationship Id="rId22" Type="http://schemas.openxmlformats.org/officeDocument/2006/relationships/image" Target="../media/image4.png"  /><Relationship Id="rId3" Type="http://schemas.openxmlformats.org/officeDocument/2006/relationships/slide" Target="slide14.xml"  /><Relationship Id="rId4" Type="http://schemas.openxmlformats.org/officeDocument/2006/relationships/slide" Target="slide20.xml"  /><Relationship Id="rId5" Type="http://schemas.openxmlformats.org/officeDocument/2006/relationships/slide" Target="slide21.xml"  /><Relationship Id="rId6" Type="http://schemas.openxmlformats.org/officeDocument/2006/relationships/slide" Target="slide23.xml"  /><Relationship Id="rId7" Type="http://schemas.openxmlformats.org/officeDocument/2006/relationships/slide" Target="slide24.xml"  /><Relationship Id="rId8" Type="http://schemas.openxmlformats.org/officeDocument/2006/relationships/slide" Target="slide84.xml"  /><Relationship Id="rId9" Type="http://schemas.openxmlformats.org/officeDocument/2006/relationships/slide" Target="slide3.xml"  /></Relationships>
</file>

<file path=ppt/slides/_rels/slide27.xml.rels><?xml version="1.0" encoding="UTF-8" standalone="yes" ?><Relationships xmlns="http://schemas.openxmlformats.org/package/2006/relationships"><Relationship Id="rId1" Type="http://schemas.openxmlformats.org/officeDocument/2006/relationships/notesSlide" Target="../notesSlides/notesSlide27.xml"  /><Relationship Id="rId10" Type="http://schemas.openxmlformats.org/officeDocument/2006/relationships/slide" Target="slide4.xml"  /><Relationship Id="rId11" Type="http://schemas.openxmlformats.org/officeDocument/2006/relationships/slide" Target="slide5.xml"  /><Relationship Id="rId12" Type="http://schemas.openxmlformats.org/officeDocument/2006/relationships/slide" Target="slide6.xml"  /><Relationship Id="rId13" Type="http://schemas.openxmlformats.org/officeDocument/2006/relationships/slide" Target="slide7.xml"  /><Relationship Id="rId14" Type="http://schemas.openxmlformats.org/officeDocument/2006/relationships/slide" Target="slide8.xml"  /><Relationship Id="rId15" Type="http://schemas.openxmlformats.org/officeDocument/2006/relationships/slide" Target="slide9.xml"  /><Relationship Id="rId16" Type="http://schemas.openxmlformats.org/officeDocument/2006/relationships/slide" Target="slide10.xml"  /><Relationship Id="rId17" Type="http://schemas.openxmlformats.org/officeDocument/2006/relationships/slide" Target="slide11.xml"  /><Relationship Id="rId18" Type="http://schemas.openxmlformats.org/officeDocument/2006/relationships/slide" Target="slide12.xml"  /><Relationship Id="rId19" Type="http://schemas.openxmlformats.org/officeDocument/2006/relationships/slide" Target="slide13.xml"  /><Relationship Id="rId2" Type="http://schemas.openxmlformats.org/officeDocument/2006/relationships/slideLayout" Target="../slideLayouts/slideLayout2.xml"  /><Relationship Id="rId20" Type="http://schemas.openxmlformats.org/officeDocument/2006/relationships/slide" Target="slide87.xml"  /><Relationship Id="rId21" Type="http://schemas.openxmlformats.org/officeDocument/2006/relationships/image" Target="../media/image6.jpeg"  /><Relationship Id="rId3" Type="http://schemas.openxmlformats.org/officeDocument/2006/relationships/slide" Target="slide14.xml"  /><Relationship Id="rId4" Type="http://schemas.openxmlformats.org/officeDocument/2006/relationships/slide" Target="slide20.xml"  /><Relationship Id="rId5" Type="http://schemas.openxmlformats.org/officeDocument/2006/relationships/slide" Target="slide21.xml"  /><Relationship Id="rId6" Type="http://schemas.openxmlformats.org/officeDocument/2006/relationships/slide" Target="slide23.xml"  /><Relationship Id="rId7" Type="http://schemas.openxmlformats.org/officeDocument/2006/relationships/slide" Target="slide24.xml"  /><Relationship Id="rId8" Type="http://schemas.openxmlformats.org/officeDocument/2006/relationships/slide" Target="slide84.xml"  /><Relationship Id="rId9" Type="http://schemas.openxmlformats.org/officeDocument/2006/relationships/slide" Target="slide3.xml"  /></Relationships>
</file>

<file path=ppt/slides/_rels/slide28.xml.rels><?xml version="1.0" encoding="UTF-8" standalone="yes" ?><Relationships xmlns="http://schemas.openxmlformats.org/package/2006/relationships"><Relationship Id="rId1" Type="http://schemas.openxmlformats.org/officeDocument/2006/relationships/notesSlide" Target="../notesSlides/notesSlide28.xml"  /><Relationship Id="rId2" Type="http://schemas.openxmlformats.org/officeDocument/2006/relationships/slideLayout" Target="../slideLayouts/slideLayout4.xml"  /><Relationship Id="rId3" Type="http://schemas.openxmlformats.org/officeDocument/2006/relationships/image" Target="../media/image8.png"  /></Relationships>
</file>

<file path=ppt/slides/_rels/slide29.xml.rels><?xml version="1.0" encoding="UTF-8" standalone="yes" ?><Relationships xmlns="http://schemas.openxmlformats.org/package/2006/relationships"><Relationship Id="rId1" Type="http://schemas.openxmlformats.org/officeDocument/2006/relationships/notesSlide" Target="../notesSlides/notesSlide29.xml"  /><Relationship Id="rId2" Type="http://schemas.openxmlformats.org/officeDocument/2006/relationships/slideLayout" Target="../slideLayouts/slideLayout4.xml"  /><Relationship Id="rId3" Type="http://schemas.openxmlformats.org/officeDocument/2006/relationships/image" Target="../media/image9.png"  /></Relationships>
</file>

<file path=ppt/slides/_rels/slide30.xml.rels><?xml version="1.0" encoding="UTF-8" standalone="yes" ?><Relationships xmlns="http://schemas.openxmlformats.org/package/2006/relationships"><Relationship Id="rId1" Type="http://schemas.openxmlformats.org/officeDocument/2006/relationships/notesSlide" Target="../notesSlides/notesSlide30.xml"  /><Relationship Id="rId2" Type="http://schemas.openxmlformats.org/officeDocument/2006/relationships/slideLayout" Target="../slideLayouts/slideLayout4.xml"  /><Relationship Id="rId3" Type="http://schemas.openxmlformats.org/officeDocument/2006/relationships/image" Target="../media/image10.png"  /></Relationships>
</file>

<file path=ppt/slides/_rels/slide31.xml.rels><?xml version="1.0" encoding="UTF-8" standalone="yes" ?><Relationships xmlns="http://schemas.openxmlformats.org/package/2006/relationships"><Relationship Id="rId1" Type="http://schemas.openxmlformats.org/officeDocument/2006/relationships/notesSlide" Target="../notesSlides/notesSlide31.xml"  /><Relationship Id="rId2" Type="http://schemas.openxmlformats.org/officeDocument/2006/relationships/slideLayout" Target="../slideLayouts/slideLayout4.xml"  /><Relationship Id="rId3" Type="http://schemas.openxmlformats.org/officeDocument/2006/relationships/image" Target="../media/image11.png"  /></Relationships>
</file>

<file path=ppt/slides/_rels/slide32.xml.rels><?xml version="1.0" encoding="UTF-8" standalone="yes" ?><Relationships xmlns="http://schemas.openxmlformats.org/package/2006/relationships"><Relationship Id="rId1" Type="http://schemas.openxmlformats.org/officeDocument/2006/relationships/notesSlide" Target="../notesSlides/notesSlide32.xml"  /><Relationship Id="rId2" Type="http://schemas.openxmlformats.org/officeDocument/2006/relationships/slideLayout" Target="../slideLayouts/slideLayout4.xml"  /><Relationship Id="rId3" Type="http://schemas.openxmlformats.org/officeDocument/2006/relationships/image" Target="../media/image12.png"  /></Relationships>
</file>

<file path=ppt/slides/_rels/slide33.xml.rels><?xml version="1.0" encoding="UTF-8" standalone="yes" ?><Relationships xmlns="http://schemas.openxmlformats.org/package/2006/relationships"><Relationship Id="rId1" Type="http://schemas.openxmlformats.org/officeDocument/2006/relationships/notesSlide" Target="../notesSlides/notesSlide33.xml"  /><Relationship Id="rId2" Type="http://schemas.openxmlformats.org/officeDocument/2006/relationships/slideLayout" Target="../slideLayouts/slideLayout4.xml"  /><Relationship Id="rId3" Type="http://schemas.openxmlformats.org/officeDocument/2006/relationships/image" Target="../media/image13.png"  /><Relationship Id="rId4" Type="http://schemas.openxmlformats.org/officeDocument/2006/relationships/image" Target="../media/image14.png"  /></Relationships>
</file>

<file path=ppt/slides/_rels/slide34.xml.rels><?xml version="1.0" encoding="UTF-8" standalone="yes" ?><Relationships xmlns="http://schemas.openxmlformats.org/package/2006/relationships"><Relationship Id="rId1" Type="http://schemas.openxmlformats.org/officeDocument/2006/relationships/notesSlide" Target="../notesSlides/notesSlide34.xml"  /><Relationship Id="rId2" Type="http://schemas.openxmlformats.org/officeDocument/2006/relationships/slideLayout" Target="../slideLayouts/slideLayout4.xml"  /><Relationship Id="rId3" Type="http://schemas.openxmlformats.org/officeDocument/2006/relationships/image" Target="../media/image15.png"  /><Relationship Id="rId4" Type="http://schemas.openxmlformats.org/officeDocument/2006/relationships/image" Target="../media/image16.png"  /></Relationships>
</file>

<file path=ppt/slides/_rels/slide35.xml.rels><?xml version="1.0" encoding="UTF-8" standalone="yes" ?><Relationships xmlns="http://schemas.openxmlformats.org/package/2006/relationships"><Relationship Id="rId1" Type="http://schemas.openxmlformats.org/officeDocument/2006/relationships/notesSlide" Target="../notesSlides/notesSlide35.xml"  /><Relationship Id="rId2" Type="http://schemas.openxmlformats.org/officeDocument/2006/relationships/slideLayout" Target="../slideLayouts/slideLayout4.xml"  /><Relationship Id="rId3" Type="http://schemas.openxmlformats.org/officeDocument/2006/relationships/image" Target="../media/image17.png"  /><Relationship Id="rId4" Type="http://schemas.openxmlformats.org/officeDocument/2006/relationships/image" Target="../media/image18.png"  /></Relationships>
</file>

<file path=ppt/slides/_rels/slide36.xml.rels><?xml version="1.0" encoding="UTF-8" standalone="yes" ?><Relationships xmlns="http://schemas.openxmlformats.org/package/2006/relationships"><Relationship Id="rId1" Type="http://schemas.openxmlformats.org/officeDocument/2006/relationships/notesSlide" Target="../notesSlides/notesSlide36.xml"  /><Relationship Id="rId2" Type="http://schemas.openxmlformats.org/officeDocument/2006/relationships/slideLayout" Target="../slideLayouts/slideLayout4.xml"  /><Relationship Id="rId3" Type="http://schemas.openxmlformats.org/officeDocument/2006/relationships/image" Target="../media/image19.png"  /><Relationship Id="rId4" Type="http://schemas.openxmlformats.org/officeDocument/2006/relationships/image" Target="../media/image20.png"  /></Relationships>
</file>

<file path=ppt/slides/_rels/slide37.xml.rels><?xml version="1.0" encoding="UTF-8" standalone="yes" ?><Relationships xmlns="http://schemas.openxmlformats.org/package/2006/relationships"><Relationship Id="rId1" Type="http://schemas.openxmlformats.org/officeDocument/2006/relationships/notesSlide" Target="../notesSlides/notesSlide37.xml"  /><Relationship Id="rId2" Type="http://schemas.openxmlformats.org/officeDocument/2006/relationships/slideLayout" Target="../slideLayouts/slideLayout4.xml"  /><Relationship Id="rId3" Type="http://schemas.openxmlformats.org/officeDocument/2006/relationships/image" Target="../media/image21.png"  /><Relationship Id="rId4" Type="http://schemas.openxmlformats.org/officeDocument/2006/relationships/image" Target="../media/image22.png"  /></Relationships>
</file>

<file path=ppt/slides/_rels/slide38.xml.rels><?xml version="1.0" encoding="UTF-8" standalone="yes" ?><Relationships xmlns="http://schemas.openxmlformats.org/package/2006/relationships"><Relationship Id="rId1" Type="http://schemas.openxmlformats.org/officeDocument/2006/relationships/notesSlide" Target="../notesSlides/notesSlide38.xml"  /><Relationship Id="rId2" Type="http://schemas.openxmlformats.org/officeDocument/2006/relationships/slideLayout" Target="../slideLayouts/slideLayout4.xml"  /><Relationship Id="rId3" Type="http://schemas.openxmlformats.org/officeDocument/2006/relationships/image" Target="../media/image23.png"  /><Relationship Id="rId4" Type="http://schemas.openxmlformats.org/officeDocument/2006/relationships/image" Target="../media/image24.png"  /></Relationships>
</file>

<file path=ppt/slides/_rels/slide39.xml.rels><?xml version="1.0" encoding="UTF-8" standalone="yes" ?><Relationships xmlns="http://schemas.openxmlformats.org/package/2006/relationships"><Relationship Id="rId1" Type="http://schemas.openxmlformats.org/officeDocument/2006/relationships/notesSlide" Target="../notesSlides/notesSlide39.xml"  /><Relationship Id="rId2" Type="http://schemas.openxmlformats.org/officeDocument/2006/relationships/slideLayout" Target="../slideLayouts/slideLayout4.xml"  /><Relationship Id="rId3" Type="http://schemas.openxmlformats.org/officeDocument/2006/relationships/image" Target="../media/image25.png"  /><Relationship Id="rId4" Type="http://schemas.openxmlformats.org/officeDocument/2006/relationships/image" Target="../media/image26.png"  /></Relationships>
</file>

<file path=ppt/slides/_rels/slide40.xml.rels><?xml version="1.0" encoding="UTF-8" standalone="yes" ?><Relationships xmlns="http://schemas.openxmlformats.org/package/2006/relationships"><Relationship Id="rId1" Type="http://schemas.openxmlformats.org/officeDocument/2006/relationships/notesSlide" Target="../notesSlides/notesSlide40.xml"  /><Relationship Id="rId2" Type="http://schemas.openxmlformats.org/officeDocument/2006/relationships/slideLayout" Target="../slideLayouts/slideLayout4.xml"  /><Relationship Id="rId3" Type="http://schemas.openxmlformats.org/officeDocument/2006/relationships/image" Target="../media/image25.png"  /><Relationship Id="rId4" Type="http://schemas.openxmlformats.org/officeDocument/2006/relationships/image" Target="../media/image26.png"  /></Relationships>
</file>

<file path=ppt/slides/_rels/slide41.xml.rels><?xml version="1.0" encoding="UTF-8" standalone="yes" ?><Relationships xmlns="http://schemas.openxmlformats.org/package/2006/relationships"><Relationship Id="rId1" Type="http://schemas.openxmlformats.org/officeDocument/2006/relationships/notesSlide" Target="../notesSlides/notesSlide41.xml"  /><Relationship Id="rId2" Type="http://schemas.openxmlformats.org/officeDocument/2006/relationships/slideLayout" Target="../slideLayouts/slideLayout4.xml"  /><Relationship Id="rId3" Type="http://schemas.openxmlformats.org/officeDocument/2006/relationships/image" Target="../media/image27.png"  /></Relationships>
</file>

<file path=ppt/slides/_rels/slide42.xml.rels><?xml version="1.0" encoding="UTF-8" standalone="yes" ?><Relationships xmlns="http://schemas.openxmlformats.org/package/2006/relationships"><Relationship Id="rId1" Type="http://schemas.openxmlformats.org/officeDocument/2006/relationships/notesSlide" Target="../notesSlides/notesSlide42.xml"  /><Relationship Id="rId2" Type="http://schemas.openxmlformats.org/officeDocument/2006/relationships/slideLayout" Target="../slideLayouts/slideLayout4.xml"  /><Relationship Id="rId3" Type="http://schemas.openxmlformats.org/officeDocument/2006/relationships/image" Target="../media/image28.png"  /></Relationships>
</file>

<file path=ppt/slides/_rels/slide43.xml.rels><?xml version="1.0" encoding="UTF-8" standalone="yes" ?><Relationships xmlns="http://schemas.openxmlformats.org/package/2006/relationships"><Relationship Id="rId1" Type="http://schemas.openxmlformats.org/officeDocument/2006/relationships/notesSlide" Target="../notesSlides/notesSlide43.xml"  /><Relationship Id="rId2" Type="http://schemas.openxmlformats.org/officeDocument/2006/relationships/slideLayout" Target="../slideLayouts/slideLayout4.xml"  /><Relationship Id="rId3" Type="http://schemas.openxmlformats.org/officeDocument/2006/relationships/image" Target="../media/image29.png"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0.png"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1.png"  /><Relationship Id="rId3" Type="http://schemas.openxmlformats.org/officeDocument/2006/relationships/image" Target="../media/image32.png"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3.png"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4.png"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5.png"  /><Relationship Id="rId3" Type="http://schemas.openxmlformats.org/officeDocument/2006/relationships/image" Target="../media/image36.png"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7.png"  /><Relationship Id="rId3" Type="http://schemas.openxmlformats.org/officeDocument/2006/relationships/image" Target="../media/image38.png"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9.png"  /><Relationship Id="rId3" Type="http://schemas.openxmlformats.org/officeDocument/2006/relationships/image" Target="../media/image40.png"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1.png"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2.png"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3.png"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4.png"  /><Relationship Id="rId3" Type="http://schemas.openxmlformats.org/officeDocument/2006/relationships/image" Target="../media/image45.png"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6.png"  /><Relationship Id="rId3" Type="http://schemas.openxmlformats.org/officeDocument/2006/relationships/image" Target="../media/image47.png"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8.png"  /><Relationship Id="rId3" Type="http://schemas.openxmlformats.org/officeDocument/2006/relationships/image" Target="../media/image49.png"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0.png"  /><Relationship Id="rId3" Type="http://schemas.openxmlformats.org/officeDocument/2006/relationships/image" Target="../media/image51.png"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2.png"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3.png"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4.png"  /></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5.png"  /><Relationship Id="rId3" Type="http://schemas.openxmlformats.org/officeDocument/2006/relationships/image" Target="../media/image56.png"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7.png"  /><Relationship Id="rId3" Type="http://schemas.openxmlformats.org/officeDocument/2006/relationships/image" Target="../media/image58.png"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9.png"  /><Relationship Id="rId3" Type="http://schemas.openxmlformats.org/officeDocument/2006/relationships/image" Target="../media/image60.png"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1.png"  /></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2.png"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3.png"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4.png"  /><Relationship Id="rId3" Type="http://schemas.openxmlformats.org/officeDocument/2006/relationships/image" Target="../media/image65.png"  /></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6.png"  /><Relationship Id="rId3" Type="http://schemas.openxmlformats.org/officeDocument/2006/relationships/image" Target="../media/image67.png"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8.png"  /><Relationship Id="rId3" Type="http://schemas.openxmlformats.org/officeDocument/2006/relationships/image" Target="../media/image69.png"  /></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0.png"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1.png"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2.png"  /></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3.png"  /><Relationship Id="rId3" Type="http://schemas.openxmlformats.org/officeDocument/2006/relationships/image" Target="../media/image74.png"  /></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5.png"  /><Relationship Id="rId3" Type="http://schemas.openxmlformats.org/officeDocument/2006/relationships/image" Target="../media/image76.png"  /></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7.png"  /></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8.png"  /><Relationship Id="rId3" Type="http://schemas.openxmlformats.org/officeDocument/2006/relationships/image" Target="../media/image79.png"  /></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0.png"  /></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1.png"  /></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2.png"  /></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3.png"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4.png"  /></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5.png"  /><Relationship Id="rId3" Type="http://schemas.openxmlformats.org/officeDocument/2006/relationships/image" Target="../media/image86.png"  /></Relationships>
</file>

<file path=ppt/slides/_rels/slide83.xml.rels><?xml version="1.0" encoding="UTF-8" standalone="yes" ?><Relationships xmlns="http://schemas.openxmlformats.org/package/2006/relationships"><Relationship Id="rId1" Type="http://schemas.openxmlformats.org/officeDocument/2006/relationships/notesSlide" Target="../notesSlides/notesSlide44.xml"  /><Relationship Id="rId10" Type="http://schemas.openxmlformats.org/officeDocument/2006/relationships/slide" Target="slide4.xml"  /><Relationship Id="rId11" Type="http://schemas.openxmlformats.org/officeDocument/2006/relationships/slide" Target="slide5.xml"  /><Relationship Id="rId12" Type="http://schemas.openxmlformats.org/officeDocument/2006/relationships/slide" Target="slide6.xml"  /><Relationship Id="rId13" Type="http://schemas.openxmlformats.org/officeDocument/2006/relationships/slide" Target="slide7.xml"  /><Relationship Id="rId14" Type="http://schemas.openxmlformats.org/officeDocument/2006/relationships/slide" Target="slide8.xml"  /><Relationship Id="rId15" Type="http://schemas.openxmlformats.org/officeDocument/2006/relationships/slide" Target="slide9.xml"  /><Relationship Id="rId16" Type="http://schemas.openxmlformats.org/officeDocument/2006/relationships/slide" Target="slide10.xml"  /><Relationship Id="rId17" Type="http://schemas.openxmlformats.org/officeDocument/2006/relationships/slide" Target="slide11.xml"  /><Relationship Id="rId18" Type="http://schemas.openxmlformats.org/officeDocument/2006/relationships/slide" Target="slide12.xml"  /><Relationship Id="rId19" Type="http://schemas.openxmlformats.org/officeDocument/2006/relationships/slide" Target="slide13.xml"  /><Relationship Id="rId2" Type="http://schemas.openxmlformats.org/officeDocument/2006/relationships/slideLayout" Target="../slideLayouts/slideLayout2.xml"  /><Relationship Id="rId20" Type="http://schemas.openxmlformats.org/officeDocument/2006/relationships/slide" Target="slide87.xml"  /><Relationship Id="rId21" Type="http://schemas.openxmlformats.org/officeDocument/2006/relationships/image" Target="../media/image6.jpeg"  /><Relationship Id="rId3" Type="http://schemas.openxmlformats.org/officeDocument/2006/relationships/slide" Target="slide14.xml"  /><Relationship Id="rId4" Type="http://schemas.openxmlformats.org/officeDocument/2006/relationships/slide" Target="slide20.xml"  /><Relationship Id="rId5" Type="http://schemas.openxmlformats.org/officeDocument/2006/relationships/slide" Target="slide21.xml"  /><Relationship Id="rId6" Type="http://schemas.openxmlformats.org/officeDocument/2006/relationships/slide" Target="slide23.xml"  /><Relationship Id="rId7" Type="http://schemas.openxmlformats.org/officeDocument/2006/relationships/slide" Target="slide24.xml"  /><Relationship Id="rId8" Type="http://schemas.openxmlformats.org/officeDocument/2006/relationships/slide" Target="slide84.xml"  /><Relationship Id="rId9" Type="http://schemas.openxmlformats.org/officeDocument/2006/relationships/slide" Target="slide3.xml"  /></Relationships>
</file>

<file path=ppt/slides/_rels/slide84.xml.rels><?xml version="1.0" encoding="UTF-8" standalone="yes" ?><Relationships xmlns="http://schemas.openxmlformats.org/package/2006/relationships"><Relationship Id="rId1" Type="http://schemas.openxmlformats.org/officeDocument/2006/relationships/notesSlide" Target="../notesSlides/notesSlide45.xml"  /><Relationship Id="rId10" Type="http://schemas.openxmlformats.org/officeDocument/2006/relationships/slide" Target="slide4.xml"  /><Relationship Id="rId11" Type="http://schemas.openxmlformats.org/officeDocument/2006/relationships/slide" Target="slide5.xml"  /><Relationship Id="rId12" Type="http://schemas.openxmlformats.org/officeDocument/2006/relationships/slide" Target="slide6.xml"  /><Relationship Id="rId13" Type="http://schemas.openxmlformats.org/officeDocument/2006/relationships/slide" Target="slide7.xml"  /><Relationship Id="rId14" Type="http://schemas.openxmlformats.org/officeDocument/2006/relationships/slide" Target="slide8.xml"  /><Relationship Id="rId15" Type="http://schemas.openxmlformats.org/officeDocument/2006/relationships/slide" Target="slide9.xml"  /><Relationship Id="rId16" Type="http://schemas.openxmlformats.org/officeDocument/2006/relationships/slide" Target="slide10.xml"  /><Relationship Id="rId17" Type="http://schemas.openxmlformats.org/officeDocument/2006/relationships/slide" Target="slide11.xml"  /><Relationship Id="rId18" Type="http://schemas.openxmlformats.org/officeDocument/2006/relationships/slide" Target="slide12.xml"  /><Relationship Id="rId19" Type="http://schemas.openxmlformats.org/officeDocument/2006/relationships/slide" Target="slide13.xml"  /><Relationship Id="rId2" Type="http://schemas.openxmlformats.org/officeDocument/2006/relationships/slideLayout" Target="../slideLayouts/slideLayout14.xml"  /><Relationship Id="rId20" Type="http://schemas.openxmlformats.org/officeDocument/2006/relationships/slide" Target="slide87.xml"  /><Relationship Id="rId21" Type="http://schemas.openxmlformats.org/officeDocument/2006/relationships/slide" Target="slide1.xml"  /><Relationship Id="rId3" Type="http://schemas.openxmlformats.org/officeDocument/2006/relationships/slide" Target="slide14.xml"  /><Relationship Id="rId4" Type="http://schemas.openxmlformats.org/officeDocument/2006/relationships/slide" Target="slide20.xml"  /><Relationship Id="rId5" Type="http://schemas.openxmlformats.org/officeDocument/2006/relationships/slide" Target="slide21.xml"  /><Relationship Id="rId6" Type="http://schemas.openxmlformats.org/officeDocument/2006/relationships/slide" Target="slide23.xml"  /><Relationship Id="rId7" Type="http://schemas.openxmlformats.org/officeDocument/2006/relationships/slide" Target="slide24.xml"  /><Relationship Id="rId8" Type="http://schemas.openxmlformats.org/officeDocument/2006/relationships/slide" Target="slide84.xml"  /><Relationship Id="rId9" Type="http://schemas.openxmlformats.org/officeDocument/2006/relationships/slide" Target="slide3.xml"  /></Relationships>
</file>

<file path=ppt/slides/_rels/slide85.xml.rels><?xml version="1.0" encoding="UTF-8" standalone="yes" ?><Relationships xmlns="http://schemas.openxmlformats.org/package/2006/relationships"><Relationship Id="rId1" Type="http://schemas.openxmlformats.org/officeDocument/2006/relationships/notesSlide" Target="../notesSlides/notesSlide46.xml"  /><Relationship Id="rId10" Type="http://schemas.openxmlformats.org/officeDocument/2006/relationships/slide" Target="slide4.xml"  /><Relationship Id="rId11" Type="http://schemas.openxmlformats.org/officeDocument/2006/relationships/slide" Target="slide5.xml"  /><Relationship Id="rId12" Type="http://schemas.openxmlformats.org/officeDocument/2006/relationships/slide" Target="slide6.xml"  /><Relationship Id="rId13" Type="http://schemas.openxmlformats.org/officeDocument/2006/relationships/slide" Target="slide7.xml"  /><Relationship Id="rId14" Type="http://schemas.openxmlformats.org/officeDocument/2006/relationships/slide" Target="slide8.xml"  /><Relationship Id="rId15" Type="http://schemas.openxmlformats.org/officeDocument/2006/relationships/slide" Target="slide9.xml"  /><Relationship Id="rId16" Type="http://schemas.openxmlformats.org/officeDocument/2006/relationships/slide" Target="slide10.xml"  /><Relationship Id="rId17" Type="http://schemas.openxmlformats.org/officeDocument/2006/relationships/slide" Target="slide11.xml"  /><Relationship Id="rId18" Type="http://schemas.openxmlformats.org/officeDocument/2006/relationships/slide" Target="slide12.xml"  /><Relationship Id="rId19" Type="http://schemas.openxmlformats.org/officeDocument/2006/relationships/slide" Target="slide13.xml"  /><Relationship Id="rId2" Type="http://schemas.openxmlformats.org/officeDocument/2006/relationships/slideLayout" Target="../slideLayouts/slideLayout14.xml"  /><Relationship Id="rId20" Type="http://schemas.openxmlformats.org/officeDocument/2006/relationships/slide" Target="slide87.xml"  /><Relationship Id="rId21" Type="http://schemas.openxmlformats.org/officeDocument/2006/relationships/slide" Target="slide1.xml"  /><Relationship Id="rId3" Type="http://schemas.openxmlformats.org/officeDocument/2006/relationships/slide" Target="slide14.xml"  /><Relationship Id="rId4" Type="http://schemas.openxmlformats.org/officeDocument/2006/relationships/slide" Target="slide20.xml"  /><Relationship Id="rId5" Type="http://schemas.openxmlformats.org/officeDocument/2006/relationships/slide" Target="slide21.xml"  /><Relationship Id="rId6" Type="http://schemas.openxmlformats.org/officeDocument/2006/relationships/slide" Target="slide23.xml"  /><Relationship Id="rId7" Type="http://schemas.openxmlformats.org/officeDocument/2006/relationships/slide" Target="slide24.xml"  /><Relationship Id="rId8" Type="http://schemas.openxmlformats.org/officeDocument/2006/relationships/slide" Target="slide84.xml"  /><Relationship Id="rId9" Type="http://schemas.openxmlformats.org/officeDocument/2006/relationships/slide" Target="slide3.xml"  /></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4.xml"  /></Relationships>
</file>

<file path=ppt/slides/_rels/slide87.xml.rels><?xml version="1.0" encoding="UTF-8" standalone="yes" ?><Relationships xmlns="http://schemas.openxmlformats.org/package/2006/relationships"><Relationship Id="rId1" Type="http://schemas.openxmlformats.org/officeDocument/2006/relationships/notesSlide" Target="../notesSlides/notesSlide47.xml"  /><Relationship Id="rId10" Type="http://schemas.openxmlformats.org/officeDocument/2006/relationships/slide" Target="slide1.xml"  /><Relationship Id="rId2" Type="http://schemas.openxmlformats.org/officeDocument/2006/relationships/slideLayout" Target="../slideLayouts/slideLayout17.xml"  /><Relationship Id="rId3" Type="http://schemas.openxmlformats.org/officeDocument/2006/relationships/slide" Target="slide14.xml"  /><Relationship Id="rId4" Type="http://schemas.openxmlformats.org/officeDocument/2006/relationships/slide" Target="slide20.xml"  /><Relationship Id="rId5" Type="http://schemas.openxmlformats.org/officeDocument/2006/relationships/slide" Target="slide21.xml"  /><Relationship Id="rId6" Type="http://schemas.openxmlformats.org/officeDocument/2006/relationships/slide" Target="slide23.xml"  /><Relationship Id="rId7" Type="http://schemas.openxmlformats.org/officeDocument/2006/relationships/slide" Target="slide24.xml"  /><Relationship Id="rId8" Type="http://schemas.openxmlformats.org/officeDocument/2006/relationships/slide" Target="slide84.xml"  /><Relationship Id="rId9" Type="http://schemas.openxmlformats.org/officeDocument/2006/relationships/slide" Target="slide87.xml"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pSp>
        <p:nvGrpSpPr>
          <p:cNvPr id="213" name="Google Shape;213;p24"/>
          <p:cNvGrpSpPr/>
          <p:nvPr/>
        </p:nvGrpSpPr>
        <p:grpSpPr>
          <a:xfrm>
            <a:off x="1738925" y="4718600"/>
            <a:ext cx="5666144" cy="116400"/>
            <a:chOff x="1738925" y="4718600"/>
            <a:chExt cx="5666144" cy="116400"/>
          </a:xfrm>
        </p:grpSpPr>
        <p:sp>
          <p:nvSpPr>
            <p:cNvPr id="214" name="Google Shape;214;p24">
              <a:hlinkClick action="ppaction://hlinksldjump" r:id="rId3"/>
            </p:cNvPr>
            <p:cNvSpPr/>
            <p:nvPr/>
          </p:nvSpPr>
          <p:spPr>
            <a:xfrm>
              <a:off x="1738925" y="4718600"/>
              <a:ext cx="116400" cy="1164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5" name="Google Shape;215;p24">
              <a:hlinkClick action="ppaction://hlinksldjump" r:id="rId4"/>
            </p:cNvPr>
            <p:cNvSpPr/>
            <p:nvPr/>
          </p:nvSpPr>
          <p:spPr>
            <a:xfrm>
              <a:off x="203101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6" name="Google Shape;216;p24">
              <a:hlinkClick action="ppaction://hlinksldjump" r:id="rId5"/>
            </p:cNvPr>
            <p:cNvSpPr/>
            <p:nvPr/>
          </p:nvSpPr>
          <p:spPr>
            <a:xfrm>
              <a:off x="232310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7" name="Google Shape;217;p24">
              <a:hlinkClick action="ppaction://hlinksldjump" r:id="rId6"/>
            </p:cNvPr>
            <p:cNvSpPr/>
            <p:nvPr/>
          </p:nvSpPr>
          <p:spPr>
            <a:xfrm>
              <a:off x="2615200"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8" name="Google Shape;218;p24">
              <a:hlinkClick action="ppaction://hlinksldjump" r:id="rId7"/>
            </p:cNvPr>
            <p:cNvSpPr/>
            <p:nvPr/>
          </p:nvSpPr>
          <p:spPr>
            <a:xfrm>
              <a:off x="2907292"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19" name="Google Shape;219;p24">
              <a:hlinkClick action="ppaction://hlinksldjump" r:id="rId8"/>
            </p:cNvPr>
            <p:cNvSpPr/>
            <p:nvPr/>
          </p:nvSpPr>
          <p:spPr>
            <a:xfrm>
              <a:off x="3199384"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0" name="Google Shape;220;p24">
              <a:hlinkClick action="ppaction://hlinksldjump" r:id="rId9"/>
            </p:cNvPr>
            <p:cNvSpPr/>
            <p:nvPr/>
          </p:nvSpPr>
          <p:spPr>
            <a:xfrm>
              <a:off x="3491476"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1" name="Google Shape;221;p24">
              <a:hlinkClick action="ppaction://hlinksldjump" r:id="rId10"/>
            </p:cNvPr>
            <p:cNvSpPr/>
            <p:nvPr/>
          </p:nvSpPr>
          <p:spPr>
            <a:xfrm>
              <a:off x="378356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2" name="Google Shape;222;p24">
              <a:hlinkClick action="ppaction://hlinksldjump" r:id="rId11"/>
            </p:cNvPr>
            <p:cNvSpPr/>
            <p:nvPr/>
          </p:nvSpPr>
          <p:spPr>
            <a:xfrm>
              <a:off x="407565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3" name="Google Shape;223;p24">
              <a:hlinkClick action="ppaction://hlinksldjump" r:id="rId12"/>
            </p:cNvPr>
            <p:cNvSpPr/>
            <p:nvPr/>
          </p:nvSpPr>
          <p:spPr>
            <a:xfrm>
              <a:off x="4367751"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4" name="Google Shape;224;p24">
              <a:hlinkClick action="ppaction://hlinksldjump" r:id="rId13"/>
            </p:cNvPr>
            <p:cNvSpPr/>
            <p:nvPr/>
          </p:nvSpPr>
          <p:spPr>
            <a:xfrm>
              <a:off x="4659843"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5" name="Google Shape;225;p24">
              <a:hlinkClick action="ppaction://hlinksldjump" r:id="rId14"/>
            </p:cNvPr>
            <p:cNvSpPr/>
            <p:nvPr/>
          </p:nvSpPr>
          <p:spPr>
            <a:xfrm>
              <a:off x="4951934"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6" name="Google Shape;226;p24">
              <a:hlinkClick action="ppaction://hlinksldjump" r:id="rId15"/>
            </p:cNvPr>
            <p:cNvSpPr/>
            <p:nvPr/>
          </p:nvSpPr>
          <p:spPr>
            <a:xfrm>
              <a:off x="5244026"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7" name="Google Shape;227;p24">
              <a:hlinkClick action="ppaction://hlinksldjump" r:id="rId16"/>
            </p:cNvPr>
            <p:cNvSpPr/>
            <p:nvPr/>
          </p:nvSpPr>
          <p:spPr>
            <a:xfrm>
              <a:off x="5536118"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8" name="Google Shape;228;p24">
              <a:hlinkClick action="ppaction://hlinksldjump" r:id="rId17"/>
            </p:cNvPr>
            <p:cNvSpPr/>
            <p:nvPr/>
          </p:nvSpPr>
          <p:spPr>
            <a:xfrm>
              <a:off x="5828210"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9" name="Google Shape;229;p24">
              <a:hlinkClick action="ppaction://hlinksldjump" r:id="rId18"/>
            </p:cNvPr>
            <p:cNvSpPr/>
            <p:nvPr/>
          </p:nvSpPr>
          <p:spPr>
            <a:xfrm>
              <a:off x="6120302"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0" name="Google Shape;230;p24">
              <a:hlinkClick action="ppaction://hlinksldjump" r:id="rId19"/>
            </p:cNvPr>
            <p:cNvSpPr/>
            <p:nvPr/>
          </p:nvSpPr>
          <p:spPr>
            <a:xfrm>
              <a:off x="6412393"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1" name="Google Shape;231;p24">
              <a:hlinkClick action="ppaction://hlinksldjump" r:id="rId20"/>
            </p:cNvPr>
            <p:cNvSpPr/>
            <p:nvPr/>
          </p:nvSpPr>
          <p:spPr>
            <a:xfrm>
              <a:off x="6704485"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2" name="Google Shape;232;p24">
              <a:hlinkClick action="ppaction://hlinksldjump" r:id="rId21"/>
            </p:cNvPr>
            <p:cNvSpPr/>
            <p:nvPr/>
          </p:nvSpPr>
          <p:spPr>
            <a:xfrm>
              <a:off x="699657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33" name="Google Shape;233;p24">
              <a:hlinkClick action="ppaction://hlinksldjump" r:id="rId22"/>
            </p:cNvPr>
            <p:cNvSpPr/>
            <p:nvPr/>
          </p:nvSpPr>
          <p:spPr>
            <a:xfrm>
              <a:off x="728866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234" name="Google Shape;234;p24"/>
          <p:cNvSpPr txBox="1">
            <a:spLocks noGrp="1"/>
          </p:cNvSpPr>
          <p:nvPr>
            <p:ph type="ctrTitle" idx="0"/>
          </p:nvPr>
        </p:nvSpPr>
        <p:spPr>
          <a:xfrm>
            <a:off x="2581546" y="2571750"/>
            <a:ext cx="3980908" cy="1477677"/>
          </a:xfrm>
          <a:prstGeom prst="rect">
            <a:avLst/>
          </a:prstGeom>
        </p:spPr>
        <p:txBody>
          <a:bodyPr wrap="square" lIns="91424" tIns="91424" rIns="91424" bIns="91424" anchor="b" anchorCtr="0">
            <a:noAutofit/>
          </a:bodyPr>
          <a:lstStyle/>
          <a:p>
            <a:pPr marL="0" lvl="0" indent="0" algn="ctr" rtl="0">
              <a:spcBef>
                <a:spcPts val="0"/>
              </a:spcBef>
              <a:spcAft>
                <a:spcPts val="0"/>
              </a:spcAft>
              <a:buNone/>
              <a:defRPr/>
            </a:pPr>
            <a:r>
              <a:rPr lang="ko-KR" altLang="en-US">
                <a:latin typeface="상상토끼 꽃길"/>
                <a:ea typeface="상상토끼 꽃길"/>
              </a:rPr>
              <a:t>나야</a:t>
            </a:r>
            <a:r>
              <a:rPr lang="en-US" altLang="ko-KR">
                <a:latin typeface="상상토끼 꽃길"/>
                <a:ea typeface="상상토끼 꽃길"/>
              </a:rPr>
              <a:t>,</a:t>
            </a:r>
            <a:r>
              <a:rPr lang="ko-KR" altLang="en-US">
                <a:latin typeface="상상토끼 꽃길"/>
                <a:ea typeface="상상토끼 꽃길"/>
              </a:rPr>
              <a:t> 농</a:t>
            </a:r>
            <a:endParaRPr lang="ko-KR" altLang="en-US">
              <a:latin typeface="상상토끼 꽃길"/>
              <a:ea typeface="상상토끼 꽃길"/>
            </a:endParaRPr>
          </a:p>
        </p:txBody>
      </p:sp>
      <p:sp>
        <p:nvSpPr>
          <p:cNvPr id="235" name="Google Shape;235;p24"/>
          <p:cNvSpPr txBox="1">
            <a:spLocks noGrp="1"/>
          </p:cNvSpPr>
          <p:nvPr>
            <p:ph type="subTitle" idx="1"/>
          </p:nvPr>
        </p:nvSpPr>
        <p:spPr>
          <a:xfrm>
            <a:off x="1738950" y="3981882"/>
            <a:ext cx="5666100" cy="475800"/>
          </a:xfrm>
          <a:prstGeom prst="rect">
            <a:avLst/>
          </a:prstGeom>
        </p:spPr>
        <p:txBody>
          <a:bodyPr wrap="square" lIns="91424" tIns="91424" rIns="91424" bIns="91424" anchor="t" anchorCtr="0">
            <a:noAutofit/>
          </a:bodyPr>
          <a:lstStyle/>
          <a:p>
            <a:pPr marL="0" lvl="0" indent="0" algn="ctr" rtl="0">
              <a:spcBef>
                <a:spcPts val="0"/>
              </a:spcBef>
              <a:spcAft>
                <a:spcPts val="0"/>
              </a:spcAft>
              <a:buNone/>
              <a:defRPr/>
            </a:pPr>
            <a:r>
              <a:rPr lang="ko-KR" altLang="en-US"/>
              <a:t>농산물 도</a:t>
            </a:r>
            <a:r>
              <a:rPr lang="en-US" altLang="ko-KR"/>
              <a:t>,</a:t>
            </a:r>
            <a:r>
              <a:rPr lang="ko-KR" altLang="en-US"/>
              <a:t> 소매가 검색 웹</a:t>
            </a:r>
            <a:r>
              <a:rPr lang="en-US" altLang="ko-KR"/>
              <a:t>&amp;</a:t>
            </a:r>
            <a:r>
              <a:rPr lang="ko-KR" altLang="en-US"/>
              <a:t> 앱 사이트</a:t>
            </a:r>
            <a:endParaRPr lang="ko-KR" altLang="en-US"/>
          </a:p>
        </p:txBody>
      </p:sp>
      <p:pic>
        <p:nvPicPr>
          <p:cNvPr id="237" name=""/>
          <p:cNvPicPr>
            <a:picLocks noChangeAspect="1"/>
          </p:cNvPicPr>
          <p:nvPr/>
        </p:nvPicPr>
        <p:blipFill rotWithShape="1">
          <a:blip r:embed="rId23"/>
          <a:stretch>
            <a:fillRect/>
          </a:stretch>
        </p:blipFill>
        <p:spPr>
          <a:xfrm>
            <a:off x="3682825" y="850550"/>
            <a:ext cx="1778350" cy="1778350"/>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pSp>
        <p:nvGrpSpPr>
          <p:cNvPr id="432" name="Google Shape;432;p30"/>
          <p:cNvGrpSpPr/>
          <p:nvPr/>
        </p:nvGrpSpPr>
        <p:grpSpPr>
          <a:xfrm rot="0">
            <a:off x="1738925" y="4718600"/>
            <a:ext cx="5666144" cy="116400"/>
            <a:chOff x="1738925" y="4718600"/>
            <a:chExt cx="5666144" cy="116400"/>
          </a:xfrm>
        </p:grpSpPr>
        <p:sp>
          <p:nvSpPr>
            <p:cNvPr id="433" name="Google Shape;433;p30">
              <a:hlinkClick r:id="rId3"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34" name="Google Shape;434;p30">
              <a:hlinkClick r:id="rId4"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35" name="Google Shape;435;p30">
              <a:hlinkClick r:id="rId5"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36" name="Google Shape;436;p30">
              <a:hlinkClick r:id="rId6"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37" name="Google Shape;437;p30">
              <a:hlinkClick r:id="rId7"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38" name="Google Shape;438;p30">
              <a:hlinkClick r:id="" action="ppaction://noaction"/>
            </p:cNvPr>
            <p:cNvSpPr/>
            <p:nvPr/>
          </p:nvSpPr>
          <p:spPr>
            <a:xfrm>
              <a:off x="3491476"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39" name="Google Shape;439;p30">
              <a:hlinkClick r:id="rId8"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0" name="Google Shape;440;p30">
              <a:hlinkClick r:id="rId9" action="ppaction://hlinksldjump"/>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1" name="Google Shape;441;p30">
              <a:hlinkClick r:id="rId10"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2" name="Google Shape;442;p30">
              <a:hlinkClick r:id="rId11"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3" name="Google Shape;443;p30">
              <a:hlinkClick r:id="rId12" action="ppaction://hlinksldjump"/>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4" name="Google Shape;444;p30">
              <a:hlinkClick r:id="rId13" action="ppaction://hlinksldjump"/>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5" name="Google Shape;445;p30">
              <a:hlinkClick r:id="rId14" action="ppaction://hlinksldjump"/>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6" name="Google Shape;446;p30">
              <a:hlinkClick r:id="rId15" action="ppaction://hlinksldjump"/>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7" name="Google Shape;447;p30">
              <a:hlinkClick r:id="rId16" action="ppaction://hlinksldjump"/>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8" name="Google Shape;448;p30">
              <a:hlinkClick r:id="rId17" action="ppaction://hlinksldjump"/>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9" name="Google Shape;449;p30">
              <a:hlinkClick r:id="rId18" action="ppaction://hlinksldjump"/>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50" name="Google Shape;450;p30">
              <a:hlinkClick r:id="rId19" action="ppaction://hlinksldjump"/>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51" name="Google Shape;451;p30">
              <a:hlinkClick r:id="rId20" action="ppaction://hlinksldjump"/>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52" name="Google Shape;452;p30">
              <a:hlinkClick r:id="rId21"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
        <p:nvSpPr>
          <p:cNvPr id="459" name="Google Shape;123;p14"/>
          <p:cNvSpPr>
            <a:spLocks noGrp="1"/>
          </p:cNvSpPr>
          <p:nvPr>
            <p:ph type="title" idx="0"/>
          </p:nvPr>
        </p:nvSpPr>
        <p:spPr/>
        <p:txBody>
          <a:bodyPr/>
          <a:lstStyle/>
          <a:p>
            <a:pPr algn="ctr">
              <a:defRPr/>
            </a:pPr>
            <a:r>
              <a:rPr lang="en-US" altLang="ko-KR"/>
              <a:t>DB</a:t>
            </a:r>
            <a:r>
              <a:rPr lang="ko-KR" altLang="en-US"/>
              <a:t> 관계도</a:t>
            </a:r>
            <a:endParaRPr lang="en-US" altLang="ko-KR"/>
          </a:p>
        </p:txBody>
      </p:sp>
      <p:pic>
        <p:nvPicPr>
          <p:cNvPr id="460" name=""/>
          <p:cNvPicPr>
            <a:picLocks noChangeAspect="1"/>
          </p:cNvPicPr>
          <p:nvPr/>
        </p:nvPicPr>
        <p:blipFill rotWithShape="1">
          <a:blip r:embed="rId22"/>
          <a:stretch>
            <a:fillRect/>
          </a:stretch>
        </p:blipFill>
        <p:spPr>
          <a:xfrm>
            <a:off x="458780" y="1228862"/>
            <a:ext cx="4335471" cy="3397250"/>
          </a:xfrm>
          <a:prstGeom prst="rect">
            <a:avLst/>
          </a:prstGeom>
        </p:spPr>
      </p:pic>
      <p:sp>
        <p:nvSpPr>
          <p:cNvPr id="462" name=""/>
          <p:cNvSpPr txBox="1"/>
          <p:nvPr/>
        </p:nvSpPr>
        <p:spPr>
          <a:xfrm>
            <a:off x="4572000" y="1228863"/>
            <a:ext cx="4234656" cy="293232"/>
          </a:xfrm>
          <a:prstGeom prst="rect">
            <a:avLst/>
          </a:prstGeom>
        </p:spPr>
        <p:txBody>
          <a:bodyPr wrap="square">
            <a:spAutoFit/>
          </a:bodyPr>
          <a:p>
            <a:pPr>
              <a:defRPr/>
            </a:pPr>
            <a:endParaRPr lang="ko-KR" altLang="en-US"/>
          </a:p>
        </p:txBody>
      </p:sp>
      <p:graphicFrame>
        <p:nvGraphicFramePr>
          <p:cNvPr id="464" name=""/>
          <p:cNvGraphicFramePr>
            <a:graphicFrameLocks noGrp="1"/>
          </p:cNvGraphicFramePr>
          <p:nvPr/>
        </p:nvGraphicFramePr>
        <p:xfrm>
          <a:off x="4794251" y="1228863"/>
          <a:ext cx="4011242" cy="3397248"/>
        </p:xfrm>
        <a:graphic>
          <a:graphicData uri="http://schemas.openxmlformats.org/drawingml/2006/table">
            <a:tbl>
              <a:tblPr firstRow="1" bandRow="1">
                <a:tableStyleId>{32344573-4499-4136-9432-9625E8DE034D}</a:tableStyleId>
              </a:tblPr>
              <a:tblGrid>
                <a:gridCol w="1208986"/>
                <a:gridCol w="2802256"/>
              </a:tblGrid>
              <a:tr h="363822">
                <a:tc>
                  <a:txBody>
                    <a:bodyPr vert="horz" wrap="square" lIns="91440" tIns="45720" rIns="91440" bIns="45720" anchor="t" anchorCtr="0">
                      <a:spAutoFit/>
                    </a:bodyPr>
                    <a:p>
                      <a:pPr algn="ctr">
                        <a:defRPr/>
                      </a:pPr>
                      <a:r>
                        <a:rPr lang="en-US" altLang="ko-KR" sz="1100">
                          <a:solidFill>
                            <a:schemeClr val="dk1"/>
                          </a:solidFill>
                        </a:rPr>
                        <a:t>DBNAME</a:t>
                      </a:r>
                      <a:endParaRPr lang="en-US" altLang="ko-KR" sz="1100">
                        <a:solidFill>
                          <a:schemeClr val="dk1"/>
                        </a:solidFill>
                      </a:endParaRPr>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c>
                  <a:txBody>
                    <a:bodyPr vert="horz" wrap="square" lIns="91440" tIns="45720" rIns="91440" bIns="45720" anchor="t" anchorCtr="0">
                      <a:spAutoFit/>
                    </a:bodyPr>
                    <a:p>
                      <a:pPr algn="ctr">
                        <a:defRPr/>
                      </a:pPr>
                      <a:r>
                        <a:rPr lang="en-US" altLang="ko-KR" sz="1100">
                          <a:solidFill>
                            <a:schemeClr val="dk1"/>
                          </a:solidFill>
                        </a:rPr>
                        <a:t>CONTEXT</a:t>
                      </a:r>
                      <a:endParaRPr lang="en-US" altLang="ko-KR" sz="1100">
                        <a:solidFill>
                          <a:schemeClr val="dk1"/>
                        </a:solidFill>
                      </a:endParaRPr>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r>
              <a:tr h="505571">
                <a:tc>
                  <a:txBody>
                    <a:bodyPr vert="horz" wrap="square" lIns="91440" tIns="45720" rIns="91440" bIns="45720" anchor="t" anchorCtr="0">
                      <a:spAutoFit/>
                    </a:bodyPr>
                    <a:p>
                      <a:pPr algn="ctr">
                        <a:defRPr/>
                      </a:pPr>
                      <a:r>
                        <a:rPr lang="en-US" altLang="ko-KR" sz="1000"/>
                        <a:t>users</a:t>
                      </a:r>
                      <a:endParaRPr lang="en-US" altLang="ko-KR" sz="10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c>
                  <a:txBody>
                    <a:bodyPr vert="horz" wrap="square" lIns="91440" tIns="45720" rIns="91440" bIns="45720" anchor="t" anchorCtr="0">
                      <a:spAutoFit/>
                    </a:bodyPr>
                    <a:p>
                      <a:pPr>
                        <a:defRPr/>
                      </a:pPr>
                      <a:r>
                        <a:rPr lang="ko-KR" altLang="en-US" sz="800"/>
                        <a:t>회원정보 테이블</a:t>
                      </a:r>
                      <a:endParaRPr lang="ko-KR" altLang="en-US" sz="800"/>
                    </a:p>
                    <a:p>
                      <a:pPr>
                        <a:defRPr/>
                      </a:pPr>
                      <a:r>
                        <a:rPr lang="en-US" altLang="ko-KR" sz="800"/>
                        <a:t>client_num :</a:t>
                      </a:r>
                      <a:r>
                        <a:rPr lang="ko-KR" altLang="en-US" sz="800"/>
                        <a:t> 기본키</a:t>
                      </a:r>
                      <a:r>
                        <a:rPr lang="en-US" altLang="ko-KR" sz="800"/>
                        <a:t>(PK)</a:t>
                      </a:r>
                      <a:endParaRPr lang="en-US" altLang="ko-KR" sz="800"/>
                    </a:p>
                    <a:p>
                      <a:pPr>
                        <a:defRPr/>
                      </a:pPr>
                      <a:r>
                        <a:rPr lang="ko-KR" altLang="en-US" sz="800"/>
                        <a:t>모든 테이블이 </a:t>
                      </a:r>
                      <a:r>
                        <a:rPr lang="en-US" altLang="ko-KR" sz="800"/>
                        <a:t>userNick</a:t>
                      </a:r>
                      <a:r>
                        <a:rPr lang="ko-KR" altLang="en-US" sz="800"/>
                        <a:t>을 외래키로 받음</a:t>
                      </a:r>
                      <a:endParaRPr lang="ko-KR" altLang="en-US" sz="8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r>
              <a:tr h="505571">
                <a:tc>
                  <a:txBody>
                    <a:bodyPr vert="horz" wrap="square" lIns="91440" tIns="45720" rIns="91440" bIns="45720" anchor="t" anchorCtr="0">
                      <a:spAutoFit/>
                    </a:bodyPr>
                    <a:p>
                      <a:pPr algn="ctr">
                        <a:defRPr/>
                      </a:pPr>
                      <a:r>
                        <a:rPr lang="en-US" altLang="ko-KR" sz="1000"/>
                        <a:t>board_context</a:t>
                      </a:r>
                      <a:endParaRPr lang="en-US" altLang="ko-KR" sz="10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c>
                  <a:txBody>
                    <a:bodyPr vert="horz" wrap="square" lIns="91440" tIns="45720" rIns="91440" bIns="45720" anchor="t" anchorCtr="0">
                      <a:spAutoFit/>
                    </a:bodyPr>
                    <a:p>
                      <a:pPr>
                        <a:defRPr/>
                      </a:pPr>
                      <a:r>
                        <a:rPr lang="ko-KR" altLang="en-US" sz="800"/>
                        <a:t>게시판 테이블</a:t>
                      </a:r>
                      <a:endParaRPr lang="ko-KR" altLang="en-US" sz="800"/>
                    </a:p>
                    <a:p>
                      <a:pPr>
                        <a:defRPr/>
                      </a:pPr>
                      <a:r>
                        <a:rPr lang="en-US" altLang="ko-KR" sz="800"/>
                        <a:t>bod_num :</a:t>
                      </a:r>
                      <a:r>
                        <a:rPr lang="ko-KR" altLang="en-US" sz="800"/>
                        <a:t> 기본키</a:t>
                      </a:r>
                      <a:r>
                        <a:rPr lang="en-US" altLang="ko-KR" sz="800"/>
                        <a:t>(PK)</a:t>
                      </a:r>
                      <a:endParaRPr lang="en-US" altLang="ko-KR" sz="800"/>
                    </a:p>
                    <a:p>
                      <a:pPr>
                        <a:defRPr/>
                      </a:pPr>
                      <a:r>
                        <a:rPr lang="en-US" altLang="ko-KR" sz="800"/>
                        <a:t>user_nick</a:t>
                      </a:r>
                      <a:r>
                        <a:rPr lang="ko-KR" altLang="en-US" sz="800"/>
                        <a:t>을 외래키로 사용</a:t>
                      </a:r>
                      <a:endParaRPr lang="ko-KR" altLang="en-US" sz="8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r>
              <a:tr h="505571">
                <a:tc>
                  <a:txBody>
                    <a:bodyPr vert="horz" wrap="square" lIns="91440" tIns="45720" rIns="91440" bIns="45720" anchor="t" anchorCtr="0">
                      <a:spAutoFit/>
                    </a:bodyPr>
                    <a:p>
                      <a:pPr algn="ctr">
                        <a:defRPr/>
                      </a:pPr>
                      <a:r>
                        <a:rPr lang="en-US" altLang="ko-KR" sz="1000"/>
                        <a:t>heart</a:t>
                      </a:r>
                      <a:endParaRPr lang="en-US" altLang="ko-KR" sz="10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c>
                  <a:txBody>
                    <a:bodyPr vert="horz" wrap="square" lIns="91440" tIns="45720" rIns="91440" bIns="45720" anchor="t" anchorCtr="0">
                      <a:spAutoFit/>
                    </a:bodyPr>
                    <a:p>
                      <a:pPr>
                        <a:defRPr/>
                      </a:pPr>
                      <a:r>
                        <a:rPr lang="ko-KR" altLang="en-US" sz="800"/>
                        <a:t>좋아요 테이블</a:t>
                      </a:r>
                      <a:endParaRPr lang="ko-KR" altLang="en-US" sz="800"/>
                    </a:p>
                    <a:p>
                      <a:pPr>
                        <a:defRPr/>
                      </a:pPr>
                      <a:r>
                        <a:rPr lang="en-US" altLang="ko-KR" sz="800"/>
                        <a:t>heart_num : </a:t>
                      </a:r>
                      <a:r>
                        <a:rPr lang="ko-KR" altLang="en-US" sz="800"/>
                        <a:t>기본키</a:t>
                      </a:r>
                      <a:r>
                        <a:rPr lang="en-US" altLang="ko-KR" sz="800"/>
                        <a:t>(PK)</a:t>
                      </a:r>
                      <a:endParaRPr lang="en-US" altLang="ko-KR" sz="800"/>
                    </a:p>
                    <a:p>
                      <a:pPr>
                        <a:defRPr/>
                      </a:pPr>
                      <a:r>
                        <a:rPr lang="en-US" altLang="ko-KR" sz="800"/>
                        <a:t>bod_num, user_nick</a:t>
                      </a:r>
                      <a:r>
                        <a:rPr lang="ko-KR" altLang="en-US" sz="800"/>
                        <a:t>을 외래키로 사용</a:t>
                      </a:r>
                      <a:endParaRPr lang="ko-KR" altLang="en-US" sz="8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r>
              <a:tr h="505571">
                <a:tc>
                  <a:txBody>
                    <a:bodyPr vert="horz" wrap="square" lIns="91440" tIns="45720" rIns="91440" bIns="45720" anchor="t" anchorCtr="0">
                      <a:spAutoFit/>
                    </a:bodyPr>
                    <a:p>
                      <a:pPr algn="ctr">
                        <a:defRPr/>
                      </a:pPr>
                      <a:r>
                        <a:rPr lang="en-US" altLang="ko-KR" sz="1000"/>
                        <a:t>qna</a:t>
                      </a:r>
                      <a:endParaRPr lang="en-US" altLang="ko-KR" sz="10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c>
                  <a:txBody>
                    <a:bodyPr vert="horz" wrap="square" lIns="91440" tIns="45720" rIns="91440" bIns="45720" anchor="t" anchorCtr="0">
                      <a:spAutoFit/>
                    </a:bodyPr>
                    <a:p>
                      <a:pPr>
                        <a:defRPr/>
                      </a:pPr>
                      <a:r>
                        <a:rPr lang="ko-KR" altLang="en-US" sz="800"/>
                        <a:t>문의 테이블</a:t>
                      </a:r>
                      <a:endParaRPr lang="ko-KR" altLang="en-US" sz="800"/>
                    </a:p>
                    <a:p>
                      <a:pPr>
                        <a:defRPr/>
                      </a:pPr>
                      <a:r>
                        <a:rPr lang="en-US" altLang="ko-KR" sz="800"/>
                        <a:t>qna_num : </a:t>
                      </a:r>
                      <a:r>
                        <a:rPr lang="ko-KR" altLang="en-US" sz="800"/>
                        <a:t>기본키</a:t>
                      </a:r>
                      <a:r>
                        <a:rPr lang="en-US" altLang="ko-KR" sz="800"/>
                        <a:t>(PK)</a:t>
                      </a:r>
                      <a:endParaRPr lang="en-US" altLang="ko-KR" sz="800"/>
                    </a:p>
                    <a:p>
                      <a:pPr>
                        <a:defRPr/>
                      </a:pPr>
                      <a:r>
                        <a:rPr lang="en-US" altLang="ko-KR" sz="800"/>
                        <a:t>user_nick</a:t>
                      </a:r>
                      <a:r>
                        <a:rPr lang="ko-KR" altLang="en-US" sz="800"/>
                        <a:t>을 외래키로 사용</a:t>
                      </a:r>
                      <a:endParaRPr lang="ko-KR" altLang="en-US" sz="8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r>
              <a:tr h="505571">
                <a:tc>
                  <a:txBody>
                    <a:bodyPr vert="horz" wrap="square" lIns="91440" tIns="45720" rIns="91440" bIns="45720" anchor="t" anchorCtr="0">
                      <a:spAutoFit/>
                    </a:bodyPr>
                    <a:p>
                      <a:pPr algn="ctr">
                        <a:defRPr/>
                      </a:pPr>
                      <a:r>
                        <a:rPr lang="en-US" altLang="ko-KR" sz="1000"/>
                        <a:t>comment</a:t>
                      </a:r>
                      <a:endParaRPr lang="en-US" altLang="ko-KR" sz="10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c>
                  <a:txBody>
                    <a:bodyPr vert="horz" wrap="square" lIns="91440" tIns="45720" rIns="91440" bIns="45720" anchor="t" anchorCtr="0">
                      <a:spAutoFit/>
                    </a:bodyPr>
                    <a:p>
                      <a:pPr>
                        <a:defRPr/>
                      </a:pPr>
                      <a:r>
                        <a:rPr lang="ko-KR" altLang="en-US" sz="800"/>
                        <a:t>댓글 테이블</a:t>
                      </a:r>
                      <a:endParaRPr lang="ko-KR" altLang="en-US" sz="800"/>
                    </a:p>
                    <a:p>
                      <a:pPr>
                        <a:defRPr/>
                      </a:pPr>
                      <a:r>
                        <a:rPr lang="en-US" altLang="ko-KR" sz="800"/>
                        <a:t>com_id :</a:t>
                      </a:r>
                      <a:r>
                        <a:rPr lang="ko-KR" altLang="en-US" sz="800"/>
                        <a:t> 기본키</a:t>
                      </a:r>
                      <a:r>
                        <a:rPr lang="en-US" altLang="ko-KR" sz="800"/>
                        <a:t>(PK)</a:t>
                      </a:r>
                      <a:endParaRPr lang="en-US" altLang="ko-KR" sz="800"/>
                    </a:p>
                    <a:p>
                      <a:pPr>
                        <a:defRPr/>
                      </a:pPr>
                      <a:r>
                        <a:rPr lang="en-US" altLang="ko-KR" sz="800"/>
                        <a:t>bod_num, user_nick</a:t>
                      </a:r>
                      <a:r>
                        <a:rPr lang="ko-KR" altLang="en-US" sz="800"/>
                        <a:t>을 외래키로 사용</a:t>
                      </a:r>
                      <a:endParaRPr lang="ko-KR" altLang="en-US" sz="8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r>
              <a:tr h="505571">
                <a:tc>
                  <a:txBody>
                    <a:bodyPr vert="horz" wrap="square" lIns="91440" tIns="45720" rIns="91440" bIns="45720" anchor="t" anchorCtr="0">
                      <a:spAutoFit/>
                    </a:bodyPr>
                    <a:p>
                      <a:pPr algn="ctr">
                        <a:defRPr/>
                      </a:pPr>
                      <a:r>
                        <a:rPr lang="en-US" altLang="ko-KR" sz="1000"/>
                        <a:t>parent_comment</a:t>
                      </a:r>
                      <a:endParaRPr lang="en-US" altLang="ko-KR" sz="10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c>
                  <a:txBody>
                    <a:bodyPr vert="horz" wrap="square" lIns="91440" tIns="45720" rIns="91440" bIns="45720" anchor="t" anchorCtr="0">
                      <a:spAutoFit/>
                    </a:bodyPr>
                    <a:p>
                      <a:pPr>
                        <a:defRPr/>
                      </a:pPr>
                      <a:r>
                        <a:rPr lang="ko-KR" altLang="en-US" sz="800"/>
                        <a:t>대댓글 테이블</a:t>
                      </a:r>
                      <a:endParaRPr lang="ko-KR" altLang="en-US" sz="800"/>
                    </a:p>
                    <a:p>
                      <a:pPr>
                        <a:defRPr/>
                      </a:pPr>
                      <a:r>
                        <a:rPr lang="en-US" altLang="ko-KR" sz="800"/>
                        <a:t>p_com_id:</a:t>
                      </a:r>
                      <a:r>
                        <a:rPr lang="ko-KR" altLang="en-US" sz="800"/>
                        <a:t> 기본키</a:t>
                      </a:r>
                      <a:r>
                        <a:rPr lang="en-US" altLang="ko-KR" sz="800"/>
                        <a:t>(PK)</a:t>
                      </a:r>
                      <a:endParaRPr lang="en-US" altLang="ko-KR" sz="800"/>
                    </a:p>
                    <a:p>
                      <a:pPr>
                        <a:defRPr/>
                      </a:pPr>
                      <a:r>
                        <a:rPr lang="en-US" altLang="ko-KR" sz="800"/>
                        <a:t>com_id, user)nick</a:t>
                      </a:r>
                      <a:r>
                        <a:rPr lang="ko-KR" altLang="en-US" sz="800"/>
                        <a:t>을 외래키로 사용</a:t>
                      </a:r>
                      <a:endParaRPr lang="ko-KR" altLang="en-US" sz="8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32"/>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Six recommendations</a:t>
            </a:r>
            <a:endParaRPr/>
          </a:p>
        </p:txBody>
      </p:sp>
      <p:sp>
        <p:nvSpPr>
          <p:cNvPr id="523" name="Google Shape;523;p32"/>
          <p:cNvSpPr txBox="1"/>
          <p:nvPr>
            <p:ph idx="1" type="subTitle"/>
          </p:nvPr>
        </p:nvSpPr>
        <p:spPr>
          <a:xfrm>
            <a:off x="801000" y="1753075"/>
            <a:ext cx="2333700" cy="109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Structure your pitch deck clearly and make sure all the important points are easy </a:t>
            </a:r>
            <a:endParaRPr/>
          </a:p>
          <a:p>
            <a:pPr indent="0" lvl="0" marL="0" rtl="0" algn="ctr">
              <a:spcBef>
                <a:spcPts val="0"/>
              </a:spcBef>
              <a:spcAft>
                <a:spcPts val="0"/>
              </a:spcAft>
              <a:buNone/>
            </a:pPr>
            <a:r>
              <a:rPr lang="en"/>
              <a:t>to </a:t>
            </a:r>
            <a:r>
              <a:rPr lang="en"/>
              <a:t>understand</a:t>
            </a:r>
            <a:endParaRPr/>
          </a:p>
        </p:txBody>
      </p:sp>
      <p:sp>
        <p:nvSpPr>
          <p:cNvPr id="524" name="Google Shape;524;p32"/>
          <p:cNvSpPr txBox="1"/>
          <p:nvPr>
            <p:ph idx="2" type="subTitle"/>
          </p:nvPr>
        </p:nvSpPr>
        <p:spPr>
          <a:xfrm>
            <a:off x="3410347" y="1753079"/>
            <a:ext cx="2319600" cy="109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Incorporate visuals or graphics to illustrate your message and keep the audience engaged</a:t>
            </a:r>
            <a:endParaRPr/>
          </a:p>
        </p:txBody>
      </p:sp>
      <p:sp>
        <p:nvSpPr>
          <p:cNvPr id="525" name="Google Shape;525;p32"/>
          <p:cNvSpPr txBox="1"/>
          <p:nvPr>
            <p:ph idx="3" type="subTitle"/>
          </p:nvPr>
        </p:nvSpPr>
        <p:spPr>
          <a:xfrm>
            <a:off x="801075" y="3298725"/>
            <a:ext cx="2333700" cy="109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Include impactful stories, statistics, or facts that will help your audience remember your</a:t>
            </a:r>
            <a:endParaRPr/>
          </a:p>
          <a:p>
            <a:pPr indent="0" lvl="0" marL="0" rtl="0" algn="ctr">
              <a:spcBef>
                <a:spcPts val="0"/>
              </a:spcBef>
              <a:spcAft>
                <a:spcPts val="0"/>
              </a:spcAft>
              <a:buNone/>
            </a:pPr>
            <a:r>
              <a:rPr lang="en"/>
              <a:t>message afterwards</a:t>
            </a:r>
            <a:endParaRPr/>
          </a:p>
        </p:txBody>
      </p:sp>
      <p:sp>
        <p:nvSpPr>
          <p:cNvPr id="526" name="Google Shape;526;p32"/>
          <p:cNvSpPr txBox="1"/>
          <p:nvPr>
            <p:ph idx="4" type="subTitle"/>
          </p:nvPr>
        </p:nvSpPr>
        <p:spPr>
          <a:xfrm>
            <a:off x="3410348" y="3298726"/>
            <a:ext cx="2319600" cy="109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Practice presenting your deck beforehand with friends or colleagues for feedback, then use this input to refine it further</a:t>
            </a:r>
            <a:endParaRPr/>
          </a:p>
        </p:txBody>
      </p:sp>
      <p:sp>
        <p:nvSpPr>
          <p:cNvPr id="527" name="Google Shape;527;p32"/>
          <p:cNvSpPr txBox="1"/>
          <p:nvPr>
            <p:ph idx="7" type="subTitle"/>
          </p:nvPr>
        </p:nvSpPr>
        <p:spPr>
          <a:xfrm>
            <a:off x="800875" y="1371775"/>
            <a:ext cx="2333700" cy="460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Keep it simple</a:t>
            </a:r>
            <a:endParaRPr/>
          </a:p>
        </p:txBody>
      </p:sp>
      <p:sp>
        <p:nvSpPr>
          <p:cNvPr id="528" name="Google Shape;528;p32"/>
          <p:cNvSpPr txBox="1"/>
          <p:nvPr>
            <p:ph idx="8" type="subTitle"/>
          </p:nvPr>
        </p:nvSpPr>
        <p:spPr>
          <a:xfrm>
            <a:off x="3417192" y="1371775"/>
            <a:ext cx="2310600" cy="460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Use visuals</a:t>
            </a:r>
            <a:endParaRPr/>
          </a:p>
        </p:txBody>
      </p:sp>
      <p:sp>
        <p:nvSpPr>
          <p:cNvPr id="529" name="Google Shape;529;p32"/>
          <p:cNvSpPr txBox="1"/>
          <p:nvPr>
            <p:ph idx="9" type="subTitle"/>
          </p:nvPr>
        </p:nvSpPr>
        <p:spPr>
          <a:xfrm>
            <a:off x="6003225" y="1371775"/>
            <a:ext cx="2328900" cy="460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Keep it short </a:t>
            </a:r>
            <a:endParaRPr/>
          </a:p>
        </p:txBody>
      </p:sp>
      <p:sp>
        <p:nvSpPr>
          <p:cNvPr id="530" name="Google Shape;530;p32"/>
          <p:cNvSpPr txBox="1"/>
          <p:nvPr>
            <p:ph idx="5" type="subTitle"/>
          </p:nvPr>
        </p:nvSpPr>
        <p:spPr>
          <a:xfrm>
            <a:off x="6007901" y="1753080"/>
            <a:ext cx="2328900" cy="109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good pitch deck should be concise and clear; avoid trying to cram in too much information</a:t>
            </a:r>
            <a:endParaRPr/>
          </a:p>
        </p:txBody>
      </p:sp>
      <p:sp>
        <p:nvSpPr>
          <p:cNvPr id="531" name="Google Shape;531;p32"/>
          <p:cNvSpPr txBox="1"/>
          <p:nvPr>
            <p:ph idx="6" type="subTitle"/>
          </p:nvPr>
        </p:nvSpPr>
        <p:spPr>
          <a:xfrm>
            <a:off x="6007902" y="3298726"/>
            <a:ext cx="2328900" cy="109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pitch deck is an overview of your business; focus on key points that get the most important ideas across</a:t>
            </a:r>
            <a:endParaRPr/>
          </a:p>
        </p:txBody>
      </p:sp>
      <p:sp>
        <p:nvSpPr>
          <p:cNvPr id="532" name="Google Shape;532;p32"/>
          <p:cNvSpPr txBox="1"/>
          <p:nvPr>
            <p:ph idx="13" type="subTitle"/>
          </p:nvPr>
        </p:nvSpPr>
        <p:spPr>
          <a:xfrm>
            <a:off x="801075" y="2917575"/>
            <a:ext cx="2333700" cy="460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Make it memorable </a:t>
            </a:r>
            <a:endParaRPr/>
          </a:p>
        </p:txBody>
      </p:sp>
      <p:sp>
        <p:nvSpPr>
          <p:cNvPr id="533" name="Google Shape;533;p32"/>
          <p:cNvSpPr txBox="1"/>
          <p:nvPr>
            <p:ph idx="14" type="subTitle"/>
          </p:nvPr>
        </p:nvSpPr>
        <p:spPr>
          <a:xfrm>
            <a:off x="3417189" y="2917574"/>
            <a:ext cx="2310600" cy="460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Test &amp; iterate </a:t>
            </a:r>
            <a:endParaRPr/>
          </a:p>
        </p:txBody>
      </p:sp>
      <p:sp>
        <p:nvSpPr>
          <p:cNvPr id="534" name="Google Shape;534;p32"/>
          <p:cNvSpPr txBox="1"/>
          <p:nvPr>
            <p:ph idx="15" type="subTitle"/>
          </p:nvPr>
        </p:nvSpPr>
        <p:spPr>
          <a:xfrm>
            <a:off x="6012490" y="2917575"/>
            <a:ext cx="2319600" cy="460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Main points</a:t>
            </a:r>
            <a:endParaRPr/>
          </a:p>
        </p:txBody>
      </p:sp>
      <p:grpSp>
        <p:nvGrpSpPr>
          <p:cNvPr id="535" name="Google Shape;535;p32"/>
          <p:cNvGrpSpPr/>
          <p:nvPr/>
        </p:nvGrpSpPr>
        <p:grpSpPr>
          <a:xfrm>
            <a:off x="1738925" y="4718600"/>
            <a:ext cx="5666144" cy="116400"/>
            <a:chOff x="1738925" y="4718600"/>
            <a:chExt cx="5666144" cy="116400"/>
          </a:xfrm>
        </p:grpSpPr>
        <p:sp>
          <p:nvSpPr>
            <p:cNvPr id="536" name="Google Shape;536;p32">
              <a:hlinkClick action="ppaction://hlinksldjump" r:id="rId3"/>
            </p:cNvPr>
            <p:cNvSpPr/>
            <p:nvPr/>
          </p:nvSpPr>
          <p:spPr>
            <a:xfrm>
              <a:off x="203101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37" name="Google Shape;537;p32">
              <a:hlinkClick action="ppaction://hlinksldjump" r:id="rId4"/>
            </p:cNvPr>
            <p:cNvSpPr/>
            <p:nvPr/>
          </p:nvSpPr>
          <p:spPr>
            <a:xfrm>
              <a:off x="232310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38" name="Google Shape;538;p32">
              <a:hlinkClick action="ppaction://hlinksldjump" r:id="rId5"/>
            </p:cNvPr>
            <p:cNvSpPr/>
            <p:nvPr/>
          </p:nvSpPr>
          <p:spPr>
            <a:xfrm>
              <a:off x="2615200"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39" name="Google Shape;539;p32">
              <a:hlinkClick action="ppaction://hlinksldjump" r:id="rId6"/>
            </p:cNvPr>
            <p:cNvSpPr/>
            <p:nvPr/>
          </p:nvSpPr>
          <p:spPr>
            <a:xfrm>
              <a:off x="2907292"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0" name="Google Shape;540;p32">
              <a:hlinkClick action="ppaction://hlinksldjump" r:id="rId7"/>
            </p:cNvPr>
            <p:cNvSpPr/>
            <p:nvPr/>
          </p:nvSpPr>
          <p:spPr>
            <a:xfrm>
              <a:off x="3199384"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1" name="Google Shape;541;p32">
              <a:hlinkClick action="ppaction://hlinksldjump" r:id="rId8"/>
            </p:cNvPr>
            <p:cNvSpPr/>
            <p:nvPr/>
          </p:nvSpPr>
          <p:spPr>
            <a:xfrm>
              <a:off x="3491476"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2" name="Google Shape;542;p32">
              <a:hlinkClick action="ppaction://hlinksldjump" r:id="rId9"/>
            </p:cNvPr>
            <p:cNvSpPr/>
            <p:nvPr/>
          </p:nvSpPr>
          <p:spPr>
            <a:xfrm>
              <a:off x="378356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3" name="Google Shape;543;p32">
              <a:hlinkClick action="ppaction://hlinksldjump" r:id="rId10"/>
            </p:cNvPr>
            <p:cNvSpPr/>
            <p:nvPr/>
          </p:nvSpPr>
          <p:spPr>
            <a:xfrm>
              <a:off x="4075659" y="4718600"/>
              <a:ext cx="116400" cy="1164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4" name="Google Shape;544;p32">
              <a:hlinkClick action="ppaction://hlinksldjump" r:id="rId11"/>
            </p:cNvPr>
            <p:cNvSpPr/>
            <p:nvPr/>
          </p:nvSpPr>
          <p:spPr>
            <a:xfrm>
              <a:off x="4367751"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5" name="Google Shape;545;p32">
              <a:hlinkClick action="ppaction://hlinksldjump" r:id="rId12"/>
            </p:cNvPr>
            <p:cNvSpPr/>
            <p:nvPr/>
          </p:nvSpPr>
          <p:spPr>
            <a:xfrm>
              <a:off x="4659843"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6" name="Google Shape;546;p32">
              <a:hlinkClick action="ppaction://hlinksldjump" r:id="rId13"/>
            </p:cNvPr>
            <p:cNvSpPr/>
            <p:nvPr/>
          </p:nvSpPr>
          <p:spPr>
            <a:xfrm>
              <a:off x="4951934"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7" name="Google Shape;547;p32">
              <a:hlinkClick action="ppaction://hlinksldjump" r:id="rId14"/>
            </p:cNvPr>
            <p:cNvSpPr/>
            <p:nvPr/>
          </p:nvSpPr>
          <p:spPr>
            <a:xfrm>
              <a:off x="5244026"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8" name="Google Shape;548;p32">
              <a:hlinkClick action="ppaction://hlinksldjump" r:id="rId15"/>
            </p:cNvPr>
            <p:cNvSpPr/>
            <p:nvPr/>
          </p:nvSpPr>
          <p:spPr>
            <a:xfrm>
              <a:off x="5536118"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49" name="Google Shape;549;p32">
              <a:hlinkClick action="ppaction://hlinksldjump" r:id="rId16"/>
            </p:cNvPr>
            <p:cNvSpPr/>
            <p:nvPr/>
          </p:nvSpPr>
          <p:spPr>
            <a:xfrm>
              <a:off x="5828210"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50" name="Google Shape;550;p32">
              <a:hlinkClick action="ppaction://hlinksldjump" r:id="rId17"/>
            </p:cNvPr>
            <p:cNvSpPr/>
            <p:nvPr/>
          </p:nvSpPr>
          <p:spPr>
            <a:xfrm>
              <a:off x="6120302"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51" name="Google Shape;551;p32">
              <a:hlinkClick action="ppaction://hlinksldjump" r:id="rId18"/>
            </p:cNvPr>
            <p:cNvSpPr/>
            <p:nvPr/>
          </p:nvSpPr>
          <p:spPr>
            <a:xfrm>
              <a:off x="6412393"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52" name="Google Shape;552;p32">
              <a:hlinkClick action="ppaction://hlinksldjump" r:id="rId19"/>
            </p:cNvPr>
            <p:cNvSpPr/>
            <p:nvPr/>
          </p:nvSpPr>
          <p:spPr>
            <a:xfrm>
              <a:off x="6704485"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53" name="Google Shape;553;p32">
              <a:hlinkClick action="ppaction://hlinksldjump" r:id="rId20"/>
            </p:cNvPr>
            <p:cNvSpPr/>
            <p:nvPr/>
          </p:nvSpPr>
          <p:spPr>
            <a:xfrm>
              <a:off x="699657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54" name="Google Shape;554;p32">
              <a:hlinkClick action="ppaction://hlinksldjump" r:id="rId21"/>
            </p:cNvPr>
            <p:cNvSpPr/>
            <p:nvPr/>
          </p:nvSpPr>
          <p:spPr>
            <a:xfrm>
              <a:off x="728866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55" name="Google Shape;555;p32">
              <a:hlinkClick action="ppaction://hlinksldjump" r:id="rId22"/>
            </p:cNvPr>
            <p:cNvSpPr/>
            <p:nvPr/>
          </p:nvSpPr>
          <p:spPr>
            <a:xfrm>
              <a:off x="1738925"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33"/>
          <p:cNvSpPr txBox="1"/>
          <p:nvPr>
            <p:ph idx="1" type="subTitle"/>
          </p:nvPr>
        </p:nvSpPr>
        <p:spPr>
          <a:xfrm>
            <a:off x="798400" y="3678522"/>
            <a:ext cx="3492600" cy="424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Estimated delivery time per unit</a:t>
            </a:r>
            <a:endParaRPr/>
          </a:p>
        </p:txBody>
      </p:sp>
      <p:sp>
        <p:nvSpPr>
          <p:cNvPr id="561" name="Google Shape;561;p33"/>
          <p:cNvSpPr txBox="1"/>
          <p:nvPr>
            <p:ph type="title"/>
          </p:nvPr>
        </p:nvSpPr>
        <p:spPr>
          <a:xfrm>
            <a:off x="798388" y="2751471"/>
            <a:ext cx="3492600" cy="76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9h 55m 23s</a:t>
            </a:r>
            <a:endParaRPr/>
          </a:p>
        </p:txBody>
      </p:sp>
      <p:sp>
        <p:nvSpPr>
          <p:cNvPr id="562" name="Google Shape;562;p33"/>
          <p:cNvSpPr txBox="1"/>
          <p:nvPr>
            <p:ph idx="2" type="title"/>
          </p:nvPr>
        </p:nvSpPr>
        <p:spPr>
          <a:xfrm>
            <a:off x="2825700" y="1040485"/>
            <a:ext cx="3492600" cy="76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333,000</a:t>
            </a:r>
            <a:endParaRPr/>
          </a:p>
        </p:txBody>
      </p:sp>
      <p:sp>
        <p:nvSpPr>
          <p:cNvPr id="563" name="Google Shape;563;p33"/>
          <p:cNvSpPr txBox="1"/>
          <p:nvPr>
            <p:ph idx="3" type="subTitle"/>
          </p:nvPr>
        </p:nvSpPr>
        <p:spPr>
          <a:xfrm>
            <a:off x="2825700" y="1967824"/>
            <a:ext cx="3492600" cy="424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Users bought our product</a:t>
            </a:r>
            <a:endParaRPr/>
          </a:p>
        </p:txBody>
      </p:sp>
      <p:sp>
        <p:nvSpPr>
          <p:cNvPr id="564" name="Google Shape;564;p33"/>
          <p:cNvSpPr txBox="1"/>
          <p:nvPr>
            <p:ph idx="4" type="title"/>
          </p:nvPr>
        </p:nvSpPr>
        <p:spPr>
          <a:xfrm>
            <a:off x="4853013" y="2751471"/>
            <a:ext cx="3492600" cy="76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386,000 km</a:t>
            </a:r>
            <a:endParaRPr/>
          </a:p>
        </p:txBody>
      </p:sp>
      <p:sp>
        <p:nvSpPr>
          <p:cNvPr id="565" name="Google Shape;565;p33"/>
          <p:cNvSpPr txBox="1"/>
          <p:nvPr>
            <p:ph idx="5" type="subTitle"/>
          </p:nvPr>
        </p:nvSpPr>
        <p:spPr>
          <a:xfrm>
            <a:off x="4853025" y="3678522"/>
            <a:ext cx="3492600" cy="424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Avg. distance travelled by logistics team</a:t>
            </a:r>
            <a:endParaRPr/>
          </a:p>
        </p:txBody>
      </p:sp>
      <p:grpSp>
        <p:nvGrpSpPr>
          <p:cNvPr id="566" name="Google Shape;566;p33"/>
          <p:cNvGrpSpPr/>
          <p:nvPr/>
        </p:nvGrpSpPr>
        <p:grpSpPr>
          <a:xfrm>
            <a:off x="1738925" y="4718600"/>
            <a:ext cx="5666144" cy="116400"/>
            <a:chOff x="1738925" y="4718600"/>
            <a:chExt cx="5666144" cy="116400"/>
          </a:xfrm>
        </p:grpSpPr>
        <p:sp>
          <p:nvSpPr>
            <p:cNvPr id="567" name="Google Shape;567;p33">
              <a:hlinkClick action="ppaction://hlinksldjump" r:id="rId3"/>
            </p:cNvPr>
            <p:cNvSpPr/>
            <p:nvPr/>
          </p:nvSpPr>
          <p:spPr>
            <a:xfrm>
              <a:off x="203101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68" name="Google Shape;568;p33">
              <a:hlinkClick action="ppaction://hlinksldjump" r:id="rId4"/>
            </p:cNvPr>
            <p:cNvSpPr/>
            <p:nvPr/>
          </p:nvSpPr>
          <p:spPr>
            <a:xfrm>
              <a:off x="232310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69" name="Google Shape;569;p33">
              <a:hlinkClick action="ppaction://hlinksldjump" r:id="rId5"/>
            </p:cNvPr>
            <p:cNvSpPr/>
            <p:nvPr/>
          </p:nvSpPr>
          <p:spPr>
            <a:xfrm>
              <a:off x="2615200"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0" name="Google Shape;570;p33">
              <a:hlinkClick action="ppaction://hlinksldjump" r:id="rId6"/>
            </p:cNvPr>
            <p:cNvSpPr/>
            <p:nvPr/>
          </p:nvSpPr>
          <p:spPr>
            <a:xfrm>
              <a:off x="2907292"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1" name="Google Shape;571;p33">
              <a:hlinkClick action="ppaction://hlinksldjump" r:id="rId7"/>
            </p:cNvPr>
            <p:cNvSpPr/>
            <p:nvPr/>
          </p:nvSpPr>
          <p:spPr>
            <a:xfrm>
              <a:off x="3199384"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2" name="Google Shape;572;p33">
              <a:hlinkClick action="ppaction://hlinksldjump" r:id="rId8"/>
            </p:cNvPr>
            <p:cNvSpPr/>
            <p:nvPr/>
          </p:nvSpPr>
          <p:spPr>
            <a:xfrm>
              <a:off x="3491476"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3" name="Google Shape;573;p33">
              <a:hlinkClick action="ppaction://hlinksldjump" r:id="rId9"/>
            </p:cNvPr>
            <p:cNvSpPr/>
            <p:nvPr/>
          </p:nvSpPr>
          <p:spPr>
            <a:xfrm>
              <a:off x="378356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4" name="Google Shape;574;p33">
              <a:hlinkClick action="ppaction://hlinksldjump" r:id="rId10"/>
            </p:cNvPr>
            <p:cNvSpPr/>
            <p:nvPr/>
          </p:nvSpPr>
          <p:spPr>
            <a:xfrm>
              <a:off x="407565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5" name="Google Shape;575;p33">
              <a:hlinkClick action="ppaction://hlinksldjump" r:id="rId11"/>
            </p:cNvPr>
            <p:cNvSpPr/>
            <p:nvPr/>
          </p:nvSpPr>
          <p:spPr>
            <a:xfrm>
              <a:off x="4367751" y="4718600"/>
              <a:ext cx="116400" cy="1164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6" name="Google Shape;576;p33">
              <a:hlinkClick action="ppaction://hlinksldjump" r:id="rId12"/>
            </p:cNvPr>
            <p:cNvSpPr/>
            <p:nvPr/>
          </p:nvSpPr>
          <p:spPr>
            <a:xfrm>
              <a:off x="4659843"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7" name="Google Shape;577;p33">
              <a:hlinkClick action="ppaction://hlinksldjump" r:id="rId13"/>
            </p:cNvPr>
            <p:cNvSpPr/>
            <p:nvPr/>
          </p:nvSpPr>
          <p:spPr>
            <a:xfrm>
              <a:off x="4951934"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8" name="Google Shape;578;p33">
              <a:hlinkClick action="ppaction://hlinksldjump" r:id="rId14"/>
            </p:cNvPr>
            <p:cNvSpPr/>
            <p:nvPr/>
          </p:nvSpPr>
          <p:spPr>
            <a:xfrm>
              <a:off x="5244026"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79" name="Google Shape;579;p33">
              <a:hlinkClick action="ppaction://hlinksldjump" r:id="rId15"/>
            </p:cNvPr>
            <p:cNvSpPr/>
            <p:nvPr/>
          </p:nvSpPr>
          <p:spPr>
            <a:xfrm>
              <a:off x="5536118"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0" name="Google Shape;580;p33">
              <a:hlinkClick action="ppaction://hlinksldjump" r:id="rId16"/>
            </p:cNvPr>
            <p:cNvSpPr/>
            <p:nvPr/>
          </p:nvSpPr>
          <p:spPr>
            <a:xfrm>
              <a:off x="5828210"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1" name="Google Shape;581;p33">
              <a:hlinkClick action="ppaction://hlinksldjump" r:id="rId17"/>
            </p:cNvPr>
            <p:cNvSpPr/>
            <p:nvPr/>
          </p:nvSpPr>
          <p:spPr>
            <a:xfrm>
              <a:off x="6120302"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2" name="Google Shape;582;p33">
              <a:hlinkClick action="ppaction://hlinksldjump" r:id="rId18"/>
            </p:cNvPr>
            <p:cNvSpPr/>
            <p:nvPr/>
          </p:nvSpPr>
          <p:spPr>
            <a:xfrm>
              <a:off x="6412393"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3" name="Google Shape;583;p33">
              <a:hlinkClick action="ppaction://hlinksldjump" r:id="rId19"/>
            </p:cNvPr>
            <p:cNvSpPr/>
            <p:nvPr/>
          </p:nvSpPr>
          <p:spPr>
            <a:xfrm>
              <a:off x="6704485"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4" name="Google Shape;584;p33">
              <a:hlinkClick action="ppaction://hlinksldjump" r:id="rId20"/>
            </p:cNvPr>
            <p:cNvSpPr/>
            <p:nvPr/>
          </p:nvSpPr>
          <p:spPr>
            <a:xfrm>
              <a:off x="699657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5" name="Google Shape;585;p33">
              <a:hlinkClick action="ppaction://hlinksldjump" r:id="rId21"/>
            </p:cNvPr>
            <p:cNvSpPr/>
            <p:nvPr/>
          </p:nvSpPr>
          <p:spPr>
            <a:xfrm>
              <a:off x="728866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86" name="Google Shape;586;p33">
              <a:hlinkClick action="ppaction://hlinksldjump" r:id="rId22"/>
            </p:cNvPr>
            <p:cNvSpPr/>
            <p:nvPr/>
          </p:nvSpPr>
          <p:spPr>
            <a:xfrm>
              <a:off x="1738925"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34"/>
          <p:cNvSpPr txBox="1"/>
          <p:nvPr>
            <p:ph type="title"/>
          </p:nvPr>
        </p:nvSpPr>
        <p:spPr>
          <a:xfrm>
            <a:off x="1284000" y="1518138"/>
            <a:ext cx="6576000" cy="1396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78,300,000</a:t>
            </a:r>
            <a:endParaRPr/>
          </a:p>
        </p:txBody>
      </p:sp>
      <p:sp>
        <p:nvSpPr>
          <p:cNvPr id="592" name="Google Shape;592;p34"/>
          <p:cNvSpPr txBox="1"/>
          <p:nvPr>
            <p:ph idx="1" type="subTitle"/>
          </p:nvPr>
        </p:nvSpPr>
        <p:spPr>
          <a:xfrm>
            <a:off x="1284000" y="3128213"/>
            <a:ext cx="6576000" cy="49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Number of users analyzed in our market research</a:t>
            </a:r>
            <a:endParaRPr/>
          </a:p>
        </p:txBody>
      </p:sp>
      <p:grpSp>
        <p:nvGrpSpPr>
          <p:cNvPr id="593" name="Google Shape;593;p34"/>
          <p:cNvGrpSpPr/>
          <p:nvPr/>
        </p:nvGrpSpPr>
        <p:grpSpPr>
          <a:xfrm>
            <a:off x="1738925" y="4718600"/>
            <a:ext cx="5666144" cy="116400"/>
            <a:chOff x="1738925" y="4718600"/>
            <a:chExt cx="5666144" cy="116400"/>
          </a:xfrm>
        </p:grpSpPr>
        <p:sp>
          <p:nvSpPr>
            <p:cNvPr id="594" name="Google Shape;594;p34">
              <a:hlinkClick action="ppaction://hlinksldjump" r:id="rId3"/>
            </p:cNvPr>
            <p:cNvSpPr/>
            <p:nvPr/>
          </p:nvSpPr>
          <p:spPr>
            <a:xfrm>
              <a:off x="203101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5" name="Google Shape;595;p34">
              <a:hlinkClick action="ppaction://hlinksldjump" r:id="rId4"/>
            </p:cNvPr>
            <p:cNvSpPr/>
            <p:nvPr/>
          </p:nvSpPr>
          <p:spPr>
            <a:xfrm>
              <a:off x="232310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6" name="Google Shape;596;p34">
              <a:hlinkClick action="ppaction://hlinksldjump" r:id="rId5"/>
            </p:cNvPr>
            <p:cNvSpPr/>
            <p:nvPr/>
          </p:nvSpPr>
          <p:spPr>
            <a:xfrm>
              <a:off x="2615200"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7" name="Google Shape;597;p34">
              <a:hlinkClick action="ppaction://hlinksldjump" r:id="rId6"/>
            </p:cNvPr>
            <p:cNvSpPr/>
            <p:nvPr/>
          </p:nvSpPr>
          <p:spPr>
            <a:xfrm>
              <a:off x="2907292"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8" name="Google Shape;598;p34">
              <a:hlinkClick action="ppaction://hlinksldjump" r:id="rId7"/>
            </p:cNvPr>
            <p:cNvSpPr/>
            <p:nvPr/>
          </p:nvSpPr>
          <p:spPr>
            <a:xfrm>
              <a:off x="3199384"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599" name="Google Shape;599;p34">
              <a:hlinkClick action="ppaction://hlinksldjump" r:id="rId8"/>
            </p:cNvPr>
            <p:cNvSpPr/>
            <p:nvPr/>
          </p:nvSpPr>
          <p:spPr>
            <a:xfrm>
              <a:off x="3491476"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0" name="Google Shape;600;p34">
              <a:hlinkClick action="ppaction://hlinksldjump" r:id="rId9"/>
            </p:cNvPr>
            <p:cNvSpPr/>
            <p:nvPr/>
          </p:nvSpPr>
          <p:spPr>
            <a:xfrm>
              <a:off x="378356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1" name="Google Shape;601;p34">
              <a:hlinkClick action="ppaction://hlinksldjump" r:id="rId10"/>
            </p:cNvPr>
            <p:cNvSpPr/>
            <p:nvPr/>
          </p:nvSpPr>
          <p:spPr>
            <a:xfrm>
              <a:off x="407565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2" name="Google Shape;602;p34">
              <a:hlinkClick action="ppaction://hlinksldjump" r:id="rId11"/>
            </p:cNvPr>
            <p:cNvSpPr/>
            <p:nvPr/>
          </p:nvSpPr>
          <p:spPr>
            <a:xfrm>
              <a:off x="4367751"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3" name="Google Shape;603;p34">
              <a:hlinkClick action="ppaction://hlinksldjump" r:id="rId12"/>
            </p:cNvPr>
            <p:cNvSpPr/>
            <p:nvPr/>
          </p:nvSpPr>
          <p:spPr>
            <a:xfrm>
              <a:off x="4659843" y="4718600"/>
              <a:ext cx="116400" cy="1164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4" name="Google Shape;604;p34">
              <a:hlinkClick action="ppaction://hlinksldjump" r:id="rId13"/>
            </p:cNvPr>
            <p:cNvSpPr/>
            <p:nvPr/>
          </p:nvSpPr>
          <p:spPr>
            <a:xfrm>
              <a:off x="4951934"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5" name="Google Shape;605;p34">
              <a:hlinkClick action="ppaction://hlinksldjump" r:id="rId14"/>
            </p:cNvPr>
            <p:cNvSpPr/>
            <p:nvPr/>
          </p:nvSpPr>
          <p:spPr>
            <a:xfrm>
              <a:off x="5244026"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6" name="Google Shape;606;p34">
              <a:hlinkClick action="ppaction://hlinksldjump" r:id="rId15"/>
            </p:cNvPr>
            <p:cNvSpPr/>
            <p:nvPr/>
          </p:nvSpPr>
          <p:spPr>
            <a:xfrm>
              <a:off x="5536118"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7" name="Google Shape;607;p34">
              <a:hlinkClick action="ppaction://hlinksldjump" r:id="rId16"/>
            </p:cNvPr>
            <p:cNvSpPr/>
            <p:nvPr/>
          </p:nvSpPr>
          <p:spPr>
            <a:xfrm>
              <a:off x="5828210"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8" name="Google Shape;608;p34">
              <a:hlinkClick action="ppaction://hlinksldjump" r:id="rId17"/>
            </p:cNvPr>
            <p:cNvSpPr/>
            <p:nvPr/>
          </p:nvSpPr>
          <p:spPr>
            <a:xfrm>
              <a:off x="6120302"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09" name="Google Shape;609;p34">
              <a:hlinkClick action="ppaction://hlinksldjump" r:id="rId18"/>
            </p:cNvPr>
            <p:cNvSpPr/>
            <p:nvPr/>
          </p:nvSpPr>
          <p:spPr>
            <a:xfrm>
              <a:off x="6412393"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10" name="Google Shape;610;p34">
              <a:hlinkClick action="ppaction://hlinksldjump" r:id="rId19"/>
            </p:cNvPr>
            <p:cNvSpPr/>
            <p:nvPr/>
          </p:nvSpPr>
          <p:spPr>
            <a:xfrm>
              <a:off x="6704485"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11" name="Google Shape;611;p34">
              <a:hlinkClick action="ppaction://hlinksldjump" r:id="rId20"/>
            </p:cNvPr>
            <p:cNvSpPr/>
            <p:nvPr/>
          </p:nvSpPr>
          <p:spPr>
            <a:xfrm>
              <a:off x="699657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12" name="Google Shape;612;p34">
              <a:hlinkClick action="ppaction://hlinksldjump" r:id="rId21"/>
            </p:cNvPr>
            <p:cNvSpPr/>
            <p:nvPr/>
          </p:nvSpPr>
          <p:spPr>
            <a:xfrm>
              <a:off x="728866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13" name="Google Shape;613;p34">
              <a:hlinkClick action="ppaction://hlinksldjump" r:id="rId22"/>
            </p:cNvPr>
            <p:cNvSpPr/>
            <p:nvPr/>
          </p:nvSpPr>
          <p:spPr>
            <a:xfrm>
              <a:off x="1738925"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35"/>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Revenue by quarter</a:t>
            </a:r>
            <a:endParaRPr/>
          </a:p>
        </p:txBody>
      </p:sp>
      <p:sp>
        <p:nvSpPr>
          <p:cNvPr id="619" name="Google Shape;619;p35"/>
          <p:cNvSpPr txBox="1"/>
          <p:nvPr>
            <p:ph idx="4294967295" type="title"/>
          </p:nvPr>
        </p:nvSpPr>
        <p:spPr>
          <a:xfrm>
            <a:off x="6066263" y="3666796"/>
            <a:ext cx="1673100" cy="460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Q4</a:t>
            </a:r>
            <a:endParaRPr sz="2000"/>
          </a:p>
        </p:txBody>
      </p:sp>
      <p:sp>
        <p:nvSpPr>
          <p:cNvPr id="620" name="Google Shape;620;p35"/>
          <p:cNvSpPr txBox="1"/>
          <p:nvPr>
            <p:ph idx="4294967295" type="subTitle"/>
          </p:nvPr>
        </p:nvSpPr>
        <p:spPr>
          <a:xfrm>
            <a:off x="6066250" y="4069750"/>
            <a:ext cx="1673100" cy="358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October - December</a:t>
            </a:r>
            <a:endParaRPr/>
          </a:p>
        </p:txBody>
      </p:sp>
      <p:sp>
        <p:nvSpPr>
          <p:cNvPr id="621" name="Google Shape;621;p35"/>
          <p:cNvSpPr txBox="1"/>
          <p:nvPr>
            <p:ph idx="4294967295" type="title"/>
          </p:nvPr>
        </p:nvSpPr>
        <p:spPr>
          <a:xfrm>
            <a:off x="6066263" y="2828285"/>
            <a:ext cx="1673100" cy="460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Q3</a:t>
            </a:r>
            <a:endParaRPr sz="2000"/>
          </a:p>
        </p:txBody>
      </p:sp>
      <p:sp>
        <p:nvSpPr>
          <p:cNvPr id="622" name="Google Shape;622;p35"/>
          <p:cNvSpPr txBox="1"/>
          <p:nvPr>
            <p:ph idx="4294967295" type="subTitle"/>
          </p:nvPr>
        </p:nvSpPr>
        <p:spPr>
          <a:xfrm>
            <a:off x="6066250" y="3231259"/>
            <a:ext cx="1673100" cy="358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July - September</a:t>
            </a:r>
            <a:endParaRPr/>
          </a:p>
        </p:txBody>
      </p:sp>
      <p:sp>
        <p:nvSpPr>
          <p:cNvPr id="623" name="Google Shape;623;p35"/>
          <p:cNvSpPr txBox="1"/>
          <p:nvPr>
            <p:ph idx="4294967295" type="title"/>
          </p:nvPr>
        </p:nvSpPr>
        <p:spPr>
          <a:xfrm>
            <a:off x="6066263" y="1989774"/>
            <a:ext cx="1673100" cy="460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Q2</a:t>
            </a:r>
            <a:endParaRPr sz="2000"/>
          </a:p>
        </p:txBody>
      </p:sp>
      <p:sp>
        <p:nvSpPr>
          <p:cNvPr id="624" name="Google Shape;624;p35"/>
          <p:cNvSpPr txBox="1"/>
          <p:nvPr>
            <p:ph idx="4294967295" type="subTitle"/>
          </p:nvPr>
        </p:nvSpPr>
        <p:spPr>
          <a:xfrm>
            <a:off x="6066250" y="2392743"/>
            <a:ext cx="1673100" cy="358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April - June</a:t>
            </a:r>
            <a:endParaRPr/>
          </a:p>
        </p:txBody>
      </p:sp>
      <p:sp>
        <p:nvSpPr>
          <p:cNvPr id="625" name="Google Shape;625;p35"/>
          <p:cNvSpPr txBox="1"/>
          <p:nvPr>
            <p:ph idx="4294967295" type="title"/>
          </p:nvPr>
        </p:nvSpPr>
        <p:spPr>
          <a:xfrm>
            <a:off x="6066263" y="1151275"/>
            <a:ext cx="1673100" cy="460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Q1</a:t>
            </a:r>
            <a:endParaRPr sz="2000"/>
          </a:p>
        </p:txBody>
      </p:sp>
      <p:sp>
        <p:nvSpPr>
          <p:cNvPr id="626" name="Google Shape;626;p35"/>
          <p:cNvSpPr txBox="1"/>
          <p:nvPr>
            <p:ph idx="4294967295" type="subTitle"/>
          </p:nvPr>
        </p:nvSpPr>
        <p:spPr>
          <a:xfrm>
            <a:off x="6066250" y="1554239"/>
            <a:ext cx="1673100" cy="358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t>January - March</a:t>
            </a:r>
            <a:endParaRPr/>
          </a:p>
        </p:txBody>
      </p:sp>
      <p:sp>
        <p:nvSpPr>
          <p:cNvPr id="627" name="Google Shape;627;p35"/>
          <p:cNvSpPr txBox="1"/>
          <p:nvPr/>
        </p:nvSpPr>
        <p:spPr>
          <a:xfrm>
            <a:off x="1404625" y="3967775"/>
            <a:ext cx="3654900" cy="460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Barlow"/>
                <a:ea typeface="Barlow"/>
                <a:cs typeface="Barlow"/>
                <a:sym typeface="Barlow"/>
              </a:rPr>
              <a:t>Follow the link in the graph to modify its data and then paste the new one here. </a:t>
            </a:r>
            <a:r>
              <a:rPr b="1" lang="en" sz="1000" u="sng">
                <a:solidFill>
                  <a:schemeClr val="dk1"/>
                </a:solidFill>
                <a:latin typeface="Barlow"/>
                <a:ea typeface="Barlow"/>
                <a:cs typeface="Barlow"/>
                <a:sym typeface="Barlow"/>
                <a:hlinkClick r:id="rId3">
                  <a:extLst>
                    <a:ext uri="{A12FA001-AC4F-418D-AE19-62706E023703}">
                      <ahyp:hlinkClr val="tx"/>
                    </a:ext>
                  </a:extLst>
                </a:hlinkClick>
              </a:rPr>
              <a:t>For more info, click here</a:t>
            </a:r>
            <a:endParaRPr b="1" sz="1000">
              <a:solidFill>
                <a:schemeClr val="dk1"/>
              </a:solidFill>
              <a:latin typeface="Barlow"/>
              <a:ea typeface="Barlow"/>
              <a:cs typeface="Barlow"/>
              <a:sym typeface="Barlow"/>
            </a:endParaRPr>
          </a:p>
        </p:txBody>
      </p:sp>
      <p:sp>
        <p:nvSpPr>
          <p:cNvPr id="628" name="Google Shape;628;p35"/>
          <p:cNvSpPr/>
          <p:nvPr/>
        </p:nvSpPr>
        <p:spPr>
          <a:xfrm>
            <a:off x="5643713" y="1250725"/>
            <a:ext cx="261900" cy="2619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sp>
        <p:nvSpPr>
          <p:cNvPr id="629" name="Google Shape;629;p35"/>
          <p:cNvSpPr/>
          <p:nvPr/>
        </p:nvSpPr>
        <p:spPr>
          <a:xfrm>
            <a:off x="5643713" y="2089225"/>
            <a:ext cx="261900" cy="2619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sp>
        <p:nvSpPr>
          <p:cNvPr id="630" name="Google Shape;630;p35"/>
          <p:cNvSpPr/>
          <p:nvPr/>
        </p:nvSpPr>
        <p:spPr>
          <a:xfrm>
            <a:off x="5643713" y="2927725"/>
            <a:ext cx="261900" cy="2619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sp>
        <p:nvSpPr>
          <p:cNvPr id="631" name="Google Shape;631;p35"/>
          <p:cNvSpPr/>
          <p:nvPr/>
        </p:nvSpPr>
        <p:spPr>
          <a:xfrm>
            <a:off x="5643713" y="3766225"/>
            <a:ext cx="261900" cy="2619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grpSp>
        <p:nvGrpSpPr>
          <p:cNvPr id="632" name="Google Shape;632;p35"/>
          <p:cNvGrpSpPr/>
          <p:nvPr/>
        </p:nvGrpSpPr>
        <p:grpSpPr>
          <a:xfrm>
            <a:off x="1738925" y="4718600"/>
            <a:ext cx="5666144" cy="116400"/>
            <a:chOff x="1738925" y="4718600"/>
            <a:chExt cx="5666144" cy="116400"/>
          </a:xfrm>
        </p:grpSpPr>
        <p:sp>
          <p:nvSpPr>
            <p:cNvPr id="633" name="Google Shape;633;p35">
              <a:hlinkClick action="ppaction://hlinksldjump" r:id="rId4"/>
            </p:cNvPr>
            <p:cNvSpPr/>
            <p:nvPr/>
          </p:nvSpPr>
          <p:spPr>
            <a:xfrm>
              <a:off x="203101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34" name="Google Shape;634;p35">
              <a:hlinkClick action="ppaction://hlinksldjump" r:id="rId5"/>
            </p:cNvPr>
            <p:cNvSpPr/>
            <p:nvPr/>
          </p:nvSpPr>
          <p:spPr>
            <a:xfrm>
              <a:off x="232310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35" name="Google Shape;635;p35">
              <a:hlinkClick action="ppaction://hlinksldjump" r:id="rId6"/>
            </p:cNvPr>
            <p:cNvSpPr/>
            <p:nvPr/>
          </p:nvSpPr>
          <p:spPr>
            <a:xfrm>
              <a:off x="2615200"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36" name="Google Shape;636;p35">
              <a:hlinkClick action="ppaction://hlinksldjump" r:id="rId7"/>
            </p:cNvPr>
            <p:cNvSpPr/>
            <p:nvPr/>
          </p:nvSpPr>
          <p:spPr>
            <a:xfrm>
              <a:off x="2907292"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37" name="Google Shape;637;p35">
              <a:hlinkClick action="ppaction://hlinksldjump" r:id="rId8"/>
            </p:cNvPr>
            <p:cNvSpPr/>
            <p:nvPr/>
          </p:nvSpPr>
          <p:spPr>
            <a:xfrm>
              <a:off x="3199384"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38" name="Google Shape;638;p35">
              <a:hlinkClick action="ppaction://hlinksldjump" r:id="rId9"/>
            </p:cNvPr>
            <p:cNvSpPr/>
            <p:nvPr/>
          </p:nvSpPr>
          <p:spPr>
            <a:xfrm>
              <a:off x="3491476"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39" name="Google Shape;639;p35">
              <a:hlinkClick action="ppaction://hlinksldjump" r:id="rId10"/>
            </p:cNvPr>
            <p:cNvSpPr/>
            <p:nvPr/>
          </p:nvSpPr>
          <p:spPr>
            <a:xfrm>
              <a:off x="378356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40" name="Google Shape;640;p35">
              <a:hlinkClick action="ppaction://hlinksldjump" r:id="rId11"/>
            </p:cNvPr>
            <p:cNvSpPr/>
            <p:nvPr/>
          </p:nvSpPr>
          <p:spPr>
            <a:xfrm>
              <a:off x="407565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41" name="Google Shape;641;p35">
              <a:hlinkClick action="ppaction://hlinksldjump" r:id="rId12"/>
            </p:cNvPr>
            <p:cNvSpPr/>
            <p:nvPr/>
          </p:nvSpPr>
          <p:spPr>
            <a:xfrm>
              <a:off x="4367751"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42" name="Google Shape;642;p35">
              <a:hlinkClick action="ppaction://hlinksldjump" r:id="rId13"/>
            </p:cNvPr>
            <p:cNvSpPr/>
            <p:nvPr/>
          </p:nvSpPr>
          <p:spPr>
            <a:xfrm>
              <a:off x="4659843"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43" name="Google Shape;643;p35">
              <a:hlinkClick action="ppaction://hlinksldjump" r:id="rId14"/>
            </p:cNvPr>
            <p:cNvSpPr/>
            <p:nvPr/>
          </p:nvSpPr>
          <p:spPr>
            <a:xfrm>
              <a:off x="4951934" y="4718600"/>
              <a:ext cx="116400" cy="1164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44" name="Google Shape;644;p35">
              <a:hlinkClick action="ppaction://hlinksldjump" r:id="rId15"/>
            </p:cNvPr>
            <p:cNvSpPr/>
            <p:nvPr/>
          </p:nvSpPr>
          <p:spPr>
            <a:xfrm>
              <a:off x="5244026"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45" name="Google Shape;645;p35">
              <a:hlinkClick action="ppaction://hlinksldjump" r:id="rId16"/>
            </p:cNvPr>
            <p:cNvSpPr/>
            <p:nvPr/>
          </p:nvSpPr>
          <p:spPr>
            <a:xfrm>
              <a:off x="5536118"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46" name="Google Shape;646;p35">
              <a:hlinkClick action="ppaction://hlinksldjump" r:id="rId17"/>
            </p:cNvPr>
            <p:cNvSpPr/>
            <p:nvPr/>
          </p:nvSpPr>
          <p:spPr>
            <a:xfrm>
              <a:off x="5828210"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47" name="Google Shape;647;p35">
              <a:hlinkClick action="ppaction://hlinksldjump" r:id="rId18"/>
            </p:cNvPr>
            <p:cNvSpPr/>
            <p:nvPr/>
          </p:nvSpPr>
          <p:spPr>
            <a:xfrm>
              <a:off x="6120302"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48" name="Google Shape;648;p35">
              <a:hlinkClick action="ppaction://hlinksldjump" r:id="rId19"/>
            </p:cNvPr>
            <p:cNvSpPr/>
            <p:nvPr/>
          </p:nvSpPr>
          <p:spPr>
            <a:xfrm>
              <a:off x="6412393"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49" name="Google Shape;649;p35">
              <a:hlinkClick action="ppaction://hlinksldjump" r:id="rId20"/>
            </p:cNvPr>
            <p:cNvSpPr/>
            <p:nvPr/>
          </p:nvSpPr>
          <p:spPr>
            <a:xfrm>
              <a:off x="6704485"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50" name="Google Shape;650;p35">
              <a:hlinkClick action="ppaction://hlinksldjump" r:id="rId21"/>
            </p:cNvPr>
            <p:cNvSpPr/>
            <p:nvPr/>
          </p:nvSpPr>
          <p:spPr>
            <a:xfrm>
              <a:off x="699657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51" name="Google Shape;651;p35">
              <a:hlinkClick action="ppaction://hlinksldjump" r:id="rId22"/>
            </p:cNvPr>
            <p:cNvSpPr/>
            <p:nvPr/>
          </p:nvSpPr>
          <p:spPr>
            <a:xfrm>
              <a:off x="728866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52" name="Google Shape;652;p35">
              <a:hlinkClick action="ppaction://hlinksldjump" r:id="rId23"/>
            </p:cNvPr>
            <p:cNvSpPr/>
            <p:nvPr/>
          </p:nvSpPr>
          <p:spPr>
            <a:xfrm>
              <a:off x="1738925"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pic>
        <p:nvPicPr>
          <p:cNvPr id="653" name="Google Shape;653;p35" title="Chart">
            <a:hlinkClick r:id="rId24"/>
          </p:cNvPr>
          <p:cNvPicPr preferRelativeResize="0"/>
          <p:nvPr/>
        </p:nvPicPr>
        <p:blipFill>
          <a:blip r:embed="rId25">
            <a:alphaModFix/>
          </a:blip>
          <a:stretch>
            <a:fillRect/>
          </a:stretch>
        </p:blipFill>
        <p:spPr>
          <a:xfrm>
            <a:off x="1060229" y="1404075"/>
            <a:ext cx="3999301" cy="24565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36"/>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Competition comparison</a:t>
            </a:r>
            <a:endParaRPr/>
          </a:p>
        </p:txBody>
      </p:sp>
      <p:graphicFrame>
        <p:nvGraphicFramePr>
          <p:cNvPr id="659" name="Google Shape;659;p36"/>
          <p:cNvGraphicFramePr/>
          <p:nvPr/>
        </p:nvGraphicFramePr>
        <p:xfrm>
          <a:off x="719963" y="1402910"/>
          <a:ext cx="3000000" cy="3000000"/>
        </p:xfrm>
        <a:graphic>
          <a:graphicData uri="http://schemas.openxmlformats.org/drawingml/2006/table">
            <a:tbl>
              <a:tblPr>
                <a:noFill/>
                <a:tableStyleId>{12E8A2F2-3AEE-4975-ACBF-8FDBF47D2396}</a:tableStyleId>
              </a:tblPr>
              <a:tblGrid>
                <a:gridCol w="953550"/>
                <a:gridCol w="1336700"/>
                <a:gridCol w="1386125"/>
                <a:gridCol w="1195600"/>
                <a:gridCol w="871025"/>
                <a:gridCol w="1089775"/>
                <a:gridCol w="871075"/>
              </a:tblGrid>
              <a:tr h="481050">
                <a:tc>
                  <a:txBody>
                    <a:bodyPr/>
                    <a:lstStyle/>
                    <a:p>
                      <a:pPr indent="0" lvl="0" marL="0" rtl="0" algn="ctr">
                        <a:spcBef>
                          <a:spcPts val="0"/>
                        </a:spcBef>
                        <a:spcAft>
                          <a:spcPts val="0"/>
                        </a:spcAft>
                        <a:buNone/>
                      </a:pPr>
                      <a:r>
                        <a:t/>
                      </a:r>
                      <a:endParaRPr sz="1800">
                        <a:solidFill>
                          <a:schemeClr val="dk1"/>
                        </a:solidFill>
                        <a:latin typeface="Barlow"/>
                        <a:ea typeface="Barlow"/>
                        <a:cs typeface="Barlow"/>
                        <a:sym typeface="Barlow"/>
                      </a:endParaRPr>
                    </a:p>
                  </a:txBody>
                  <a:tcPr marT="45700" marB="45700" marR="45700" marL="45700" anchor="ctr">
                    <a:lnL cap="flat" cmpd="sng" w="19050">
                      <a:solidFill>
                        <a:schemeClr val="accent4">
                          <a:alpha val="0"/>
                        </a:schemeClr>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alpha val="0"/>
                        </a:schemeClr>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accent5"/>
                          </a:solidFill>
                          <a:latin typeface="Darker Grotesque Black"/>
                          <a:ea typeface="Darker Grotesque Black"/>
                          <a:cs typeface="Darker Grotesque Black"/>
                          <a:sym typeface="Darker Grotesque Black"/>
                        </a:rPr>
                        <a:t>Features</a:t>
                      </a:r>
                      <a:endParaRPr sz="1200">
                        <a:solidFill>
                          <a:schemeClr val="accent5"/>
                        </a:solidFill>
                        <a:latin typeface="Darker Grotesque Black"/>
                        <a:ea typeface="Darker Grotesque Black"/>
                        <a:cs typeface="Darker Grotesque Black"/>
                        <a:sym typeface="Darker Grotesque Black"/>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lang="en" sz="1200">
                          <a:solidFill>
                            <a:schemeClr val="accent5"/>
                          </a:solidFill>
                          <a:latin typeface="Darker Grotesque Black"/>
                          <a:ea typeface="Darker Grotesque Black"/>
                          <a:cs typeface="Darker Grotesque Black"/>
                          <a:sym typeface="Darker Grotesque Black"/>
                        </a:rPr>
                        <a:t>Value</a:t>
                      </a:r>
                      <a:endParaRPr sz="1200">
                        <a:solidFill>
                          <a:schemeClr val="accent5"/>
                        </a:solidFill>
                        <a:latin typeface="Darker Grotesque Black"/>
                        <a:ea typeface="Darker Grotesque Black"/>
                        <a:cs typeface="Darker Grotesque Black"/>
                        <a:sym typeface="Darker Grotesque Black"/>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Clr>
                          <a:srgbClr val="000000"/>
                        </a:buClr>
                        <a:buSzPts val="1100"/>
                        <a:buFont typeface="Arial"/>
                        <a:buNone/>
                      </a:pPr>
                      <a:r>
                        <a:rPr lang="en" sz="1200">
                          <a:solidFill>
                            <a:schemeClr val="accent5"/>
                          </a:solidFill>
                          <a:latin typeface="Darker Grotesque Black"/>
                          <a:ea typeface="Darker Grotesque Black"/>
                          <a:cs typeface="Darker Grotesque Black"/>
                          <a:sym typeface="Darker Grotesque Black"/>
                        </a:rPr>
                        <a:t>Pricing</a:t>
                      </a:r>
                      <a:endParaRPr sz="1200">
                        <a:solidFill>
                          <a:schemeClr val="accent5"/>
                        </a:solidFill>
                        <a:latin typeface="Darker Grotesque Black"/>
                        <a:ea typeface="Darker Grotesque Black"/>
                        <a:cs typeface="Darker Grotesque Black"/>
                        <a:sym typeface="Darker Grotesque Black"/>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lang="en" sz="1200">
                          <a:solidFill>
                            <a:schemeClr val="accent5"/>
                          </a:solidFill>
                          <a:latin typeface="Darker Grotesque Black"/>
                          <a:ea typeface="Darker Grotesque Black"/>
                          <a:cs typeface="Darker Grotesque Black"/>
                          <a:sym typeface="Darker Grotesque Black"/>
                        </a:rPr>
                        <a:t>Trial</a:t>
                      </a:r>
                      <a:endParaRPr sz="1200">
                        <a:solidFill>
                          <a:schemeClr val="accent5"/>
                        </a:solidFill>
                        <a:latin typeface="Darker Grotesque Black"/>
                        <a:ea typeface="Darker Grotesque Black"/>
                        <a:cs typeface="Darker Grotesque Black"/>
                        <a:sym typeface="Darker Grotesque Black"/>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lang="en" sz="1200">
                          <a:solidFill>
                            <a:schemeClr val="accent5"/>
                          </a:solidFill>
                          <a:latin typeface="Darker Grotesque Black"/>
                          <a:ea typeface="Darker Grotesque Black"/>
                          <a:cs typeface="Darker Grotesque Black"/>
                          <a:sym typeface="Darker Grotesque Black"/>
                        </a:rPr>
                        <a:t>Competence</a:t>
                      </a:r>
                      <a:endParaRPr sz="1200">
                        <a:solidFill>
                          <a:schemeClr val="accent5"/>
                        </a:solidFill>
                        <a:latin typeface="Darker Grotesque Black"/>
                        <a:ea typeface="Darker Grotesque Black"/>
                        <a:cs typeface="Darker Grotesque Black"/>
                        <a:sym typeface="Darker Grotesque Black"/>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solidFill>
                      <a:schemeClr val="dk1"/>
                    </a:solidFill>
                  </a:tcPr>
                </a:tc>
                <a:tc>
                  <a:txBody>
                    <a:bodyPr/>
                    <a:lstStyle/>
                    <a:p>
                      <a:pPr indent="0" lvl="0" marL="0" rtl="0" algn="ctr">
                        <a:spcBef>
                          <a:spcPts val="0"/>
                        </a:spcBef>
                        <a:spcAft>
                          <a:spcPts val="0"/>
                        </a:spcAft>
                        <a:buNone/>
                      </a:pPr>
                      <a:r>
                        <a:rPr lang="en" sz="1200">
                          <a:solidFill>
                            <a:schemeClr val="accent5"/>
                          </a:solidFill>
                          <a:latin typeface="Darker Grotesque Black"/>
                          <a:ea typeface="Darker Grotesque Black"/>
                          <a:cs typeface="Darker Grotesque Black"/>
                          <a:sym typeface="Darker Grotesque Black"/>
                        </a:rPr>
                        <a:t>Share</a:t>
                      </a:r>
                      <a:endParaRPr sz="1200">
                        <a:solidFill>
                          <a:schemeClr val="accent5"/>
                        </a:solidFill>
                        <a:latin typeface="Darker Grotesque Black"/>
                        <a:ea typeface="Darker Grotesque Black"/>
                        <a:cs typeface="Darker Grotesque Black"/>
                        <a:sym typeface="Darker Grotesque Black"/>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solidFill>
                      <a:schemeClr val="dk1"/>
                    </a:solidFill>
                  </a:tcPr>
                </a:tc>
              </a:tr>
              <a:tr h="355400">
                <a:tc>
                  <a:txBody>
                    <a:bodyPr/>
                    <a:lstStyle/>
                    <a:p>
                      <a:pPr indent="0" lvl="0" marL="0" rtl="0" algn="ctr">
                        <a:spcBef>
                          <a:spcPts val="0"/>
                        </a:spcBef>
                        <a:spcAft>
                          <a:spcPts val="0"/>
                        </a:spcAft>
                        <a:buNone/>
                      </a:pPr>
                      <a:r>
                        <a:rPr lang="en" sz="1100">
                          <a:solidFill>
                            <a:schemeClr val="dk1"/>
                          </a:solidFill>
                          <a:latin typeface="Darker Grotesque Black"/>
                          <a:ea typeface="Darker Grotesque Black"/>
                          <a:cs typeface="Darker Grotesque Black"/>
                          <a:sym typeface="Darker Grotesque Black"/>
                        </a:rPr>
                        <a:t>Company A</a:t>
                      </a:r>
                      <a:endParaRPr sz="1100">
                        <a:solidFill>
                          <a:schemeClr val="dk1"/>
                        </a:solidFill>
                        <a:latin typeface="Darker Grotesque Black"/>
                        <a:ea typeface="Darker Grotesque Black"/>
                        <a:cs typeface="Darker Grotesque Black"/>
                        <a:sym typeface="Darker Grotesque Black"/>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Fuel economy</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Special offers</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$23,000</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No</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Low</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8%</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r>
              <a:tr h="355400">
                <a:tc>
                  <a:txBody>
                    <a:bodyPr/>
                    <a:lstStyle/>
                    <a:p>
                      <a:pPr indent="0" lvl="0" marL="0" rtl="0" algn="ctr">
                        <a:spcBef>
                          <a:spcPts val="0"/>
                        </a:spcBef>
                        <a:spcAft>
                          <a:spcPts val="0"/>
                        </a:spcAft>
                        <a:buNone/>
                      </a:pPr>
                      <a:r>
                        <a:rPr lang="en" sz="1100">
                          <a:solidFill>
                            <a:schemeClr val="dk1"/>
                          </a:solidFill>
                          <a:latin typeface="Darker Grotesque Black"/>
                          <a:ea typeface="Darker Grotesque Black"/>
                          <a:cs typeface="Darker Grotesque Black"/>
                          <a:sym typeface="Darker Grotesque Black"/>
                        </a:rPr>
                        <a:t>Company B</a:t>
                      </a:r>
                      <a:endParaRPr sz="1100">
                        <a:solidFill>
                          <a:schemeClr val="dk1"/>
                        </a:solidFill>
                        <a:latin typeface="Darker Grotesque Black"/>
                        <a:ea typeface="Darker Grotesque Black"/>
                        <a:cs typeface="Darker Grotesque Black"/>
                        <a:sym typeface="Darker Grotesque Black"/>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Design</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Reliability</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$27,000</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No</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Low</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5%</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r>
              <a:tr h="355400">
                <a:tc>
                  <a:txBody>
                    <a:bodyPr/>
                    <a:lstStyle/>
                    <a:p>
                      <a:pPr indent="0" lvl="0" marL="0" rtl="0" algn="ctr">
                        <a:spcBef>
                          <a:spcPts val="0"/>
                        </a:spcBef>
                        <a:spcAft>
                          <a:spcPts val="0"/>
                        </a:spcAft>
                        <a:buNone/>
                      </a:pPr>
                      <a:r>
                        <a:rPr lang="en" sz="1100">
                          <a:solidFill>
                            <a:schemeClr val="dk1"/>
                          </a:solidFill>
                          <a:latin typeface="Darker Grotesque Black"/>
                          <a:ea typeface="Darker Grotesque Black"/>
                          <a:cs typeface="Darker Grotesque Black"/>
                          <a:sym typeface="Darker Grotesque Black"/>
                        </a:rPr>
                        <a:t>Company C</a:t>
                      </a:r>
                      <a:endParaRPr sz="1100">
                        <a:solidFill>
                          <a:schemeClr val="dk1"/>
                        </a:solidFill>
                        <a:latin typeface="Darker Grotesque Black"/>
                        <a:ea typeface="Darker Grotesque Black"/>
                        <a:cs typeface="Darker Grotesque Black"/>
                        <a:sym typeface="Darker Grotesque Black"/>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Performance</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Repairs</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$30,000</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Yes</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High</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20%</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r>
              <a:tr h="355400">
                <a:tc>
                  <a:txBody>
                    <a:bodyPr/>
                    <a:lstStyle/>
                    <a:p>
                      <a:pPr indent="0" lvl="0" marL="0" rtl="0" algn="ctr">
                        <a:spcBef>
                          <a:spcPts val="0"/>
                        </a:spcBef>
                        <a:spcAft>
                          <a:spcPts val="0"/>
                        </a:spcAft>
                        <a:buNone/>
                      </a:pPr>
                      <a:r>
                        <a:rPr lang="en" sz="1100">
                          <a:solidFill>
                            <a:schemeClr val="dk1"/>
                          </a:solidFill>
                          <a:latin typeface="Darker Grotesque Black"/>
                          <a:ea typeface="Darker Grotesque Black"/>
                          <a:cs typeface="Darker Grotesque Black"/>
                          <a:sym typeface="Darker Grotesque Black"/>
                        </a:rPr>
                        <a:t>Company D</a:t>
                      </a:r>
                      <a:endParaRPr sz="1100">
                        <a:solidFill>
                          <a:schemeClr val="dk1"/>
                        </a:solidFill>
                        <a:latin typeface="Darker Grotesque Black"/>
                        <a:ea typeface="Darker Grotesque Black"/>
                        <a:cs typeface="Darker Grotesque Black"/>
                        <a:sym typeface="Darker Grotesque Black"/>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Safety features</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Marketing</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$24,000</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No</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High</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22%</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r>
              <a:tr h="355400">
                <a:tc>
                  <a:txBody>
                    <a:bodyPr/>
                    <a:lstStyle/>
                    <a:p>
                      <a:pPr indent="0" lvl="0" marL="0" rtl="0" algn="ctr">
                        <a:spcBef>
                          <a:spcPts val="0"/>
                        </a:spcBef>
                        <a:spcAft>
                          <a:spcPts val="0"/>
                        </a:spcAft>
                        <a:buNone/>
                      </a:pPr>
                      <a:r>
                        <a:rPr lang="en" sz="1100">
                          <a:solidFill>
                            <a:schemeClr val="dk1"/>
                          </a:solidFill>
                          <a:latin typeface="Darker Grotesque Black"/>
                          <a:ea typeface="Darker Grotesque Black"/>
                          <a:cs typeface="Darker Grotesque Black"/>
                          <a:sym typeface="Darker Grotesque Black"/>
                        </a:rPr>
                        <a:t>Company E</a:t>
                      </a:r>
                      <a:endParaRPr sz="1100">
                        <a:solidFill>
                          <a:schemeClr val="dk1"/>
                        </a:solidFill>
                        <a:latin typeface="Darker Grotesque Black"/>
                        <a:ea typeface="Darker Grotesque Black"/>
                        <a:cs typeface="Darker Grotesque Black"/>
                        <a:sym typeface="Darker Grotesque Black"/>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Technology</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Customers</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$32,000</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Yes</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Low</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10%</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r>
              <a:tr h="355400">
                <a:tc>
                  <a:txBody>
                    <a:bodyPr/>
                    <a:lstStyle/>
                    <a:p>
                      <a:pPr indent="0" lvl="0" marL="0" rtl="0" algn="ctr">
                        <a:spcBef>
                          <a:spcPts val="0"/>
                        </a:spcBef>
                        <a:spcAft>
                          <a:spcPts val="0"/>
                        </a:spcAft>
                        <a:buNone/>
                      </a:pPr>
                      <a:r>
                        <a:rPr lang="en" sz="1100">
                          <a:solidFill>
                            <a:schemeClr val="dk1"/>
                          </a:solidFill>
                          <a:latin typeface="Darker Grotesque Black"/>
                          <a:ea typeface="Darker Grotesque Black"/>
                          <a:cs typeface="Darker Grotesque Black"/>
                          <a:sym typeface="Darker Grotesque Black"/>
                        </a:rPr>
                        <a:t>Company F</a:t>
                      </a:r>
                      <a:endParaRPr sz="1100">
                        <a:solidFill>
                          <a:schemeClr val="dk1"/>
                        </a:solidFill>
                        <a:latin typeface="Darker Grotesque Black"/>
                        <a:ea typeface="Darker Grotesque Black"/>
                        <a:cs typeface="Darker Grotesque Black"/>
                        <a:sym typeface="Darker Grotesque Black"/>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Comfort</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Best prices</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$15,000</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Yes</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High</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30%</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r>
              <a:tr h="355400">
                <a:tc>
                  <a:txBody>
                    <a:bodyPr/>
                    <a:lstStyle/>
                    <a:p>
                      <a:pPr indent="0" lvl="0" marL="0" rtl="0" algn="ctr">
                        <a:spcBef>
                          <a:spcPts val="0"/>
                        </a:spcBef>
                        <a:spcAft>
                          <a:spcPts val="0"/>
                        </a:spcAft>
                        <a:buNone/>
                      </a:pPr>
                      <a:r>
                        <a:rPr lang="en" sz="1100">
                          <a:solidFill>
                            <a:schemeClr val="dk1"/>
                          </a:solidFill>
                          <a:latin typeface="Darker Grotesque Black"/>
                          <a:ea typeface="Darker Grotesque Black"/>
                          <a:cs typeface="Darker Grotesque Black"/>
                          <a:sym typeface="Darker Grotesque Black"/>
                        </a:rPr>
                        <a:t>Company G</a:t>
                      </a:r>
                      <a:endParaRPr sz="1100">
                        <a:solidFill>
                          <a:schemeClr val="dk1"/>
                        </a:solidFill>
                        <a:latin typeface="Darker Grotesque Black"/>
                        <a:ea typeface="Darker Grotesque Black"/>
                        <a:cs typeface="Darker Grotesque Black"/>
                        <a:sym typeface="Darker Grotesque Black"/>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Customization</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Brand name</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$45,000</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No</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Low</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c>
                  <a:txBody>
                    <a:bodyPr/>
                    <a:lstStyle/>
                    <a:p>
                      <a:pPr indent="0" lvl="0" marL="0" rtl="0" algn="ctr">
                        <a:spcBef>
                          <a:spcPts val="0"/>
                        </a:spcBef>
                        <a:spcAft>
                          <a:spcPts val="0"/>
                        </a:spcAft>
                        <a:buNone/>
                      </a:pPr>
                      <a:r>
                        <a:rPr lang="en" sz="1000">
                          <a:solidFill>
                            <a:schemeClr val="dk1"/>
                          </a:solidFill>
                          <a:latin typeface="Barlow Medium"/>
                          <a:ea typeface="Barlow Medium"/>
                          <a:cs typeface="Barlow Medium"/>
                          <a:sym typeface="Barlow Medium"/>
                        </a:rPr>
                        <a:t>5%</a:t>
                      </a:r>
                      <a:endParaRPr sz="1000">
                        <a:solidFill>
                          <a:schemeClr val="dk1"/>
                        </a:solidFill>
                        <a:latin typeface="Barlow Medium"/>
                        <a:ea typeface="Barlow Medium"/>
                        <a:cs typeface="Barlow Medium"/>
                        <a:sym typeface="Barlow Medium"/>
                      </a:endParaRPr>
                    </a:p>
                  </a:txBody>
                  <a:tcPr marT="45700" marB="45700" marR="45700" marL="45700" anchor="ctr">
                    <a:lnL cap="flat" cmpd="sng" w="19050">
                      <a:solidFill>
                        <a:schemeClr val="accent4"/>
                      </a:solidFill>
                      <a:prstDash val="solid"/>
                      <a:round/>
                      <a:headEnd len="sm" w="sm" type="none"/>
                      <a:tailEnd len="sm" w="sm" type="none"/>
                    </a:lnL>
                    <a:lnR cap="flat" cmpd="sng" w="19050">
                      <a:solidFill>
                        <a:schemeClr val="accent4"/>
                      </a:solidFill>
                      <a:prstDash val="solid"/>
                      <a:round/>
                      <a:headEnd len="sm" w="sm" type="none"/>
                      <a:tailEnd len="sm" w="sm" type="none"/>
                    </a:lnR>
                    <a:lnT cap="flat" cmpd="sng" w="19050">
                      <a:solidFill>
                        <a:schemeClr val="accent4"/>
                      </a:solidFill>
                      <a:prstDash val="solid"/>
                      <a:round/>
                      <a:headEnd len="sm" w="sm" type="none"/>
                      <a:tailEnd len="sm" w="sm" type="none"/>
                    </a:lnT>
                    <a:lnB cap="flat" cmpd="sng" w="19050">
                      <a:solidFill>
                        <a:schemeClr val="accent4"/>
                      </a:solidFill>
                      <a:prstDash val="solid"/>
                      <a:round/>
                      <a:headEnd len="sm" w="sm" type="none"/>
                      <a:tailEnd len="sm" w="sm" type="none"/>
                    </a:lnB>
                  </a:tcPr>
                </a:tc>
              </a:tr>
            </a:tbl>
          </a:graphicData>
        </a:graphic>
      </p:graphicFrame>
      <p:grpSp>
        <p:nvGrpSpPr>
          <p:cNvPr id="660" name="Google Shape;660;p36"/>
          <p:cNvGrpSpPr/>
          <p:nvPr/>
        </p:nvGrpSpPr>
        <p:grpSpPr>
          <a:xfrm>
            <a:off x="1738925" y="4718600"/>
            <a:ext cx="5666144" cy="116400"/>
            <a:chOff x="1738925" y="4718600"/>
            <a:chExt cx="5666144" cy="116400"/>
          </a:xfrm>
        </p:grpSpPr>
        <p:sp>
          <p:nvSpPr>
            <p:cNvPr id="661" name="Google Shape;661;p36">
              <a:hlinkClick action="ppaction://hlinksldjump" r:id="rId3"/>
            </p:cNvPr>
            <p:cNvSpPr/>
            <p:nvPr/>
          </p:nvSpPr>
          <p:spPr>
            <a:xfrm>
              <a:off x="203101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62" name="Google Shape;662;p36">
              <a:hlinkClick action="ppaction://hlinksldjump" r:id="rId4"/>
            </p:cNvPr>
            <p:cNvSpPr/>
            <p:nvPr/>
          </p:nvSpPr>
          <p:spPr>
            <a:xfrm>
              <a:off x="232310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63" name="Google Shape;663;p36">
              <a:hlinkClick action="ppaction://hlinksldjump" r:id="rId5"/>
            </p:cNvPr>
            <p:cNvSpPr/>
            <p:nvPr/>
          </p:nvSpPr>
          <p:spPr>
            <a:xfrm>
              <a:off x="2615200"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64" name="Google Shape;664;p36">
              <a:hlinkClick action="ppaction://hlinksldjump" r:id="rId6"/>
            </p:cNvPr>
            <p:cNvSpPr/>
            <p:nvPr/>
          </p:nvSpPr>
          <p:spPr>
            <a:xfrm>
              <a:off x="2907292"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65" name="Google Shape;665;p36">
              <a:hlinkClick action="ppaction://hlinksldjump" r:id="rId7"/>
            </p:cNvPr>
            <p:cNvSpPr/>
            <p:nvPr/>
          </p:nvSpPr>
          <p:spPr>
            <a:xfrm>
              <a:off x="3199384"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66" name="Google Shape;666;p36">
              <a:hlinkClick action="ppaction://hlinksldjump" r:id="rId8"/>
            </p:cNvPr>
            <p:cNvSpPr/>
            <p:nvPr/>
          </p:nvSpPr>
          <p:spPr>
            <a:xfrm>
              <a:off x="3491476"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67" name="Google Shape;667;p36">
              <a:hlinkClick action="ppaction://hlinksldjump" r:id="rId9"/>
            </p:cNvPr>
            <p:cNvSpPr/>
            <p:nvPr/>
          </p:nvSpPr>
          <p:spPr>
            <a:xfrm>
              <a:off x="378356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68" name="Google Shape;668;p36">
              <a:hlinkClick action="ppaction://hlinksldjump" r:id="rId10"/>
            </p:cNvPr>
            <p:cNvSpPr/>
            <p:nvPr/>
          </p:nvSpPr>
          <p:spPr>
            <a:xfrm>
              <a:off x="407565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69" name="Google Shape;669;p36">
              <a:hlinkClick action="ppaction://hlinksldjump" r:id="rId11"/>
            </p:cNvPr>
            <p:cNvSpPr/>
            <p:nvPr/>
          </p:nvSpPr>
          <p:spPr>
            <a:xfrm>
              <a:off x="4367751"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0" name="Google Shape;670;p36">
              <a:hlinkClick action="ppaction://hlinksldjump" r:id="rId12"/>
            </p:cNvPr>
            <p:cNvSpPr/>
            <p:nvPr/>
          </p:nvSpPr>
          <p:spPr>
            <a:xfrm>
              <a:off x="4659843"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1" name="Google Shape;671;p36">
              <a:hlinkClick action="ppaction://hlinksldjump" r:id="rId13"/>
            </p:cNvPr>
            <p:cNvSpPr/>
            <p:nvPr/>
          </p:nvSpPr>
          <p:spPr>
            <a:xfrm>
              <a:off x="4951934"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2" name="Google Shape;672;p36">
              <a:hlinkClick action="ppaction://hlinksldjump" r:id="rId14"/>
            </p:cNvPr>
            <p:cNvSpPr/>
            <p:nvPr/>
          </p:nvSpPr>
          <p:spPr>
            <a:xfrm>
              <a:off x="5244026" y="4718600"/>
              <a:ext cx="116400" cy="1164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3" name="Google Shape;673;p36">
              <a:hlinkClick action="ppaction://hlinksldjump" r:id="rId15"/>
            </p:cNvPr>
            <p:cNvSpPr/>
            <p:nvPr/>
          </p:nvSpPr>
          <p:spPr>
            <a:xfrm>
              <a:off x="5536118"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4" name="Google Shape;674;p36">
              <a:hlinkClick action="ppaction://hlinksldjump" r:id="rId16"/>
            </p:cNvPr>
            <p:cNvSpPr/>
            <p:nvPr/>
          </p:nvSpPr>
          <p:spPr>
            <a:xfrm>
              <a:off x="5828210"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5" name="Google Shape;675;p36">
              <a:hlinkClick action="ppaction://hlinksldjump" r:id="rId17"/>
            </p:cNvPr>
            <p:cNvSpPr/>
            <p:nvPr/>
          </p:nvSpPr>
          <p:spPr>
            <a:xfrm>
              <a:off x="6120302"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6" name="Google Shape;676;p36">
              <a:hlinkClick action="ppaction://hlinksldjump" r:id="rId18"/>
            </p:cNvPr>
            <p:cNvSpPr/>
            <p:nvPr/>
          </p:nvSpPr>
          <p:spPr>
            <a:xfrm>
              <a:off x="6412393"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7" name="Google Shape;677;p36">
              <a:hlinkClick action="ppaction://hlinksldjump" r:id="rId19"/>
            </p:cNvPr>
            <p:cNvSpPr/>
            <p:nvPr/>
          </p:nvSpPr>
          <p:spPr>
            <a:xfrm>
              <a:off x="6704485"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8" name="Google Shape;678;p36">
              <a:hlinkClick action="ppaction://hlinksldjump" r:id="rId20"/>
            </p:cNvPr>
            <p:cNvSpPr/>
            <p:nvPr/>
          </p:nvSpPr>
          <p:spPr>
            <a:xfrm>
              <a:off x="699657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79" name="Google Shape;679;p36">
              <a:hlinkClick action="ppaction://hlinksldjump" r:id="rId21"/>
            </p:cNvPr>
            <p:cNvSpPr/>
            <p:nvPr/>
          </p:nvSpPr>
          <p:spPr>
            <a:xfrm>
              <a:off x="728866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680" name="Google Shape;680;p36">
              <a:hlinkClick action="ppaction://hlinksldjump" r:id="rId22"/>
            </p:cNvPr>
            <p:cNvSpPr/>
            <p:nvPr/>
          </p:nvSpPr>
          <p:spPr>
            <a:xfrm>
              <a:off x="1738925"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Tree>
  </p:cSld>
  <p:clrMapOvr>
    <a:masterClrMapping/>
  </p:clrMapOvr>
</p:sld>
</file>

<file path=ppt/slides/slide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685" name="Google Shape;685;p37"/>
          <p:cNvSpPr txBox="1">
            <a:spLocks noGrp="1"/>
          </p:cNvSpPr>
          <p:nvPr>
            <p:ph type="title" idx="0"/>
          </p:nvPr>
        </p:nvSpPr>
        <p:spPr>
          <a:xfrm>
            <a:off x="720000" y="521225"/>
            <a:ext cx="7704000" cy="5727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
              <a:t>Product infographic</a:t>
            </a:r>
            <a:endParaRPr/>
          </a:p>
        </p:txBody>
      </p:sp>
      <p:sp>
        <p:nvSpPr>
          <p:cNvPr id="686" name="Google Shape;686;p37"/>
          <p:cNvSpPr txBox="1"/>
          <p:nvPr/>
        </p:nvSpPr>
        <p:spPr>
          <a:xfrm>
            <a:off x="723900" y="1443149"/>
            <a:ext cx="1757100" cy="460800"/>
          </a:xfrm>
          <a:prstGeom prst="rect">
            <a:avLst/>
          </a:prstGeom>
          <a:noFill/>
          <a:ln>
            <a:noFill/>
          </a:ln>
        </p:spPr>
        <p:txBody>
          <a:bodyPr wrap="square" lIns="91424" tIns="91424" rIns="91424" bIns="91424" anchor="b" anchorCtr="0">
            <a:noAutofit/>
          </a:bodyPr>
          <a:lstStyle/>
          <a:p>
            <a:pPr marL="0" lvl="0" indent="0" algn="l" rtl="0">
              <a:spcBef>
                <a:spcPts val="0"/>
              </a:spcBef>
              <a:spcAft>
                <a:spcPts val="0"/>
              </a:spcAft>
              <a:buNone/>
              <a:defRPr/>
            </a:pPr>
            <a:r>
              <a:rPr lang="en" sz="2000">
                <a:solidFill>
                  <a:schemeClr val="dk1"/>
                </a:solidFill>
                <a:latin typeface="Darker Grotesque Black"/>
                <a:ea typeface="Darker Grotesque Black"/>
                <a:cs typeface="Darker Grotesque Black"/>
                <a:sym typeface="Darker Grotesque Black"/>
              </a:rPr>
              <a:t>Visuals</a:t>
            </a:r>
            <a:endParaRPr sz="2000">
              <a:solidFill>
                <a:schemeClr val="dk1"/>
              </a:solidFill>
              <a:latin typeface="Darker Grotesque Black"/>
              <a:ea typeface="Darker Grotesque Black"/>
              <a:cs typeface="Darker Grotesque Black"/>
              <a:sym typeface="Darker Grotesque Black"/>
            </a:endParaRPr>
          </a:p>
        </p:txBody>
      </p:sp>
      <p:sp>
        <p:nvSpPr>
          <p:cNvPr id="687" name="Google Shape;687;p37"/>
          <p:cNvSpPr txBox="1"/>
          <p:nvPr/>
        </p:nvSpPr>
        <p:spPr>
          <a:xfrm>
            <a:off x="723900" y="2515525"/>
            <a:ext cx="1757100" cy="460800"/>
          </a:xfrm>
          <a:prstGeom prst="rect">
            <a:avLst/>
          </a:prstGeom>
          <a:noFill/>
          <a:ln>
            <a:noFill/>
          </a:ln>
        </p:spPr>
        <p:txBody>
          <a:bodyPr wrap="square" lIns="91424" tIns="91424" rIns="91424" bIns="91424" anchor="b" anchorCtr="0">
            <a:noAutofit/>
          </a:bodyPr>
          <a:lstStyle/>
          <a:p>
            <a:pPr marL="0" lvl="0" indent="0" algn="l" rtl="0">
              <a:spcBef>
                <a:spcPts val="0"/>
              </a:spcBef>
              <a:spcAft>
                <a:spcPts val="0"/>
              </a:spcAft>
              <a:buNone/>
              <a:defRPr/>
            </a:pPr>
            <a:r>
              <a:rPr lang="en" sz="2000">
                <a:solidFill>
                  <a:schemeClr val="dk1"/>
                </a:solidFill>
                <a:latin typeface="Darker Grotesque Black"/>
                <a:ea typeface="Darker Grotesque Black"/>
                <a:cs typeface="Darker Grotesque Black"/>
                <a:sym typeface="Darker Grotesque Black"/>
              </a:rPr>
              <a:t>Price</a:t>
            </a:r>
            <a:endParaRPr sz="2000">
              <a:solidFill>
                <a:schemeClr val="dk1"/>
              </a:solidFill>
              <a:latin typeface="Darker Grotesque Black"/>
              <a:ea typeface="Darker Grotesque Black"/>
              <a:cs typeface="Darker Grotesque Black"/>
              <a:sym typeface="Darker Grotesque Black"/>
            </a:endParaRPr>
          </a:p>
        </p:txBody>
      </p:sp>
      <p:sp>
        <p:nvSpPr>
          <p:cNvPr id="688" name="Google Shape;688;p37"/>
          <p:cNvSpPr txBox="1"/>
          <p:nvPr/>
        </p:nvSpPr>
        <p:spPr>
          <a:xfrm>
            <a:off x="723900" y="3648299"/>
            <a:ext cx="1757100" cy="460800"/>
          </a:xfrm>
          <a:prstGeom prst="rect">
            <a:avLst/>
          </a:prstGeom>
          <a:noFill/>
          <a:ln>
            <a:noFill/>
          </a:ln>
        </p:spPr>
        <p:txBody>
          <a:bodyPr wrap="square" lIns="91424" tIns="91424" rIns="91424" bIns="91424" anchor="b" anchorCtr="0">
            <a:noAutofit/>
          </a:bodyPr>
          <a:lstStyle/>
          <a:p>
            <a:pPr marL="0" lvl="0" indent="0" algn="l" rtl="0">
              <a:spcBef>
                <a:spcPts val="0"/>
              </a:spcBef>
              <a:spcAft>
                <a:spcPts val="0"/>
              </a:spcAft>
              <a:buNone/>
              <a:defRPr/>
            </a:pPr>
            <a:r>
              <a:rPr lang="en" sz="2000">
                <a:solidFill>
                  <a:schemeClr val="dk1"/>
                </a:solidFill>
                <a:latin typeface="Darker Grotesque Black"/>
                <a:ea typeface="Darker Grotesque Black"/>
                <a:cs typeface="Darker Grotesque Black"/>
                <a:sym typeface="Darker Grotesque Black"/>
              </a:rPr>
              <a:t>Availability</a:t>
            </a:r>
            <a:endParaRPr sz="2000">
              <a:solidFill>
                <a:schemeClr val="dk1"/>
              </a:solidFill>
              <a:latin typeface="Darker Grotesque Black"/>
              <a:ea typeface="Darker Grotesque Black"/>
              <a:cs typeface="Darker Grotesque Black"/>
              <a:sym typeface="Darker Grotesque Black"/>
            </a:endParaRPr>
          </a:p>
        </p:txBody>
      </p:sp>
      <p:sp>
        <p:nvSpPr>
          <p:cNvPr id="689" name="Google Shape;689;p37"/>
          <p:cNvSpPr txBox="1"/>
          <p:nvPr/>
        </p:nvSpPr>
        <p:spPr>
          <a:xfrm>
            <a:off x="6619450" y="1443149"/>
            <a:ext cx="1757100" cy="460800"/>
          </a:xfrm>
          <a:prstGeom prst="rect">
            <a:avLst/>
          </a:prstGeom>
          <a:noFill/>
          <a:ln>
            <a:noFill/>
          </a:ln>
        </p:spPr>
        <p:txBody>
          <a:bodyPr wrap="square" lIns="91424" tIns="91424" rIns="91424" bIns="91424" anchor="b" anchorCtr="0">
            <a:noAutofit/>
          </a:bodyPr>
          <a:lstStyle/>
          <a:p>
            <a:pPr marL="0" lvl="0" indent="0" algn="r" rtl="0">
              <a:spcBef>
                <a:spcPts val="0"/>
              </a:spcBef>
              <a:spcAft>
                <a:spcPts val="0"/>
              </a:spcAft>
              <a:buNone/>
              <a:defRPr/>
            </a:pPr>
            <a:r>
              <a:rPr lang="en" sz="2000">
                <a:solidFill>
                  <a:schemeClr val="dk1"/>
                </a:solidFill>
                <a:latin typeface="Darker Grotesque Black"/>
                <a:ea typeface="Darker Grotesque Black"/>
                <a:cs typeface="Darker Grotesque Black"/>
                <a:sym typeface="Darker Grotesque Black"/>
              </a:rPr>
              <a:t>Features</a:t>
            </a:r>
            <a:endParaRPr sz="2000">
              <a:solidFill>
                <a:schemeClr val="dk1"/>
              </a:solidFill>
              <a:latin typeface="Darker Grotesque Black"/>
              <a:ea typeface="Darker Grotesque Black"/>
              <a:cs typeface="Darker Grotesque Black"/>
              <a:sym typeface="Darker Grotesque Black"/>
            </a:endParaRPr>
          </a:p>
        </p:txBody>
      </p:sp>
      <p:sp>
        <p:nvSpPr>
          <p:cNvPr id="690" name="Google Shape;690;p37"/>
          <p:cNvSpPr txBox="1"/>
          <p:nvPr/>
        </p:nvSpPr>
        <p:spPr>
          <a:xfrm>
            <a:off x="6619450" y="2515525"/>
            <a:ext cx="1757100" cy="460800"/>
          </a:xfrm>
          <a:prstGeom prst="rect">
            <a:avLst/>
          </a:prstGeom>
          <a:noFill/>
          <a:ln>
            <a:noFill/>
          </a:ln>
        </p:spPr>
        <p:txBody>
          <a:bodyPr wrap="square" lIns="91424" tIns="91424" rIns="91424" bIns="91424" anchor="b" anchorCtr="0">
            <a:noAutofit/>
          </a:bodyPr>
          <a:lstStyle/>
          <a:p>
            <a:pPr marL="0" lvl="0" indent="0" algn="r" rtl="0">
              <a:spcBef>
                <a:spcPts val="0"/>
              </a:spcBef>
              <a:spcAft>
                <a:spcPts val="0"/>
              </a:spcAft>
              <a:buNone/>
              <a:defRPr/>
            </a:pPr>
            <a:r>
              <a:rPr lang="en" sz="2000">
                <a:solidFill>
                  <a:schemeClr val="dk1"/>
                </a:solidFill>
                <a:latin typeface="Darker Grotesque Black"/>
                <a:ea typeface="Darker Grotesque Black"/>
                <a:cs typeface="Darker Grotesque Black"/>
                <a:sym typeface="Darker Grotesque Black"/>
              </a:rPr>
              <a:t>Users</a:t>
            </a:r>
            <a:endParaRPr sz="2000">
              <a:solidFill>
                <a:schemeClr val="dk1"/>
              </a:solidFill>
              <a:latin typeface="Darker Grotesque Black"/>
              <a:ea typeface="Darker Grotesque Black"/>
              <a:cs typeface="Darker Grotesque Black"/>
              <a:sym typeface="Darker Grotesque Black"/>
            </a:endParaRPr>
          </a:p>
        </p:txBody>
      </p:sp>
      <p:sp>
        <p:nvSpPr>
          <p:cNvPr id="691" name="Google Shape;691;p37"/>
          <p:cNvSpPr txBox="1"/>
          <p:nvPr/>
        </p:nvSpPr>
        <p:spPr>
          <a:xfrm>
            <a:off x="6619450" y="3648299"/>
            <a:ext cx="1757100" cy="460800"/>
          </a:xfrm>
          <a:prstGeom prst="rect">
            <a:avLst/>
          </a:prstGeom>
          <a:noFill/>
          <a:ln>
            <a:noFill/>
          </a:ln>
        </p:spPr>
        <p:txBody>
          <a:bodyPr wrap="square" lIns="91424" tIns="91424" rIns="91424" bIns="91424" anchor="b" anchorCtr="0">
            <a:noAutofit/>
          </a:bodyPr>
          <a:lstStyle/>
          <a:p>
            <a:pPr marL="0" lvl="0" indent="0" algn="r" rtl="0">
              <a:spcBef>
                <a:spcPts val="0"/>
              </a:spcBef>
              <a:spcAft>
                <a:spcPts val="0"/>
              </a:spcAft>
              <a:buNone/>
              <a:defRPr/>
            </a:pPr>
            <a:r>
              <a:rPr lang="en" sz="2000">
                <a:solidFill>
                  <a:schemeClr val="dk1"/>
                </a:solidFill>
                <a:latin typeface="Darker Grotesque Black"/>
                <a:ea typeface="Darker Grotesque Black"/>
                <a:cs typeface="Darker Grotesque Black"/>
                <a:sym typeface="Darker Grotesque Black"/>
              </a:rPr>
              <a:t>Updates</a:t>
            </a:r>
            <a:endParaRPr sz="2000">
              <a:solidFill>
                <a:schemeClr val="dk1"/>
              </a:solidFill>
              <a:latin typeface="Darker Grotesque Black"/>
              <a:ea typeface="Darker Grotesque Black"/>
              <a:cs typeface="Darker Grotesque Black"/>
              <a:sym typeface="Darker Grotesque Black"/>
            </a:endParaRPr>
          </a:p>
        </p:txBody>
      </p:sp>
      <p:sp>
        <p:nvSpPr>
          <p:cNvPr id="692" name="Google Shape;692;p37"/>
          <p:cNvSpPr txBox="1"/>
          <p:nvPr/>
        </p:nvSpPr>
        <p:spPr>
          <a:xfrm>
            <a:off x="723900" y="1822525"/>
            <a:ext cx="1757100" cy="572700"/>
          </a:xfrm>
          <a:prstGeom prst="rect">
            <a:avLst/>
          </a:prstGeom>
          <a:noFill/>
          <a:ln>
            <a:noFill/>
          </a:ln>
        </p:spPr>
        <p:txBody>
          <a:bodyPr wrap="square" lIns="91424" tIns="91424" rIns="91424" bIns="91424" anchor="t" anchorCtr="0">
            <a:noAutofit/>
          </a:bodyPr>
          <a:lstStyle/>
          <a:p>
            <a:pPr marL="0" lvl="0" indent="0" algn="l" rtl="0">
              <a:spcBef>
                <a:spcPts val="0"/>
              </a:spcBef>
              <a:spcAft>
                <a:spcPts val="0"/>
              </a:spcAft>
              <a:buNone/>
              <a:defRPr/>
            </a:pPr>
            <a:r>
              <a:rPr lang="en" sz="1200">
                <a:solidFill>
                  <a:schemeClr val="dk1"/>
                </a:solidFill>
                <a:latin typeface="Barlow Medium"/>
                <a:ea typeface="Barlow Medium"/>
                <a:cs typeface="Barlow Medium"/>
                <a:sym typeface="Barlow Medium"/>
              </a:rPr>
              <a:t>Showcase the design of your product</a:t>
            </a:r>
            <a:endParaRPr sz="1200">
              <a:solidFill>
                <a:schemeClr val="dk1"/>
              </a:solidFill>
              <a:latin typeface="Barlow Medium"/>
              <a:ea typeface="Barlow Medium"/>
              <a:cs typeface="Barlow Medium"/>
              <a:sym typeface="Barlow Medium"/>
            </a:endParaRPr>
          </a:p>
        </p:txBody>
      </p:sp>
      <p:sp>
        <p:nvSpPr>
          <p:cNvPr id="693" name="Google Shape;693;p37"/>
          <p:cNvSpPr txBox="1"/>
          <p:nvPr/>
        </p:nvSpPr>
        <p:spPr>
          <a:xfrm>
            <a:off x="723900" y="2894976"/>
            <a:ext cx="1757100" cy="572700"/>
          </a:xfrm>
          <a:prstGeom prst="rect">
            <a:avLst/>
          </a:prstGeom>
          <a:noFill/>
          <a:ln>
            <a:noFill/>
          </a:ln>
        </p:spPr>
        <p:txBody>
          <a:bodyPr wrap="square" lIns="91424" tIns="91424" rIns="91424" bIns="91424" anchor="t" anchorCtr="0">
            <a:noAutofit/>
          </a:bodyPr>
          <a:lstStyle/>
          <a:p>
            <a:pPr marL="0" lvl="0" indent="0" algn="l" rtl="0">
              <a:spcBef>
                <a:spcPts val="0"/>
              </a:spcBef>
              <a:spcAft>
                <a:spcPts val="0"/>
              </a:spcAft>
              <a:buNone/>
              <a:defRPr/>
            </a:pPr>
            <a:r>
              <a:rPr lang="en" sz="1200">
                <a:solidFill>
                  <a:schemeClr val="dk1"/>
                </a:solidFill>
                <a:latin typeface="Barlow Medium"/>
                <a:ea typeface="Barlow Medium"/>
                <a:cs typeface="Barlow Medium"/>
                <a:sym typeface="Barlow Medium"/>
              </a:rPr>
              <a:t>Share the cost and price with investors</a:t>
            </a:r>
            <a:endParaRPr sz="1200">
              <a:solidFill>
                <a:schemeClr val="dk1"/>
              </a:solidFill>
              <a:latin typeface="Barlow Medium"/>
              <a:ea typeface="Barlow Medium"/>
              <a:cs typeface="Barlow Medium"/>
              <a:sym typeface="Barlow Medium"/>
            </a:endParaRPr>
          </a:p>
        </p:txBody>
      </p:sp>
      <p:sp>
        <p:nvSpPr>
          <p:cNvPr id="694" name="Google Shape;694;p37"/>
          <p:cNvSpPr txBox="1"/>
          <p:nvPr/>
        </p:nvSpPr>
        <p:spPr>
          <a:xfrm>
            <a:off x="723900" y="4027751"/>
            <a:ext cx="1757100" cy="572700"/>
          </a:xfrm>
          <a:prstGeom prst="rect">
            <a:avLst/>
          </a:prstGeom>
          <a:noFill/>
          <a:ln>
            <a:noFill/>
          </a:ln>
        </p:spPr>
        <p:txBody>
          <a:bodyPr wrap="square" lIns="91424" tIns="91424" rIns="91424" bIns="91424" anchor="t" anchorCtr="0">
            <a:noAutofit/>
          </a:bodyPr>
          <a:lstStyle/>
          <a:p>
            <a:pPr marL="0" lvl="0" indent="0" algn="l" rtl="0">
              <a:spcBef>
                <a:spcPts val="0"/>
              </a:spcBef>
              <a:spcAft>
                <a:spcPts val="0"/>
              </a:spcAft>
              <a:buNone/>
              <a:defRPr/>
            </a:pPr>
            <a:r>
              <a:rPr lang="en" sz="1200">
                <a:solidFill>
                  <a:schemeClr val="dk1"/>
                </a:solidFill>
                <a:latin typeface="Barlow Medium"/>
                <a:ea typeface="Barlow Medium"/>
                <a:cs typeface="Barlow Medium"/>
                <a:sym typeface="Barlow Medium"/>
              </a:rPr>
              <a:t>When is the product expected to be ready?</a:t>
            </a:r>
            <a:endParaRPr sz="1200">
              <a:solidFill>
                <a:schemeClr val="dk1"/>
              </a:solidFill>
              <a:latin typeface="Barlow Medium"/>
              <a:ea typeface="Barlow Medium"/>
              <a:cs typeface="Barlow Medium"/>
              <a:sym typeface="Barlow Medium"/>
            </a:endParaRPr>
          </a:p>
        </p:txBody>
      </p:sp>
      <p:sp>
        <p:nvSpPr>
          <p:cNvPr id="695" name="Google Shape;695;p37"/>
          <p:cNvSpPr txBox="1"/>
          <p:nvPr/>
        </p:nvSpPr>
        <p:spPr>
          <a:xfrm>
            <a:off x="6619450" y="1822525"/>
            <a:ext cx="1757100" cy="572700"/>
          </a:xfrm>
          <a:prstGeom prst="rect">
            <a:avLst/>
          </a:prstGeom>
          <a:noFill/>
          <a:ln>
            <a:noFill/>
          </a:ln>
        </p:spPr>
        <p:txBody>
          <a:bodyPr wrap="square" lIns="91424" tIns="91424" rIns="91424" bIns="91424" anchor="t" anchorCtr="0">
            <a:noAutofit/>
          </a:bodyPr>
          <a:lstStyle/>
          <a:p>
            <a:pPr marL="0" lvl="0" indent="0" algn="r" rtl="0">
              <a:spcBef>
                <a:spcPts val="0"/>
              </a:spcBef>
              <a:spcAft>
                <a:spcPts val="0"/>
              </a:spcAft>
              <a:buNone/>
              <a:defRPr/>
            </a:pPr>
            <a:r>
              <a:rPr lang="en" sz="1200">
                <a:solidFill>
                  <a:schemeClr val="dk1"/>
                </a:solidFill>
                <a:latin typeface="Barlow Medium"/>
                <a:ea typeface="Barlow Medium"/>
                <a:cs typeface="Barlow Medium"/>
                <a:sym typeface="Barlow Medium"/>
              </a:rPr>
              <a:t>What makes your product unique?</a:t>
            </a:r>
            <a:endParaRPr sz="1200">
              <a:solidFill>
                <a:schemeClr val="dk1"/>
              </a:solidFill>
              <a:latin typeface="Barlow Medium"/>
              <a:ea typeface="Barlow Medium"/>
              <a:cs typeface="Barlow Medium"/>
              <a:sym typeface="Barlow Medium"/>
            </a:endParaRPr>
          </a:p>
        </p:txBody>
      </p:sp>
      <p:sp>
        <p:nvSpPr>
          <p:cNvPr id="696" name="Google Shape;696;p37"/>
          <p:cNvSpPr txBox="1"/>
          <p:nvPr/>
        </p:nvSpPr>
        <p:spPr>
          <a:xfrm>
            <a:off x="6619450" y="2894976"/>
            <a:ext cx="1757100" cy="572700"/>
          </a:xfrm>
          <a:prstGeom prst="rect">
            <a:avLst/>
          </a:prstGeom>
          <a:noFill/>
          <a:ln>
            <a:noFill/>
          </a:ln>
        </p:spPr>
        <p:txBody>
          <a:bodyPr wrap="square" lIns="91424" tIns="91424" rIns="91424" bIns="91424" anchor="t" anchorCtr="0">
            <a:noAutofit/>
          </a:bodyPr>
          <a:lstStyle/>
          <a:p>
            <a:pPr marL="0" lvl="0" indent="0" algn="r" rtl="0">
              <a:spcBef>
                <a:spcPts val="0"/>
              </a:spcBef>
              <a:spcAft>
                <a:spcPts val="0"/>
              </a:spcAft>
              <a:buNone/>
              <a:defRPr/>
            </a:pPr>
            <a:r>
              <a:rPr lang="en" sz="1200">
                <a:solidFill>
                  <a:schemeClr val="dk1"/>
                </a:solidFill>
                <a:latin typeface="Barlow Medium"/>
                <a:ea typeface="Barlow Medium"/>
                <a:cs typeface="Barlow Medium"/>
                <a:sym typeface="Barlow Medium"/>
              </a:rPr>
              <a:t>Speak about the </a:t>
            </a:r>
            <a:endParaRPr lang="en" sz="1200">
              <a:solidFill>
                <a:schemeClr val="dk1"/>
              </a:solidFill>
              <a:latin typeface="Barlow Medium"/>
              <a:ea typeface="Barlow Medium"/>
              <a:cs typeface="Barlow Medium"/>
              <a:sym typeface="Barlow Medium"/>
            </a:endParaRPr>
          </a:p>
          <a:p>
            <a:pPr marL="0" lvl="0" indent="0" algn="r" rtl="0">
              <a:spcBef>
                <a:spcPts val="0"/>
              </a:spcBef>
              <a:spcAft>
                <a:spcPts val="0"/>
              </a:spcAft>
              <a:buNone/>
              <a:defRPr/>
            </a:pPr>
            <a:r>
              <a:rPr lang="en" sz="1200">
                <a:solidFill>
                  <a:schemeClr val="dk1"/>
                </a:solidFill>
                <a:latin typeface="Barlow Medium"/>
                <a:ea typeface="Barlow Medium"/>
                <a:cs typeface="Barlow Medium"/>
                <a:sym typeface="Barlow Medium"/>
              </a:rPr>
              <a:t>target audience</a:t>
            </a:r>
            <a:endParaRPr sz="1200">
              <a:solidFill>
                <a:schemeClr val="dk1"/>
              </a:solidFill>
              <a:latin typeface="Barlow Medium"/>
              <a:ea typeface="Barlow Medium"/>
              <a:cs typeface="Barlow Medium"/>
              <a:sym typeface="Barlow Medium"/>
            </a:endParaRPr>
          </a:p>
        </p:txBody>
      </p:sp>
      <p:sp>
        <p:nvSpPr>
          <p:cNvPr id="697" name="Google Shape;697;p37"/>
          <p:cNvSpPr txBox="1"/>
          <p:nvPr/>
        </p:nvSpPr>
        <p:spPr>
          <a:xfrm>
            <a:off x="6619450" y="4027751"/>
            <a:ext cx="1757100" cy="572700"/>
          </a:xfrm>
          <a:prstGeom prst="rect">
            <a:avLst/>
          </a:prstGeom>
          <a:noFill/>
          <a:ln>
            <a:noFill/>
          </a:ln>
        </p:spPr>
        <p:txBody>
          <a:bodyPr wrap="square" lIns="91424" tIns="91424" rIns="91424" bIns="91424" anchor="t" anchorCtr="0">
            <a:noAutofit/>
          </a:bodyPr>
          <a:lstStyle/>
          <a:p>
            <a:pPr marL="0" lvl="0" indent="0" algn="r" rtl="0">
              <a:spcBef>
                <a:spcPts val="0"/>
              </a:spcBef>
              <a:spcAft>
                <a:spcPts val="0"/>
              </a:spcAft>
              <a:buNone/>
              <a:defRPr/>
            </a:pPr>
            <a:r>
              <a:rPr lang="en" sz="1200">
                <a:solidFill>
                  <a:schemeClr val="dk1"/>
                </a:solidFill>
                <a:latin typeface="Barlow Medium"/>
                <a:ea typeface="Barlow Medium"/>
                <a:cs typeface="Barlow Medium"/>
                <a:sym typeface="Barlow Medium"/>
              </a:rPr>
              <a:t>Do you plan on updating it?</a:t>
            </a:r>
            <a:endParaRPr sz="1200">
              <a:solidFill>
                <a:schemeClr val="dk1"/>
              </a:solidFill>
              <a:latin typeface="Barlow Medium"/>
              <a:ea typeface="Barlow Medium"/>
              <a:cs typeface="Barlow Medium"/>
              <a:sym typeface="Barlow Medium"/>
            </a:endParaRPr>
          </a:p>
        </p:txBody>
      </p:sp>
      <p:sp>
        <p:nvSpPr>
          <p:cNvPr id="698" name="Google Shape;698;p37"/>
          <p:cNvSpPr/>
          <p:nvPr/>
        </p:nvSpPr>
        <p:spPr>
          <a:xfrm>
            <a:off x="3868216" y="1511468"/>
            <a:ext cx="1407579" cy="2685758"/>
          </a:xfrm>
          <a:custGeom>
            <a:avLst/>
            <a:gdLst/>
            <a:rect l="l" t="t" r="r" b="b"/>
            <a:pathLst>
              <a:path w="84552" h="161331" extrusionOk="0">
                <a:moveTo>
                  <a:pt x="1" y="1"/>
                </a:moveTo>
                <a:lnTo>
                  <a:pt x="1" y="161331"/>
                </a:lnTo>
                <a:lnTo>
                  <a:pt x="84551" y="161331"/>
                </a:lnTo>
                <a:lnTo>
                  <a:pt x="84551" y="1"/>
                </a:lnTo>
                <a:close/>
              </a:path>
            </a:pathLst>
          </a:custGeom>
          <a:solidFill>
            <a:schemeClr val="accent3"/>
          </a:solid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l" rtl="0">
              <a:spcBef>
                <a:spcPts val="0"/>
              </a:spcBef>
              <a:spcAft>
                <a:spcPts val="0"/>
              </a:spcAft>
              <a:buNone/>
              <a:defRPr/>
            </a:pPr>
            <a:endParaRPr/>
          </a:p>
        </p:txBody>
      </p:sp>
      <p:grpSp>
        <p:nvGrpSpPr>
          <p:cNvPr id="699" name="Google Shape;699;p37"/>
          <p:cNvGrpSpPr/>
          <p:nvPr/>
        </p:nvGrpSpPr>
        <p:grpSpPr>
          <a:xfrm rot="0">
            <a:off x="3796102" y="1357102"/>
            <a:ext cx="1551654" cy="3149588"/>
            <a:chOff x="5186401" y="494525"/>
            <a:chExt cx="1834973" cy="3724678"/>
          </a:xfrm>
        </p:grpSpPr>
        <p:sp>
          <p:nvSpPr>
            <p:cNvPr id="700" name="Google Shape;700;p37"/>
            <p:cNvSpPr/>
            <p:nvPr/>
          </p:nvSpPr>
          <p:spPr>
            <a:xfrm>
              <a:off x="5186401" y="494525"/>
              <a:ext cx="1834973" cy="3724678"/>
            </a:xfrm>
            <a:custGeom>
              <a:avLst/>
              <a:gdLst/>
              <a:rect l="l" t="t" r="r" b="b"/>
              <a:pathLst>
                <a:path w="93205" h="189190" extrusionOk="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accent3"/>
            </a:solid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l" rtl="0">
                <a:spcBef>
                  <a:spcPts val="0"/>
                </a:spcBef>
                <a:spcAft>
                  <a:spcPts val="0"/>
                </a:spcAft>
                <a:buNone/>
                <a:defRPr/>
              </a:pPr>
              <a:endParaRPr/>
            </a:p>
          </p:txBody>
        </p:sp>
        <p:sp>
          <p:nvSpPr>
            <p:cNvPr id="701" name="Google Shape;701;p37"/>
            <p:cNvSpPr/>
            <p:nvPr/>
          </p:nvSpPr>
          <p:spPr>
            <a:xfrm>
              <a:off x="5890455" y="3969678"/>
              <a:ext cx="458108" cy="154724"/>
            </a:xfrm>
            <a:custGeom>
              <a:avLst/>
              <a:gdLst/>
              <a:rect l="l" t="t" r="r" b="b"/>
              <a:pathLst>
                <a:path w="23269" h="7859" extrusionOk="0">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2"/>
            </a:solid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l" rtl="0">
                <a:spcBef>
                  <a:spcPts val="0"/>
                </a:spcBef>
                <a:spcAft>
                  <a:spcPts val="0"/>
                </a:spcAft>
                <a:buNone/>
                <a:defRPr/>
              </a:pPr>
              <a:endParaRPr/>
            </a:p>
          </p:txBody>
        </p:sp>
      </p:grpSp>
      <p:pic>
        <p:nvPicPr>
          <p:cNvPr id="702" name="Google Shape;702;p37"/>
          <p:cNvPicPr/>
          <p:nvPr/>
        </p:nvPicPr>
        <p:blipFill rotWithShape="1">
          <a:blip r:embed="rId3">
            <a:alphaModFix/>
          </a:blip>
          <a:srcRect l="38030" r="27010"/>
          <a:stretch>
            <a:fillRect/>
          </a:stretch>
        </p:blipFill>
        <p:spPr>
          <a:xfrm>
            <a:off x="3868224" y="1511471"/>
            <a:ext cx="1407613" cy="2685914"/>
          </a:xfrm>
          <a:prstGeom prst="rect">
            <a:avLst/>
          </a:prstGeom>
          <a:noFill/>
          <a:ln w="19050" cap="flat" cmpd="sng">
            <a:solidFill>
              <a:schemeClr val="accent4"/>
            </a:solidFill>
            <a:prstDash val="solid"/>
            <a:round/>
            <a:headEnd w="sm" len="sm"/>
            <a:tailEnd w="sm" len="sm"/>
          </a:ln>
        </p:spPr>
      </p:pic>
      <p:grpSp>
        <p:nvGrpSpPr>
          <p:cNvPr id="703" name="Google Shape;703;p37"/>
          <p:cNvGrpSpPr/>
          <p:nvPr/>
        </p:nvGrpSpPr>
        <p:grpSpPr>
          <a:xfrm rot="0">
            <a:off x="5671604" y="1570190"/>
            <a:ext cx="296655" cy="297620"/>
            <a:chOff x="5450004" y="1483815"/>
            <a:chExt cx="296655" cy="297620"/>
          </a:xfrm>
        </p:grpSpPr>
        <p:grpSp>
          <p:nvGrpSpPr>
            <p:cNvPr id="704" name="Google Shape;704;p37"/>
            <p:cNvGrpSpPr/>
            <p:nvPr/>
          </p:nvGrpSpPr>
          <p:grpSpPr>
            <a:xfrm rot="0">
              <a:off x="5450004" y="1483815"/>
              <a:ext cx="296655" cy="297620"/>
              <a:chOff x="7758031" y="614362"/>
              <a:chExt cx="561103" cy="562927"/>
            </a:xfrm>
          </p:grpSpPr>
          <p:sp>
            <p:nvSpPr>
              <p:cNvPr id="705" name="Google Shape;705;p37"/>
              <p:cNvSpPr/>
              <p:nvPr/>
            </p:nvSpPr>
            <p:spPr>
              <a:xfrm>
                <a:off x="7758031" y="915352"/>
                <a:ext cx="261065" cy="261065"/>
              </a:xfrm>
              <a:custGeom>
                <a:avLst/>
                <a:gdLst/>
                <a:rect l="l" t="t" r="r" b="b"/>
                <a:pathLst>
                  <a:path w="261065" h="261065" extrusionOk="0">
                    <a:moveTo>
                      <a:pt x="242968" y="260985"/>
                    </a:moveTo>
                    <a:cubicBezTo>
                      <a:pt x="116286" y="244792"/>
                      <a:pt x="16273" y="145733"/>
                      <a:pt x="81" y="18097"/>
                    </a:cubicBezTo>
                    <a:cubicBezTo>
                      <a:pt x="-872" y="8572"/>
                      <a:pt x="6748" y="0"/>
                      <a:pt x="16273" y="0"/>
                    </a:cubicBezTo>
                    <a:lnTo>
                      <a:pt x="82948" y="0"/>
                    </a:lnTo>
                    <a:cubicBezTo>
                      <a:pt x="90568" y="0"/>
                      <a:pt x="98188" y="5715"/>
                      <a:pt x="99141" y="13335"/>
                    </a:cubicBezTo>
                    <a:cubicBezTo>
                      <a:pt x="111523" y="89535"/>
                      <a:pt x="171531" y="148590"/>
                      <a:pt x="247731" y="161925"/>
                    </a:cubicBezTo>
                    <a:cubicBezTo>
                      <a:pt x="255350" y="162878"/>
                      <a:pt x="261066" y="170498"/>
                      <a:pt x="261066" y="178117"/>
                    </a:cubicBezTo>
                    <a:lnTo>
                      <a:pt x="261066" y="244792"/>
                    </a:lnTo>
                    <a:cubicBezTo>
                      <a:pt x="261066" y="254317"/>
                      <a:pt x="252493" y="261937"/>
                      <a:pt x="242968" y="260985"/>
                    </a:cubicBezTo>
                    <a:lnTo>
                      <a:pt x="242968" y="260985"/>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06" name="Google Shape;706;p37"/>
              <p:cNvSpPr/>
              <p:nvPr/>
            </p:nvSpPr>
            <p:spPr>
              <a:xfrm>
                <a:off x="7758031" y="614362"/>
                <a:ext cx="456024" cy="263842"/>
              </a:xfrm>
              <a:custGeom>
                <a:avLst/>
                <a:gdLst/>
                <a:rect l="l" t="t" r="r" b="b"/>
                <a:pathLst>
                  <a:path w="456024" h="263842" extrusionOk="0">
                    <a:moveTo>
                      <a:pt x="82948" y="263843"/>
                    </a:moveTo>
                    <a:lnTo>
                      <a:pt x="16273" y="263843"/>
                    </a:lnTo>
                    <a:cubicBezTo>
                      <a:pt x="6748" y="263843"/>
                      <a:pt x="-872" y="255270"/>
                      <a:pt x="81" y="245745"/>
                    </a:cubicBezTo>
                    <a:cubicBezTo>
                      <a:pt x="17225" y="105728"/>
                      <a:pt x="137241" y="0"/>
                      <a:pt x="278211" y="0"/>
                    </a:cubicBezTo>
                    <a:cubicBezTo>
                      <a:pt x="341075" y="0"/>
                      <a:pt x="400131" y="20003"/>
                      <a:pt x="449661" y="59055"/>
                    </a:cubicBezTo>
                    <a:cubicBezTo>
                      <a:pt x="457281" y="64770"/>
                      <a:pt x="458233" y="77153"/>
                      <a:pt x="451566" y="83820"/>
                    </a:cubicBezTo>
                    <a:lnTo>
                      <a:pt x="404893" y="130493"/>
                    </a:lnTo>
                    <a:cubicBezTo>
                      <a:pt x="399178" y="136208"/>
                      <a:pt x="390606" y="137160"/>
                      <a:pt x="383938" y="132398"/>
                    </a:cubicBezTo>
                    <a:cubicBezTo>
                      <a:pt x="353458" y="110490"/>
                      <a:pt x="317263" y="99060"/>
                      <a:pt x="279163" y="99060"/>
                    </a:cubicBezTo>
                    <a:cubicBezTo>
                      <a:pt x="190581" y="99060"/>
                      <a:pt x="115333" y="162878"/>
                      <a:pt x="101045" y="249555"/>
                    </a:cubicBezTo>
                    <a:cubicBezTo>
                      <a:pt x="98188" y="258128"/>
                      <a:pt x="91520" y="263843"/>
                      <a:pt x="82948" y="263843"/>
                    </a:cubicBezTo>
                    <a:lnTo>
                      <a:pt x="82948" y="263843"/>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07" name="Google Shape;707;p37"/>
              <p:cNvSpPr/>
              <p:nvPr/>
            </p:nvSpPr>
            <p:spPr>
              <a:xfrm>
                <a:off x="8056244" y="721972"/>
                <a:ext cx="262890" cy="455317"/>
              </a:xfrm>
              <a:custGeom>
                <a:avLst/>
                <a:gdLst/>
                <a:rect l="l" t="t" r="r" b="b"/>
                <a:pathLst>
                  <a:path w="262890" h="455317" extrusionOk="0">
                    <a:moveTo>
                      <a:pt x="0" y="438172"/>
                    </a:moveTo>
                    <a:lnTo>
                      <a:pt x="0" y="371497"/>
                    </a:lnTo>
                    <a:cubicBezTo>
                      <a:pt x="0" y="363877"/>
                      <a:pt x="5715" y="356257"/>
                      <a:pt x="13335" y="355305"/>
                    </a:cubicBezTo>
                    <a:cubicBezTo>
                      <a:pt x="100965" y="341017"/>
                      <a:pt x="163830" y="265770"/>
                      <a:pt x="163830" y="177187"/>
                    </a:cubicBezTo>
                    <a:cubicBezTo>
                      <a:pt x="163830" y="139087"/>
                      <a:pt x="152400" y="102892"/>
                      <a:pt x="130493" y="72412"/>
                    </a:cubicBezTo>
                    <a:cubicBezTo>
                      <a:pt x="125730" y="65745"/>
                      <a:pt x="126682" y="57172"/>
                      <a:pt x="132398" y="51457"/>
                    </a:cubicBezTo>
                    <a:lnTo>
                      <a:pt x="179070" y="4785"/>
                    </a:lnTo>
                    <a:cubicBezTo>
                      <a:pt x="185738" y="-1883"/>
                      <a:pt x="197168" y="-1883"/>
                      <a:pt x="203835" y="6690"/>
                    </a:cubicBezTo>
                    <a:cubicBezTo>
                      <a:pt x="241935" y="56220"/>
                      <a:pt x="262890" y="115275"/>
                      <a:pt x="262890" y="178140"/>
                    </a:cubicBezTo>
                    <a:cubicBezTo>
                      <a:pt x="262890" y="319110"/>
                      <a:pt x="157163" y="438172"/>
                      <a:pt x="18098" y="455317"/>
                    </a:cubicBezTo>
                    <a:cubicBezTo>
                      <a:pt x="8573" y="455317"/>
                      <a:pt x="0" y="447697"/>
                      <a:pt x="0" y="438172"/>
                    </a:cubicBezTo>
                    <a:lnTo>
                      <a:pt x="0" y="438172"/>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grpSp>
        <p:sp>
          <p:nvSpPr>
            <p:cNvPr id="708" name="Google Shape;708;p37"/>
            <p:cNvSpPr/>
            <p:nvPr/>
          </p:nvSpPr>
          <p:spPr>
            <a:xfrm>
              <a:off x="5529276" y="1589080"/>
              <a:ext cx="34668" cy="86420"/>
            </a:xfrm>
            <a:custGeom>
              <a:avLst/>
              <a:gdLst/>
              <a:rect l="l" t="t" r="r" b="b"/>
              <a:pathLst>
                <a:path w="65722" h="163829" extrusionOk="0">
                  <a:moveTo>
                    <a:pt x="65722" y="16193"/>
                  </a:moveTo>
                  <a:cubicBezTo>
                    <a:pt x="65722" y="6668"/>
                    <a:pt x="58102" y="0"/>
                    <a:pt x="49530" y="0"/>
                  </a:cubicBezTo>
                  <a:lnTo>
                    <a:pt x="16193" y="0"/>
                  </a:lnTo>
                  <a:cubicBezTo>
                    <a:pt x="6668" y="0"/>
                    <a:pt x="0" y="7620"/>
                    <a:pt x="0" y="16193"/>
                  </a:cubicBezTo>
                  <a:lnTo>
                    <a:pt x="0" y="147638"/>
                  </a:lnTo>
                  <a:cubicBezTo>
                    <a:pt x="0" y="157163"/>
                    <a:pt x="7620" y="163830"/>
                    <a:pt x="16193" y="163830"/>
                  </a:cubicBezTo>
                  <a:lnTo>
                    <a:pt x="49530" y="163830"/>
                  </a:lnTo>
                  <a:cubicBezTo>
                    <a:pt x="59055" y="163830"/>
                    <a:pt x="65722" y="156210"/>
                    <a:pt x="65722" y="147638"/>
                  </a:cubicBezTo>
                  <a:lnTo>
                    <a:pt x="65722" y="16193"/>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09" name="Google Shape;709;p37"/>
            <p:cNvSpPr/>
            <p:nvPr/>
          </p:nvSpPr>
          <p:spPr>
            <a:xfrm>
              <a:off x="5581651" y="1571454"/>
              <a:ext cx="34668" cy="104006"/>
            </a:xfrm>
            <a:custGeom>
              <a:avLst/>
              <a:gdLst/>
              <a:rect l="l" t="t" r="r" b="b"/>
              <a:pathLst>
                <a:path w="65722" h="197167" extrusionOk="0">
                  <a:moveTo>
                    <a:pt x="65723" y="180975"/>
                  </a:moveTo>
                  <a:lnTo>
                    <a:pt x="65723" y="16193"/>
                  </a:lnTo>
                  <a:cubicBezTo>
                    <a:pt x="65723" y="6668"/>
                    <a:pt x="58103" y="0"/>
                    <a:pt x="49530" y="0"/>
                  </a:cubicBezTo>
                  <a:lnTo>
                    <a:pt x="16193" y="0"/>
                  </a:lnTo>
                  <a:cubicBezTo>
                    <a:pt x="6668" y="0"/>
                    <a:pt x="0" y="7620"/>
                    <a:pt x="0" y="16193"/>
                  </a:cubicBezTo>
                  <a:lnTo>
                    <a:pt x="0" y="180975"/>
                  </a:lnTo>
                  <a:cubicBezTo>
                    <a:pt x="0" y="190500"/>
                    <a:pt x="7620" y="197167"/>
                    <a:pt x="16193" y="197167"/>
                  </a:cubicBezTo>
                  <a:lnTo>
                    <a:pt x="49530" y="197167"/>
                  </a:lnTo>
                  <a:cubicBezTo>
                    <a:pt x="58103" y="197167"/>
                    <a:pt x="65723" y="190500"/>
                    <a:pt x="65723" y="180975"/>
                  </a:cubicBezTo>
                  <a:lnTo>
                    <a:pt x="65723" y="180975"/>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10" name="Google Shape;710;p37"/>
            <p:cNvSpPr/>
            <p:nvPr/>
          </p:nvSpPr>
          <p:spPr>
            <a:xfrm>
              <a:off x="5633523" y="1623828"/>
              <a:ext cx="34668" cy="51751"/>
            </a:xfrm>
            <a:custGeom>
              <a:avLst/>
              <a:gdLst/>
              <a:rect l="l" t="t" r="r" b="b"/>
              <a:pathLst>
                <a:path w="65722" h="98107" extrusionOk="0">
                  <a:moveTo>
                    <a:pt x="65722" y="81915"/>
                  </a:moveTo>
                  <a:lnTo>
                    <a:pt x="65722" y="16193"/>
                  </a:lnTo>
                  <a:cubicBezTo>
                    <a:pt x="65722" y="6668"/>
                    <a:pt x="58102" y="0"/>
                    <a:pt x="49530" y="0"/>
                  </a:cubicBezTo>
                  <a:lnTo>
                    <a:pt x="16192" y="0"/>
                  </a:lnTo>
                  <a:cubicBezTo>
                    <a:pt x="6667" y="0"/>
                    <a:pt x="0" y="7620"/>
                    <a:pt x="0" y="16193"/>
                  </a:cubicBezTo>
                  <a:lnTo>
                    <a:pt x="0" y="81915"/>
                  </a:lnTo>
                  <a:cubicBezTo>
                    <a:pt x="0" y="91440"/>
                    <a:pt x="7620" y="98107"/>
                    <a:pt x="16192" y="98107"/>
                  </a:cubicBezTo>
                  <a:lnTo>
                    <a:pt x="49530" y="98107"/>
                  </a:lnTo>
                  <a:cubicBezTo>
                    <a:pt x="59055" y="98107"/>
                    <a:pt x="65722" y="91440"/>
                    <a:pt x="65722" y="81915"/>
                  </a:cubicBezTo>
                  <a:lnTo>
                    <a:pt x="65722" y="81915"/>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grpSp>
      <p:sp>
        <p:nvSpPr>
          <p:cNvPr id="711" name="Google Shape;711;p37"/>
          <p:cNvSpPr/>
          <p:nvPr/>
        </p:nvSpPr>
        <p:spPr>
          <a:xfrm>
            <a:off x="5671114" y="2731441"/>
            <a:ext cx="296442" cy="259763"/>
          </a:xfrm>
          <a:custGeom>
            <a:avLst/>
            <a:gdLst/>
            <a:rect l="l" t="t" r="r" b="b"/>
            <a:pathLst>
              <a:path w="561975" h="492442" extrusionOk="0">
                <a:moveTo>
                  <a:pt x="544830" y="164783"/>
                </a:moveTo>
                <a:cubicBezTo>
                  <a:pt x="554355" y="164783"/>
                  <a:pt x="561023" y="157163"/>
                  <a:pt x="561023" y="148590"/>
                </a:cubicBezTo>
                <a:lnTo>
                  <a:pt x="561023" y="17145"/>
                </a:lnTo>
                <a:cubicBezTo>
                  <a:pt x="561023" y="7620"/>
                  <a:pt x="553403" y="953"/>
                  <a:pt x="544830" y="953"/>
                </a:cubicBezTo>
                <a:lnTo>
                  <a:pt x="230505" y="953"/>
                </a:lnTo>
                <a:lnTo>
                  <a:pt x="230505" y="82867"/>
                </a:lnTo>
                <a:cubicBezTo>
                  <a:pt x="230505" y="92392"/>
                  <a:pt x="222885" y="99060"/>
                  <a:pt x="214313" y="99060"/>
                </a:cubicBezTo>
                <a:cubicBezTo>
                  <a:pt x="205740" y="99060"/>
                  <a:pt x="198120" y="91440"/>
                  <a:pt x="198120" y="82867"/>
                </a:cubicBezTo>
                <a:lnTo>
                  <a:pt x="198120" y="0"/>
                </a:lnTo>
                <a:lnTo>
                  <a:pt x="164783" y="0"/>
                </a:lnTo>
                <a:lnTo>
                  <a:pt x="164783" y="81915"/>
                </a:lnTo>
                <a:cubicBezTo>
                  <a:pt x="164783" y="91440"/>
                  <a:pt x="157163" y="98108"/>
                  <a:pt x="148590" y="98108"/>
                </a:cubicBezTo>
                <a:cubicBezTo>
                  <a:pt x="140018" y="98108"/>
                  <a:pt x="132398" y="90488"/>
                  <a:pt x="132398" y="81915"/>
                </a:cubicBezTo>
                <a:lnTo>
                  <a:pt x="132398" y="0"/>
                </a:lnTo>
                <a:lnTo>
                  <a:pt x="99060" y="0"/>
                </a:lnTo>
                <a:lnTo>
                  <a:pt x="99060" y="81915"/>
                </a:lnTo>
                <a:cubicBezTo>
                  <a:pt x="99060" y="91440"/>
                  <a:pt x="91440" y="98108"/>
                  <a:pt x="82868" y="98108"/>
                </a:cubicBezTo>
                <a:cubicBezTo>
                  <a:pt x="74295" y="98108"/>
                  <a:pt x="66675" y="90488"/>
                  <a:pt x="66675" y="81915"/>
                </a:cubicBezTo>
                <a:lnTo>
                  <a:pt x="66675" y="0"/>
                </a:lnTo>
                <a:lnTo>
                  <a:pt x="16193" y="0"/>
                </a:lnTo>
                <a:cubicBezTo>
                  <a:pt x="6668" y="0"/>
                  <a:pt x="0" y="7620"/>
                  <a:pt x="0" y="16192"/>
                </a:cubicBezTo>
                <a:lnTo>
                  <a:pt x="0" y="147638"/>
                </a:lnTo>
                <a:cubicBezTo>
                  <a:pt x="0" y="157163"/>
                  <a:pt x="7620" y="163830"/>
                  <a:pt x="16193" y="163830"/>
                </a:cubicBezTo>
                <a:lnTo>
                  <a:pt x="263843" y="163830"/>
                </a:lnTo>
                <a:lnTo>
                  <a:pt x="263843" y="197167"/>
                </a:lnTo>
                <a:lnTo>
                  <a:pt x="230505" y="197167"/>
                </a:lnTo>
                <a:lnTo>
                  <a:pt x="230505" y="279083"/>
                </a:lnTo>
                <a:cubicBezTo>
                  <a:pt x="230505" y="288608"/>
                  <a:pt x="222885" y="295275"/>
                  <a:pt x="214313" y="295275"/>
                </a:cubicBezTo>
                <a:cubicBezTo>
                  <a:pt x="205740" y="295275"/>
                  <a:pt x="198120" y="287655"/>
                  <a:pt x="198120" y="279083"/>
                </a:cubicBezTo>
                <a:lnTo>
                  <a:pt x="198120" y="197167"/>
                </a:lnTo>
                <a:lnTo>
                  <a:pt x="164783" y="197167"/>
                </a:lnTo>
                <a:lnTo>
                  <a:pt x="164783" y="279083"/>
                </a:lnTo>
                <a:cubicBezTo>
                  <a:pt x="164783" y="288608"/>
                  <a:pt x="157163" y="295275"/>
                  <a:pt x="148590" y="295275"/>
                </a:cubicBezTo>
                <a:cubicBezTo>
                  <a:pt x="140018" y="295275"/>
                  <a:pt x="132398" y="287655"/>
                  <a:pt x="132398" y="279083"/>
                </a:cubicBezTo>
                <a:lnTo>
                  <a:pt x="132398" y="197167"/>
                </a:lnTo>
                <a:lnTo>
                  <a:pt x="99060" y="197167"/>
                </a:lnTo>
                <a:lnTo>
                  <a:pt x="99060" y="279083"/>
                </a:lnTo>
                <a:cubicBezTo>
                  <a:pt x="99060" y="288608"/>
                  <a:pt x="91440" y="295275"/>
                  <a:pt x="82868" y="295275"/>
                </a:cubicBezTo>
                <a:cubicBezTo>
                  <a:pt x="74295" y="295275"/>
                  <a:pt x="66675" y="287655"/>
                  <a:pt x="66675" y="279083"/>
                </a:cubicBezTo>
                <a:lnTo>
                  <a:pt x="66675" y="197167"/>
                </a:lnTo>
                <a:lnTo>
                  <a:pt x="16193" y="197167"/>
                </a:lnTo>
                <a:cubicBezTo>
                  <a:pt x="6668" y="197167"/>
                  <a:pt x="0" y="204788"/>
                  <a:pt x="0" y="213360"/>
                </a:cubicBezTo>
                <a:lnTo>
                  <a:pt x="0" y="344805"/>
                </a:lnTo>
                <a:cubicBezTo>
                  <a:pt x="0" y="354330"/>
                  <a:pt x="7620" y="360997"/>
                  <a:pt x="16193" y="360997"/>
                </a:cubicBezTo>
                <a:lnTo>
                  <a:pt x="263843" y="360997"/>
                </a:lnTo>
                <a:lnTo>
                  <a:pt x="263843" y="397192"/>
                </a:lnTo>
                <a:cubicBezTo>
                  <a:pt x="249555" y="401955"/>
                  <a:pt x="239078" y="413385"/>
                  <a:pt x="234315" y="426720"/>
                </a:cubicBezTo>
                <a:lnTo>
                  <a:pt x="16193" y="426720"/>
                </a:lnTo>
                <a:cubicBezTo>
                  <a:pt x="6668" y="426720"/>
                  <a:pt x="0" y="434340"/>
                  <a:pt x="0" y="442913"/>
                </a:cubicBezTo>
                <a:cubicBezTo>
                  <a:pt x="0" y="451485"/>
                  <a:pt x="7620" y="459105"/>
                  <a:pt x="16193" y="459105"/>
                </a:cubicBezTo>
                <a:lnTo>
                  <a:pt x="234315" y="459105"/>
                </a:lnTo>
                <a:cubicBezTo>
                  <a:pt x="240983" y="478155"/>
                  <a:pt x="259080" y="492442"/>
                  <a:pt x="280988" y="492442"/>
                </a:cubicBezTo>
                <a:cubicBezTo>
                  <a:pt x="302895" y="492442"/>
                  <a:pt x="320993" y="479108"/>
                  <a:pt x="327660" y="459105"/>
                </a:cubicBezTo>
                <a:lnTo>
                  <a:pt x="545783" y="459105"/>
                </a:lnTo>
                <a:cubicBezTo>
                  <a:pt x="555308" y="459105"/>
                  <a:pt x="561975" y="451485"/>
                  <a:pt x="561975" y="442913"/>
                </a:cubicBezTo>
                <a:cubicBezTo>
                  <a:pt x="561975" y="434340"/>
                  <a:pt x="554355" y="426720"/>
                  <a:pt x="545783" y="426720"/>
                </a:cubicBezTo>
                <a:lnTo>
                  <a:pt x="327660" y="426720"/>
                </a:lnTo>
                <a:cubicBezTo>
                  <a:pt x="322898" y="412433"/>
                  <a:pt x="311468" y="401955"/>
                  <a:pt x="298133" y="397192"/>
                </a:cubicBezTo>
                <a:lnTo>
                  <a:pt x="298133" y="360997"/>
                </a:lnTo>
                <a:lnTo>
                  <a:pt x="545783" y="360997"/>
                </a:lnTo>
                <a:cubicBezTo>
                  <a:pt x="555308" y="360997"/>
                  <a:pt x="561975" y="353378"/>
                  <a:pt x="561975" y="344805"/>
                </a:cubicBezTo>
                <a:lnTo>
                  <a:pt x="561975" y="213360"/>
                </a:lnTo>
                <a:cubicBezTo>
                  <a:pt x="561975" y="203835"/>
                  <a:pt x="554355" y="197167"/>
                  <a:pt x="545783" y="197167"/>
                </a:cubicBezTo>
                <a:lnTo>
                  <a:pt x="298133" y="197167"/>
                </a:lnTo>
                <a:lnTo>
                  <a:pt x="298133" y="163830"/>
                </a:lnTo>
                <a:lnTo>
                  <a:pt x="544830" y="163830"/>
                </a:lnTo>
                <a:close/>
                <a:moveTo>
                  <a:pt x="477203" y="263842"/>
                </a:moveTo>
                <a:cubicBezTo>
                  <a:pt x="486728" y="263842"/>
                  <a:pt x="493395" y="271463"/>
                  <a:pt x="493395" y="280035"/>
                </a:cubicBezTo>
                <a:cubicBezTo>
                  <a:pt x="493395" y="288608"/>
                  <a:pt x="485775" y="296228"/>
                  <a:pt x="477203" y="296228"/>
                </a:cubicBezTo>
                <a:cubicBezTo>
                  <a:pt x="468630" y="296228"/>
                  <a:pt x="461010" y="288608"/>
                  <a:pt x="461010" y="280035"/>
                </a:cubicBezTo>
                <a:cubicBezTo>
                  <a:pt x="461010" y="271463"/>
                  <a:pt x="468630" y="263842"/>
                  <a:pt x="477203" y="263842"/>
                </a:cubicBezTo>
                <a:lnTo>
                  <a:pt x="477203" y="263842"/>
                </a:lnTo>
                <a:close/>
                <a:moveTo>
                  <a:pt x="411480" y="263842"/>
                </a:moveTo>
                <a:cubicBezTo>
                  <a:pt x="421005" y="263842"/>
                  <a:pt x="427673" y="271463"/>
                  <a:pt x="427673" y="280035"/>
                </a:cubicBezTo>
                <a:cubicBezTo>
                  <a:pt x="427673" y="288608"/>
                  <a:pt x="420053" y="296228"/>
                  <a:pt x="411480" y="296228"/>
                </a:cubicBezTo>
                <a:cubicBezTo>
                  <a:pt x="402908" y="296228"/>
                  <a:pt x="395288" y="288608"/>
                  <a:pt x="395288" y="280035"/>
                </a:cubicBezTo>
                <a:cubicBezTo>
                  <a:pt x="395288" y="271463"/>
                  <a:pt x="402908" y="263842"/>
                  <a:pt x="411480" y="263842"/>
                </a:cubicBezTo>
                <a:lnTo>
                  <a:pt x="411480" y="263842"/>
                </a:lnTo>
                <a:close/>
                <a:moveTo>
                  <a:pt x="345758" y="263842"/>
                </a:moveTo>
                <a:cubicBezTo>
                  <a:pt x="355283" y="263842"/>
                  <a:pt x="361950" y="271463"/>
                  <a:pt x="361950" y="280035"/>
                </a:cubicBezTo>
                <a:cubicBezTo>
                  <a:pt x="361950" y="288608"/>
                  <a:pt x="354330" y="296228"/>
                  <a:pt x="345758" y="296228"/>
                </a:cubicBezTo>
                <a:cubicBezTo>
                  <a:pt x="337185" y="296228"/>
                  <a:pt x="329565" y="288608"/>
                  <a:pt x="329565" y="280035"/>
                </a:cubicBezTo>
                <a:cubicBezTo>
                  <a:pt x="329565" y="271463"/>
                  <a:pt x="337185" y="263842"/>
                  <a:pt x="345758" y="263842"/>
                </a:cubicBezTo>
                <a:lnTo>
                  <a:pt x="345758" y="263842"/>
                </a:lnTo>
                <a:close/>
                <a:moveTo>
                  <a:pt x="477203" y="66675"/>
                </a:moveTo>
                <a:cubicBezTo>
                  <a:pt x="486728" y="66675"/>
                  <a:pt x="493395" y="74295"/>
                  <a:pt x="493395" y="82867"/>
                </a:cubicBezTo>
                <a:cubicBezTo>
                  <a:pt x="493395" y="91440"/>
                  <a:pt x="485775" y="99060"/>
                  <a:pt x="477203" y="99060"/>
                </a:cubicBezTo>
                <a:cubicBezTo>
                  <a:pt x="468630" y="99060"/>
                  <a:pt x="461010" y="91440"/>
                  <a:pt x="461010" y="82867"/>
                </a:cubicBezTo>
                <a:cubicBezTo>
                  <a:pt x="461010" y="74295"/>
                  <a:pt x="468630" y="66675"/>
                  <a:pt x="477203" y="66675"/>
                </a:cubicBezTo>
                <a:lnTo>
                  <a:pt x="477203" y="66675"/>
                </a:lnTo>
                <a:close/>
                <a:moveTo>
                  <a:pt x="411480" y="66675"/>
                </a:moveTo>
                <a:cubicBezTo>
                  <a:pt x="421005" y="66675"/>
                  <a:pt x="427673" y="74295"/>
                  <a:pt x="427673" y="82867"/>
                </a:cubicBezTo>
                <a:cubicBezTo>
                  <a:pt x="427673" y="91440"/>
                  <a:pt x="420053" y="99060"/>
                  <a:pt x="411480" y="99060"/>
                </a:cubicBezTo>
                <a:cubicBezTo>
                  <a:pt x="402908" y="99060"/>
                  <a:pt x="395288" y="91440"/>
                  <a:pt x="395288" y="82867"/>
                </a:cubicBezTo>
                <a:cubicBezTo>
                  <a:pt x="395288" y="74295"/>
                  <a:pt x="402908" y="66675"/>
                  <a:pt x="411480" y="66675"/>
                </a:cubicBezTo>
                <a:lnTo>
                  <a:pt x="411480" y="66675"/>
                </a:lnTo>
                <a:close/>
                <a:moveTo>
                  <a:pt x="345758" y="66675"/>
                </a:moveTo>
                <a:cubicBezTo>
                  <a:pt x="355283" y="66675"/>
                  <a:pt x="361950" y="74295"/>
                  <a:pt x="361950" y="82867"/>
                </a:cubicBezTo>
                <a:cubicBezTo>
                  <a:pt x="361950" y="91440"/>
                  <a:pt x="354330" y="99060"/>
                  <a:pt x="345758" y="99060"/>
                </a:cubicBezTo>
                <a:cubicBezTo>
                  <a:pt x="337185" y="99060"/>
                  <a:pt x="329565" y="91440"/>
                  <a:pt x="329565" y="82867"/>
                </a:cubicBezTo>
                <a:cubicBezTo>
                  <a:pt x="329565" y="74295"/>
                  <a:pt x="337185" y="66675"/>
                  <a:pt x="345758" y="66675"/>
                </a:cubicBezTo>
                <a:lnTo>
                  <a:pt x="345758" y="66675"/>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grpSp>
        <p:nvGrpSpPr>
          <p:cNvPr id="712" name="Google Shape;712;p37"/>
          <p:cNvGrpSpPr/>
          <p:nvPr/>
        </p:nvGrpSpPr>
        <p:grpSpPr>
          <a:xfrm rot="0">
            <a:off x="3175601" y="1570991"/>
            <a:ext cx="296642" cy="296019"/>
            <a:chOff x="2755914" y="2823416"/>
            <a:chExt cx="296642" cy="296019"/>
          </a:xfrm>
        </p:grpSpPr>
        <p:sp>
          <p:nvSpPr>
            <p:cNvPr id="713" name="Google Shape;713;p37"/>
            <p:cNvSpPr/>
            <p:nvPr/>
          </p:nvSpPr>
          <p:spPr>
            <a:xfrm>
              <a:off x="2755914" y="2823416"/>
              <a:ext cx="156762" cy="156762"/>
            </a:xfrm>
            <a:custGeom>
              <a:avLst/>
              <a:gdLst/>
              <a:rect l="l" t="t" r="r" b="b"/>
              <a:pathLst>
                <a:path w="297180" h="297180" extrusionOk="0">
                  <a:moveTo>
                    <a:pt x="148590" y="0"/>
                  </a:moveTo>
                  <a:cubicBezTo>
                    <a:pt x="66675" y="0"/>
                    <a:pt x="0" y="66675"/>
                    <a:pt x="0" y="148590"/>
                  </a:cubicBezTo>
                  <a:cubicBezTo>
                    <a:pt x="0" y="230505"/>
                    <a:pt x="66675" y="297180"/>
                    <a:pt x="148590" y="297180"/>
                  </a:cubicBezTo>
                  <a:cubicBezTo>
                    <a:pt x="229553" y="297180"/>
                    <a:pt x="297180" y="231457"/>
                    <a:pt x="297180" y="148590"/>
                  </a:cubicBezTo>
                  <a:cubicBezTo>
                    <a:pt x="296228" y="67628"/>
                    <a:pt x="230505" y="0"/>
                    <a:pt x="148590" y="0"/>
                  </a:cubicBezTo>
                  <a:lnTo>
                    <a:pt x="148590" y="0"/>
                  </a:lnTo>
                  <a:close/>
                  <a:moveTo>
                    <a:pt x="164782" y="227647"/>
                  </a:moveTo>
                  <a:lnTo>
                    <a:pt x="164782" y="246697"/>
                  </a:lnTo>
                  <a:cubicBezTo>
                    <a:pt x="164782" y="256222"/>
                    <a:pt x="157163" y="262890"/>
                    <a:pt x="148590" y="262890"/>
                  </a:cubicBezTo>
                  <a:cubicBezTo>
                    <a:pt x="139065" y="262890"/>
                    <a:pt x="132397" y="255270"/>
                    <a:pt x="132397" y="246697"/>
                  </a:cubicBezTo>
                  <a:lnTo>
                    <a:pt x="132397" y="226695"/>
                  </a:lnTo>
                  <a:cubicBezTo>
                    <a:pt x="123825" y="223838"/>
                    <a:pt x="115253" y="218122"/>
                    <a:pt x="109538" y="210503"/>
                  </a:cubicBezTo>
                  <a:cubicBezTo>
                    <a:pt x="103822" y="202882"/>
                    <a:pt x="105728" y="193357"/>
                    <a:pt x="112395" y="187643"/>
                  </a:cubicBezTo>
                  <a:cubicBezTo>
                    <a:pt x="120015" y="181928"/>
                    <a:pt x="130493" y="183832"/>
                    <a:pt x="135255" y="190500"/>
                  </a:cubicBezTo>
                  <a:cubicBezTo>
                    <a:pt x="138113" y="194310"/>
                    <a:pt x="142875" y="197168"/>
                    <a:pt x="148590" y="197168"/>
                  </a:cubicBezTo>
                  <a:cubicBezTo>
                    <a:pt x="158115" y="197168"/>
                    <a:pt x="164782" y="189547"/>
                    <a:pt x="164782" y="180975"/>
                  </a:cubicBezTo>
                  <a:cubicBezTo>
                    <a:pt x="164782" y="172403"/>
                    <a:pt x="157163" y="164782"/>
                    <a:pt x="148590" y="164782"/>
                  </a:cubicBezTo>
                  <a:cubicBezTo>
                    <a:pt x="120968" y="164782"/>
                    <a:pt x="99060" y="142875"/>
                    <a:pt x="99060" y="115253"/>
                  </a:cubicBezTo>
                  <a:cubicBezTo>
                    <a:pt x="99060" y="93345"/>
                    <a:pt x="112395" y="75247"/>
                    <a:pt x="132397" y="68580"/>
                  </a:cubicBezTo>
                  <a:lnTo>
                    <a:pt x="132397" y="49530"/>
                  </a:lnTo>
                  <a:cubicBezTo>
                    <a:pt x="132397" y="40005"/>
                    <a:pt x="140018" y="33338"/>
                    <a:pt x="148590" y="33338"/>
                  </a:cubicBezTo>
                  <a:cubicBezTo>
                    <a:pt x="158115" y="33338"/>
                    <a:pt x="164782" y="40957"/>
                    <a:pt x="164782" y="49530"/>
                  </a:cubicBezTo>
                  <a:lnTo>
                    <a:pt x="164782" y="69532"/>
                  </a:lnTo>
                  <a:cubicBezTo>
                    <a:pt x="173355" y="72390"/>
                    <a:pt x="181928" y="78105"/>
                    <a:pt x="187643" y="85725"/>
                  </a:cubicBezTo>
                  <a:cubicBezTo>
                    <a:pt x="193357" y="93345"/>
                    <a:pt x="191453" y="102870"/>
                    <a:pt x="184785" y="108585"/>
                  </a:cubicBezTo>
                  <a:cubicBezTo>
                    <a:pt x="177165" y="114300"/>
                    <a:pt x="167640" y="112395"/>
                    <a:pt x="161925" y="105728"/>
                  </a:cubicBezTo>
                  <a:cubicBezTo>
                    <a:pt x="153353" y="94297"/>
                    <a:pt x="132397" y="100965"/>
                    <a:pt x="132397" y="115253"/>
                  </a:cubicBezTo>
                  <a:cubicBezTo>
                    <a:pt x="132397" y="124778"/>
                    <a:pt x="140018" y="131445"/>
                    <a:pt x="148590" y="131445"/>
                  </a:cubicBezTo>
                  <a:cubicBezTo>
                    <a:pt x="176213" y="131445"/>
                    <a:pt x="198120" y="153353"/>
                    <a:pt x="198120" y="180975"/>
                  </a:cubicBezTo>
                  <a:cubicBezTo>
                    <a:pt x="197168" y="202882"/>
                    <a:pt x="183832" y="220980"/>
                    <a:pt x="164782" y="227647"/>
                  </a:cubicBezTo>
                  <a:lnTo>
                    <a:pt x="164782" y="227647"/>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14" name="Google Shape;714;p37"/>
            <p:cNvSpPr/>
            <p:nvPr/>
          </p:nvSpPr>
          <p:spPr>
            <a:xfrm>
              <a:off x="2843037" y="2858165"/>
              <a:ext cx="209519" cy="261271"/>
            </a:xfrm>
            <a:custGeom>
              <a:avLst/>
              <a:gdLst/>
              <a:rect l="l" t="t" r="r" b="b"/>
              <a:pathLst>
                <a:path w="397192" h="495300" extrusionOk="0">
                  <a:moveTo>
                    <a:pt x="381000" y="0"/>
                  </a:moveTo>
                  <a:lnTo>
                    <a:pt x="144780" y="0"/>
                  </a:lnTo>
                  <a:cubicBezTo>
                    <a:pt x="155258" y="20955"/>
                    <a:pt x="161925" y="42863"/>
                    <a:pt x="163830" y="65722"/>
                  </a:cubicBezTo>
                  <a:lnTo>
                    <a:pt x="313373" y="65722"/>
                  </a:lnTo>
                  <a:cubicBezTo>
                    <a:pt x="322898" y="65722"/>
                    <a:pt x="329565" y="73343"/>
                    <a:pt x="329565" y="81915"/>
                  </a:cubicBezTo>
                  <a:lnTo>
                    <a:pt x="329565" y="213360"/>
                  </a:lnTo>
                  <a:cubicBezTo>
                    <a:pt x="329565" y="222885"/>
                    <a:pt x="321945" y="229553"/>
                    <a:pt x="313373" y="229553"/>
                  </a:cubicBezTo>
                  <a:lnTo>
                    <a:pt x="87630" y="229553"/>
                  </a:lnTo>
                  <a:cubicBezTo>
                    <a:pt x="60008" y="248603"/>
                    <a:pt x="31433" y="259080"/>
                    <a:pt x="0" y="261938"/>
                  </a:cubicBezTo>
                  <a:lnTo>
                    <a:pt x="0" y="479108"/>
                  </a:lnTo>
                  <a:cubicBezTo>
                    <a:pt x="0" y="488633"/>
                    <a:pt x="7620" y="495300"/>
                    <a:pt x="16193" y="495300"/>
                  </a:cubicBezTo>
                  <a:lnTo>
                    <a:pt x="381000" y="495300"/>
                  </a:lnTo>
                  <a:cubicBezTo>
                    <a:pt x="390525" y="495300"/>
                    <a:pt x="397193" y="487680"/>
                    <a:pt x="397193" y="479108"/>
                  </a:cubicBezTo>
                  <a:lnTo>
                    <a:pt x="397193" y="16193"/>
                  </a:lnTo>
                  <a:cubicBezTo>
                    <a:pt x="397193" y="7620"/>
                    <a:pt x="389573" y="0"/>
                    <a:pt x="381000" y="0"/>
                  </a:cubicBezTo>
                  <a:lnTo>
                    <a:pt x="381000" y="0"/>
                  </a:lnTo>
                  <a:close/>
                  <a:moveTo>
                    <a:pt x="180975" y="263843"/>
                  </a:moveTo>
                  <a:lnTo>
                    <a:pt x="214313" y="263843"/>
                  </a:lnTo>
                  <a:cubicBezTo>
                    <a:pt x="223838" y="263843"/>
                    <a:pt x="230505" y="271463"/>
                    <a:pt x="230505" y="280035"/>
                  </a:cubicBezTo>
                  <a:cubicBezTo>
                    <a:pt x="230505" y="289560"/>
                    <a:pt x="222885" y="296228"/>
                    <a:pt x="214313" y="296228"/>
                  </a:cubicBezTo>
                  <a:lnTo>
                    <a:pt x="180975" y="296228"/>
                  </a:lnTo>
                  <a:cubicBezTo>
                    <a:pt x="171450" y="296228"/>
                    <a:pt x="164783" y="288608"/>
                    <a:pt x="164783" y="280035"/>
                  </a:cubicBezTo>
                  <a:cubicBezTo>
                    <a:pt x="164783" y="270510"/>
                    <a:pt x="171450" y="263843"/>
                    <a:pt x="180975" y="263843"/>
                  </a:cubicBezTo>
                  <a:lnTo>
                    <a:pt x="180975" y="263843"/>
                  </a:lnTo>
                  <a:close/>
                  <a:moveTo>
                    <a:pt x="180975" y="329565"/>
                  </a:moveTo>
                  <a:lnTo>
                    <a:pt x="214313" y="329565"/>
                  </a:lnTo>
                  <a:cubicBezTo>
                    <a:pt x="223838" y="329565"/>
                    <a:pt x="230505" y="337185"/>
                    <a:pt x="230505" y="345758"/>
                  </a:cubicBezTo>
                  <a:cubicBezTo>
                    <a:pt x="230505" y="355283"/>
                    <a:pt x="222885" y="361950"/>
                    <a:pt x="214313" y="361950"/>
                  </a:cubicBezTo>
                  <a:lnTo>
                    <a:pt x="180975" y="361950"/>
                  </a:lnTo>
                  <a:cubicBezTo>
                    <a:pt x="171450" y="361950"/>
                    <a:pt x="164783" y="354330"/>
                    <a:pt x="164783" y="345758"/>
                  </a:cubicBezTo>
                  <a:cubicBezTo>
                    <a:pt x="164783" y="337185"/>
                    <a:pt x="171450" y="329565"/>
                    <a:pt x="180975" y="329565"/>
                  </a:cubicBezTo>
                  <a:lnTo>
                    <a:pt x="180975" y="329565"/>
                  </a:lnTo>
                  <a:close/>
                  <a:moveTo>
                    <a:pt x="115253" y="428625"/>
                  </a:moveTo>
                  <a:lnTo>
                    <a:pt x="81915" y="428625"/>
                  </a:lnTo>
                  <a:cubicBezTo>
                    <a:pt x="72390" y="428625"/>
                    <a:pt x="65723" y="421005"/>
                    <a:pt x="65723" y="412433"/>
                  </a:cubicBezTo>
                  <a:cubicBezTo>
                    <a:pt x="65723" y="402908"/>
                    <a:pt x="73343" y="396240"/>
                    <a:pt x="81915" y="396240"/>
                  </a:cubicBezTo>
                  <a:lnTo>
                    <a:pt x="115253" y="396240"/>
                  </a:lnTo>
                  <a:cubicBezTo>
                    <a:pt x="124778" y="396240"/>
                    <a:pt x="131445" y="403860"/>
                    <a:pt x="131445" y="412433"/>
                  </a:cubicBezTo>
                  <a:cubicBezTo>
                    <a:pt x="131445" y="421005"/>
                    <a:pt x="123825" y="428625"/>
                    <a:pt x="115253" y="428625"/>
                  </a:cubicBezTo>
                  <a:lnTo>
                    <a:pt x="115253" y="428625"/>
                  </a:lnTo>
                  <a:close/>
                  <a:moveTo>
                    <a:pt x="115253" y="361950"/>
                  </a:moveTo>
                  <a:lnTo>
                    <a:pt x="81915" y="361950"/>
                  </a:lnTo>
                  <a:cubicBezTo>
                    <a:pt x="72390" y="361950"/>
                    <a:pt x="65723" y="354330"/>
                    <a:pt x="65723" y="345758"/>
                  </a:cubicBezTo>
                  <a:cubicBezTo>
                    <a:pt x="65723" y="336233"/>
                    <a:pt x="73343" y="329565"/>
                    <a:pt x="81915" y="329565"/>
                  </a:cubicBezTo>
                  <a:lnTo>
                    <a:pt x="115253" y="329565"/>
                  </a:lnTo>
                  <a:cubicBezTo>
                    <a:pt x="124778" y="329565"/>
                    <a:pt x="131445" y="337185"/>
                    <a:pt x="131445" y="345758"/>
                  </a:cubicBezTo>
                  <a:cubicBezTo>
                    <a:pt x="131445" y="355283"/>
                    <a:pt x="123825" y="361950"/>
                    <a:pt x="115253" y="361950"/>
                  </a:cubicBezTo>
                  <a:lnTo>
                    <a:pt x="115253" y="361950"/>
                  </a:lnTo>
                  <a:close/>
                  <a:moveTo>
                    <a:pt x="115253" y="296228"/>
                  </a:moveTo>
                  <a:lnTo>
                    <a:pt x="81915" y="296228"/>
                  </a:lnTo>
                  <a:cubicBezTo>
                    <a:pt x="72390" y="296228"/>
                    <a:pt x="65723" y="288608"/>
                    <a:pt x="65723" y="280035"/>
                  </a:cubicBezTo>
                  <a:cubicBezTo>
                    <a:pt x="65723" y="270510"/>
                    <a:pt x="73343" y="263843"/>
                    <a:pt x="81915" y="263843"/>
                  </a:cubicBezTo>
                  <a:lnTo>
                    <a:pt x="115253" y="263843"/>
                  </a:lnTo>
                  <a:cubicBezTo>
                    <a:pt x="124778" y="263843"/>
                    <a:pt x="131445" y="271463"/>
                    <a:pt x="131445" y="280035"/>
                  </a:cubicBezTo>
                  <a:cubicBezTo>
                    <a:pt x="131445" y="289560"/>
                    <a:pt x="123825" y="296228"/>
                    <a:pt x="115253" y="296228"/>
                  </a:cubicBezTo>
                  <a:lnTo>
                    <a:pt x="115253" y="296228"/>
                  </a:lnTo>
                  <a:close/>
                  <a:moveTo>
                    <a:pt x="312420" y="428625"/>
                  </a:moveTo>
                  <a:lnTo>
                    <a:pt x="180975" y="428625"/>
                  </a:lnTo>
                  <a:cubicBezTo>
                    <a:pt x="171450" y="428625"/>
                    <a:pt x="164783" y="421005"/>
                    <a:pt x="164783" y="412433"/>
                  </a:cubicBezTo>
                  <a:cubicBezTo>
                    <a:pt x="164783" y="402908"/>
                    <a:pt x="172403" y="396240"/>
                    <a:pt x="180975" y="396240"/>
                  </a:cubicBezTo>
                  <a:lnTo>
                    <a:pt x="312420" y="396240"/>
                  </a:lnTo>
                  <a:cubicBezTo>
                    <a:pt x="321945" y="396240"/>
                    <a:pt x="328613" y="403860"/>
                    <a:pt x="328613" y="412433"/>
                  </a:cubicBezTo>
                  <a:cubicBezTo>
                    <a:pt x="329565" y="421005"/>
                    <a:pt x="321945" y="428625"/>
                    <a:pt x="312420" y="428625"/>
                  </a:cubicBezTo>
                  <a:lnTo>
                    <a:pt x="312420" y="428625"/>
                  </a:lnTo>
                  <a:close/>
                  <a:moveTo>
                    <a:pt x="312420" y="361950"/>
                  </a:moveTo>
                  <a:lnTo>
                    <a:pt x="279083" y="361950"/>
                  </a:lnTo>
                  <a:cubicBezTo>
                    <a:pt x="269558" y="361950"/>
                    <a:pt x="262890" y="354330"/>
                    <a:pt x="262890" y="345758"/>
                  </a:cubicBezTo>
                  <a:cubicBezTo>
                    <a:pt x="262890" y="336233"/>
                    <a:pt x="270510" y="329565"/>
                    <a:pt x="279083" y="329565"/>
                  </a:cubicBezTo>
                  <a:lnTo>
                    <a:pt x="312420" y="329565"/>
                  </a:lnTo>
                  <a:cubicBezTo>
                    <a:pt x="321945" y="329565"/>
                    <a:pt x="328613" y="337185"/>
                    <a:pt x="328613" y="345758"/>
                  </a:cubicBezTo>
                  <a:cubicBezTo>
                    <a:pt x="329565" y="355283"/>
                    <a:pt x="321945" y="361950"/>
                    <a:pt x="312420" y="361950"/>
                  </a:cubicBezTo>
                  <a:lnTo>
                    <a:pt x="312420" y="361950"/>
                  </a:lnTo>
                  <a:close/>
                  <a:moveTo>
                    <a:pt x="312420" y="296228"/>
                  </a:moveTo>
                  <a:lnTo>
                    <a:pt x="279083" y="296228"/>
                  </a:lnTo>
                  <a:cubicBezTo>
                    <a:pt x="269558" y="296228"/>
                    <a:pt x="262890" y="288608"/>
                    <a:pt x="262890" y="280035"/>
                  </a:cubicBezTo>
                  <a:cubicBezTo>
                    <a:pt x="262890" y="270510"/>
                    <a:pt x="270510" y="263843"/>
                    <a:pt x="279083" y="263843"/>
                  </a:cubicBezTo>
                  <a:lnTo>
                    <a:pt x="312420" y="263843"/>
                  </a:lnTo>
                  <a:cubicBezTo>
                    <a:pt x="321945" y="263843"/>
                    <a:pt x="328613" y="271463"/>
                    <a:pt x="328613" y="280035"/>
                  </a:cubicBezTo>
                  <a:cubicBezTo>
                    <a:pt x="329565" y="289560"/>
                    <a:pt x="321945" y="296228"/>
                    <a:pt x="312420" y="296228"/>
                  </a:cubicBezTo>
                  <a:lnTo>
                    <a:pt x="312420" y="296228"/>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15" name="Google Shape;715;p37"/>
            <p:cNvSpPr/>
            <p:nvPr/>
          </p:nvSpPr>
          <p:spPr>
            <a:xfrm>
              <a:off x="2908003" y="2910540"/>
              <a:ext cx="91444" cy="52254"/>
            </a:xfrm>
            <a:custGeom>
              <a:avLst/>
              <a:gdLst/>
              <a:rect l="l" t="t" r="r" b="b"/>
              <a:pathLst>
                <a:path w="173354" h="99060" extrusionOk="0">
                  <a:moveTo>
                    <a:pt x="173355" y="99060"/>
                  </a:moveTo>
                  <a:lnTo>
                    <a:pt x="173355" y="0"/>
                  </a:lnTo>
                  <a:lnTo>
                    <a:pt x="40005" y="0"/>
                  </a:lnTo>
                  <a:cubicBezTo>
                    <a:pt x="36195" y="37148"/>
                    <a:pt x="21907" y="71438"/>
                    <a:pt x="0" y="99060"/>
                  </a:cubicBezTo>
                  <a:lnTo>
                    <a:pt x="173355" y="99060"/>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grpSp>
      <p:grpSp>
        <p:nvGrpSpPr>
          <p:cNvPr id="716" name="Google Shape;716;p37"/>
          <p:cNvGrpSpPr/>
          <p:nvPr/>
        </p:nvGrpSpPr>
        <p:grpSpPr>
          <a:xfrm rot="0">
            <a:off x="3175121" y="2721897"/>
            <a:ext cx="297608" cy="278856"/>
            <a:chOff x="2730733" y="3508822"/>
            <a:chExt cx="297608" cy="278856"/>
          </a:xfrm>
        </p:grpSpPr>
        <p:sp>
          <p:nvSpPr>
            <p:cNvPr id="717" name="Google Shape;717;p37"/>
            <p:cNvSpPr/>
            <p:nvPr/>
          </p:nvSpPr>
          <p:spPr>
            <a:xfrm>
              <a:off x="2782605" y="3683070"/>
              <a:ext cx="17083" cy="48234"/>
            </a:xfrm>
            <a:custGeom>
              <a:avLst/>
              <a:gdLst/>
              <a:rect l="l" t="t" r="r" b="b"/>
              <a:pathLst>
                <a:path w="32385" h="91439" extrusionOk="0">
                  <a:moveTo>
                    <a:pt x="32385" y="91440"/>
                  </a:moveTo>
                  <a:lnTo>
                    <a:pt x="32385" y="0"/>
                  </a:lnTo>
                  <a:lnTo>
                    <a:pt x="0" y="0"/>
                  </a:lnTo>
                  <a:cubicBezTo>
                    <a:pt x="2858" y="42863"/>
                    <a:pt x="16193" y="77152"/>
                    <a:pt x="32385" y="91440"/>
                  </a:cubicBezTo>
                  <a:lnTo>
                    <a:pt x="32385" y="91440"/>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18" name="Google Shape;718;p37"/>
            <p:cNvSpPr/>
            <p:nvPr/>
          </p:nvSpPr>
          <p:spPr>
            <a:xfrm>
              <a:off x="2817354" y="3596954"/>
              <a:ext cx="68835" cy="68835"/>
            </a:xfrm>
            <a:custGeom>
              <a:avLst/>
              <a:gdLst/>
              <a:rect l="l" t="t" r="r" b="b"/>
              <a:pathLst>
                <a:path w="130492" h="130492" extrusionOk="0">
                  <a:moveTo>
                    <a:pt x="0" y="953"/>
                  </a:moveTo>
                  <a:cubicBezTo>
                    <a:pt x="35242" y="13335"/>
                    <a:pt x="60960" y="63817"/>
                    <a:pt x="64770" y="130492"/>
                  </a:cubicBezTo>
                  <a:lnTo>
                    <a:pt x="130492" y="130492"/>
                  </a:lnTo>
                  <a:cubicBezTo>
                    <a:pt x="122872" y="61913"/>
                    <a:pt x="68580" y="7620"/>
                    <a:pt x="0" y="0"/>
                  </a:cubicBezTo>
                  <a:lnTo>
                    <a:pt x="0" y="953"/>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19" name="Google Shape;719;p37"/>
            <p:cNvSpPr/>
            <p:nvPr/>
          </p:nvSpPr>
          <p:spPr>
            <a:xfrm>
              <a:off x="2782605" y="3617601"/>
              <a:ext cx="17083" cy="48234"/>
            </a:xfrm>
            <a:custGeom>
              <a:avLst/>
              <a:gdLst/>
              <a:rect l="l" t="t" r="r" b="b"/>
              <a:pathLst>
                <a:path w="32385" h="91439" extrusionOk="0">
                  <a:moveTo>
                    <a:pt x="0" y="91440"/>
                  </a:moveTo>
                  <a:lnTo>
                    <a:pt x="32385" y="91440"/>
                  </a:lnTo>
                  <a:lnTo>
                    <a:pt x="32385" y="0"/>
                  </a:lnTo>
                  <a:cubicBezTo>
                    <a:pt x="16193" y="14288"/>
                    <a:pt x="2858" y="48577"/>
                    <a:pt x="0" y="91440"/>
                  </a:cubicBezTo>
                  <a:lnTo>
                    <a:pt x="0" y="91440"/>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20" name="Google Shape;720;p37"/>
            <p:cNvSpPr/>
            <p:nvPr/>
          </p:nvSpPr>
          <p:spPr>
            <a:xfrm>
              <a:off x="2816850" y="3683070"/>
              <a:ext cx="17083" cy="48234"/>
            </a:xfrm>
            <a:custGeom>
              <a:avLst/>
              <a:gdLst/>
              <a:rect l="l" t="t" r="r" b="b"/>
              <a:pathLst>
                <a:path w="32384" h="91439" extrusionOk="0">
                  <a:moveTo>
                    <a:pt x="32385" y="0"/>
                  </a:moveTo>
                  <a:lnTo>
                    <a:pt x="0" y="0"/>
                  </a:lnTo>
                  <a:lnTo>
                    <a:pt x="0" y="91440"/>
                  </a:lnTo>
                  <a:cubicBezTo>
                    <a:pt x="16192" y="77152"/>
                    <a:pt x="29528" y="42863"/>
                    <a:pt x="32385" y="0"/>
                  </a:cubicBezTo>
                  <a:lnTo>
                    <a:pt x="32385" y="0"/>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21" name="Google Shape;721;p37"/>
            <p:cNvSpPr/>
            <p:nvPr/>
          </p:nvSpPr>
          <p:spPr>
            <a:xfrm>
              <a:off x="2817354" y="3617601"/>
              <a:ext cx="17083" cy="48234"/>
            </a:xfrm>
            <a:custGeom>
              <a:avLst/>
              <a:gdLst/>
              <a:rect l="l" t="t" r="r" b="b"/>
              <a:pathLst>
                <a:path w="32384" h="91439" extrusionOk="0">
                  <a:moveTo>
                    <a:pt x="0" y="0"/>
                  </a:moveTo>
                  <a:lnTo>
                    <a:pt x="0" y="91440"/>
                  </a:lnTo>
                  <a:lnTo>
                    <a:pt x="32385" y="91440"/>
                  </a:lnTo>
                  <a:cubicBezTo>
                    <a:pt x="28575" y="48577"/>
                    <a:pt x="15240" y="14288"/>
                    <a:pt x="0" y="0"/>
                  </a:cubicBezTo>
                  <a:lnTo>
                    <a:pt x="0" y="0"/>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22" name="Google Shape;722;p37"/>
            <p:cNvSpPr/>
            <p:nvPr/>
          </p:nvSpPr>
          <p:spPr>
            <a:xfrm>
              <a:off x="2817354" y="3683070"/>
              <a:ext cx="68835" cy="69337"/>
            </a:xfrm>
            <a:custGeom>
              <a:avLst/>
              <a:gdLst/>
              <a:rect l="l" t="t" r="r" b="b"/>
              <a:pathLst>
                <a:path w="130492" h="131444" extrusionOk="0">
                  <a:moveTo>
                    <a:pt x="64770" y="0"/>
                  </a:moveTo>
                  <a:cubicBezTo>
                    <a:pt x="60960" y="66675"/>
                    <a:pt x="35242" y="117157"/>
                    <a:pt x="0" y="129540"/>
                  </a:cubicBezTo>
                  <a:lnTo>
                    <a:pt x="0" y="131445"/>
                  </a:lnTo>
                  <a:cubicBezTo>
                    <a:pt x="21907" y="128588"/>
                    <a:pt x="43815" y="121920"/>
                    <a:pt x="61913" y="109538"/>
                  </a:cubicBezTo>
                  <a:cubicBezTo>
                    <a:pt x="100965" y="84772"/>
                    <a:pt x="125730" y="44767"/>
                    <a:pt x="130492" y="0"/>
                  </a:cubicBezTo>
                  <a:lnTo>
                    <a:pt x="64770" y="0"/>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23" name="Google Shape;723;p37"/>
            <p:cNvSpPr/>
            <p:nvPr/>
          </p:nvSpPr>
          <p:spPr>
            <a:xfrm>
              <a:off x="2730733" y="3596954"/>
              <a:ext cx="68835" cy="68835"/>
            </a:xfrm>
            <a:custGeom>
              <a:avLst/>
              <a:gdLst/>
              <a:rect l="l" t="t" r="r" b="b"/>
              <a:pathLst>
                <a:path w="130492" h="130492" extrusionOk="0">
                  <a:moveTo>
                    <a:pt x="65722" y="130492"/>
                  </a:moveTo>
                  <a:cubicBezTo>
                    <a:pt x="69532" y="63817"/>
                    <a:pt x="95250" y="13335"/>
                    <a:pt x="130493" y="953"/>
                  </a:cubicBezTo>
                  <a:lnTo>
                    <a:pt x="130493" y="0"/>
                  </a:lnTo>
                  <a:cubicBezTo>
                    <a:pt x="61913" y="7620"/>
                    <a:pt x="7620" y="61913"/>
                    <a:pt x="0" y="130492"/>
                  </a:cubicBezTo>
                  <a:lnTo>
                    <a:pt x="65722" y="130492"/>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24" name="Google Shape;724;p37"/>
            <p:cNvSpPr/>
            <p:nvPr/>
          </p:nvSpPr>
          <p:spPr>
            <a:xfrm>
              <a:off x="2730733" y="3683070"/>
              <a:ext cx="68835" cy="68835"/>
            </a:xfrm>
            <a:custGeom>
              <a:avLst/>
              <a:gdLst/>
              <a:rect l="l" t="t" r="r" b="b"/>
              <a:pathLst>
                <a:path w="130492" h="130492" extrusionOk="0">
                  <a:moveTo>
                    <a:pt x="130493" y="129540"/>
                  </a:moveTo>
                  <a:cubicBezTo>
                    <a:pt x="95250" y="117157"/>
                    <a:pt x="69532" y="66675"/>
                    <a:pt x="65722" y="0"/>
                  </a:cubicBezTo>
                  <a:lnTo>
                    <a:pt x="0" y="0"/>
                  </a:lnTo>
                  <a:cubicBezTo>
                    <a:pt x="7620" y="68580"/>
                    <a:pt x="61913" y="122872"/>
                    <a:pt x="130493" y="130492"/>
                  </a:cubicBezTo>
                  <a:lnTo>
                    <a:pt x="130493" y="129540"/>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25" name="Google Shape;725;p37"/>
            <p:cNvSpPr/>
            <p:nvPr/>
          </p:nvSpPr>
          <p:spPr>
            <a:xfrm>
              <a:off x="2800734" y="3508822"/>
              <a:ext cx="227607" cy="278856"/>
            </a:xfrm>
            <a:custGeom>
              <a:avLst/>
              <a:gdLst/>
              <a:rect l="l" t="t" r="r" b="b"/>
              <a:pathLst>
                <a:path w="431482" h="528637" extrusionOk="0">
                  <a:moveTo>
                    <a:pt x="413385" y="65722"/>
                  </a:moveTo>
                  <a:lnTo>
                    <a:pt x="397193" y="65722"/>
                  </a:lnTo>
                  <a:cubicBezTo>
                    <a:pt x="369570" y="65722"/>
                    <a:pt x="347663" y="43815"/>
                    <a:pt x="347663" y="16192"/>
                  </a:cubicBezTo>
                  <a:cubicBezTo>
                    <a:pt x="347663" y="6667"/>
                    <a:pt x="340043" y="0"/>
                    <a:pt x="331470" y="0"/>
                  </a:cubicBezTo>
                  <a:lnTo>
                    <a:pt x="98108" y="0"/>
                  </a:lnTo>
                  <a:cubicBezTo>
                    <a:pt x="88583" y="0"/>
                    <a:pt x="81915" y="7620"/>
                    <a:pt x="81915" y="16192"/>
                  </a:cubicBezTo>
                  <a:cubicBezTo>
                    <a:pt x="81915" y="43815"/>
                    <a:pt x="60008" y="65722"/>
                    <a:pt x="32385" y="65722"/>
                  </a:cubicBezTo>
                  <a:lnTo>
                    <a:pt x="16193" y="65722"/>
                  </a:lnTo>
                  <a:cubicBezTo>
                    <a:pt x="6668" y="65722"/>
                    <a:pt x="0" y="73342"/>
                    <a:pt x="0" y="81915"/>
                  </a:cubicBezTo>
                  <a:lnTo>
                    <a:pt x="0" y="132397"/>
                  </a:lnTo>
                  <a:cubicBezTo>
                    <a:pt x="5715" y="131445"/>
                    <a:pt x="10478" y="131445"/>
                    <a:pt x="16193" y="131445"/>
                  </a:cubicBezTo>
                  <a:cubicBezTo>
                    <a:pt x="33338" y="131445"/>
                    <a:pt x="49530" y="134303"/>
                    <a:pt x="65722" y="138113"/>
                  </a:cubicBezTo>
                  <a:lnTo>
                    <a:pt x="65722" y="138113"/>
                  </a:lnTo>
                  <a:cubicBezTo>
                    <a:pt x="65722" y="131445"/>
                    <a:pt x="69533" y="125730"/>
                    <a:pt x="76200" y="122872"/>
                  </a:cubicBezTo>
                  <a:cubicBezTo>
                    <a:pt x="100013" y="113347"/>
                    <a:pt x="120015" y="95250"/>
                    <a:pt x="133350" y="73342"/>
                  </a:cubicBezTo>
                  <a:cubicBezTo>
                    <a:pt x="136208" y="68580"/>
                    <a:pt x="141922" y="64770"/>
                    <a:pt x="147638" y="64770"/>
                  </a:cubicBezTo>
                  <a:lnTo>
                    <a:pt x="284797" y="64770"/>
                  </a:lnTo>
                  <a:cubicBezTo>
                    <a:pt x="290513" y="64770"/>
                    <a:pt x="296228" y="67628"/>
                    <a:pt x="299085" y="73342"/>
                  </a:cubicBezTo>
                  <a:cubicBezTo>
                    <a:pt x="312420" y="95250"/>
                    <a:pt x="332422" y="113347"/>
                    <a:pt x="356235" y="122872"/>
                  </a:cubicBezTo>
                  <a:cubicBezTo>
                    <a:pt x="362903" y="125730"/>
                    <a:pt x="366713" y="131445"/>
                    <a:pt x="366713" y="138113"/>
                  </a:cubicBezTo>
                  <a:lnTo>
                    <a:pt x="366713" y="237172"/>
                  </a:lnTo>
                  <a:cubicBezTo>
                    <a:pt x="366713" y="331470"/>
                    <a:pt x="308610" y="418147"/>
                    <a:pt x="222885" y="456247"/>
                  </a:cubicBezTo>
                  <a:cubicBezTo>
                    <a:pt x="220980" y="457200"/>
                    <a:pt x="218122" y="458153"/>
                    <a:pt x="216218" y="458153"/>
                  </a:cubicBezTo>
                  <a:cubicBezTo>
                    <a:pt x="214313" y="458153"/>
                    <a:pt x="211455" y="457200"/>
                    <a:pt x="209550" y="456247"/>
                  </a:cubicBezTo>
                  <a:cubicBezTo>
                    <a:pt x="192405" y="448628"/>
                    <a:pt x="175260" y="438150"/>
                    <a:pt x="160020" y="426720"/>
                  </a:cubicBezTo>
                  <a:cubicBezTo>
                    <a:pt x="147638" y="442913"/>
                    <a:pt x="132397" y="456247"/>
                    <a:pt x="114300" y="467678"/>
                  </a:cubicBezTo>
                  <a:cubicBezTo>
                    <a:pt x="112395" y="468630"/>
                    <a:pt x="111443" y="469582"/>
                    <a:pt x="109538" y="470535"/>
                  </a:cubicBezTo>
                  <a:cubicBezTo>
                    <a:pt x="139065" y="496253"/>
                    <a:pt x="173355" y="515303"/>
                    <a:pt x="210503" y="527685"/>
                  </a:cubicBezTo>
                  <a:cubicBezTo>
                    <a:pt x="212408" y="528638"/>
                    <a:pt x="214313" y="528638"/>
                    <a:pt x="215265" y="528638"/>
                  </a:cubicBezTo>
                  <a:cubicBezTo>
                    <a:pt x="217170" y="528638"/>
                    <a:pt x="219075" y="528638"/>
                    <a:pt x="220028" y="527685"/>
                  </a:cubicBezTo>
                  <a:cubicBezTo>
                    <a:pt x="345758" y="485775"/>
                    <a:pt x="431483" y="369570"/>
                    <a:pt x="431483" y="237172"/>
                  </a:cubicBezTo>
                  <a:lnTo>
                    <a:pt x="431483" y="82867"/>
                  </a:lnTo>
                  <a:cubicBezTo>
                    <a:pt x="429578" y="73342"/>
                    <a:pt x="421958" y="65722"/>
                    <a:pt x="413385" y="65722"/>
                  </a:cubicBezTo>
                  <a:lnTo>
                    <a:pt x="413385" y="65722"/>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26" name="Google Shape;726;p37"/>
            <p:cNvSpPr/>
            <p:nvPr/>
          </p:nvSpPr>
          <p:spPr>
            <a:xfrm>
              <a:off x="2852606" y="3561197"/>
              <a:ext cx="122596" cy="170831"/>
            </a:xfrm>
            <a:custGeom>
              <a:avLst/>
              <a:gdLst/>
              <a:rect l="l" t="t" r="r" b="b"/>
              <a:pathLst>
                <a:path w="232409" h="323850" extrusionOk="0">
                  <a:moveTo>
                    <a:pt x="114300" y="323850"/>
                  </a:moveTo>
                  <a:cubicBezTo>
                    <a:pt x="184785" y="289560"/>
                    <a:pt x="232410" y="217170"/>
                    <a:pt x="232410" y="138113"/>
                  </a:cubicBezTo>
                  <a:lnTo>
                    <a:pt x="232410" y="50482"/>
                  </a:lnTo>
                  <a:cubicBezTo>
                    <a:pt x="209550" y="39053"/>
                    <a:pt x="189547" y="21907"/>
                    <a:pt x="175260" y="0"/>
                  </a:cubicBezTo>
                  <a:lnTo>
                    <a:pt x="57150" y="0"/>
                  </a:lnTo>
                  <a:cubicBezTo>
                    <a:pt x="42863" y="21907"/>
                    <a:pt x="22860" y="39053"/>
                    <a:pt x="0" y="50482"/>
                  </a:cubicBezTo>
                  <a:lnTo>
                    <a:pt x="0" y="53340"/>
                  </a:lnTo>
                  <a:cubicBezTo>
                    <a:pt x="59055" y="83820"/>
                    <a:pt x="99060" y="144780"/>
                    <a:pt x="99060" y="215265"/>
                  </a:cubicBezTo>
                  <a:cubicBezTo>
                    <a:pt x="99060" y="245745"/>
                    <a:pt x="91440" y="274320"/>
                    <a:pt x="78105" y="300038"/>
                  </a:cubicBezTo>
                  <a:cubicBezTo>
                    <a:pt x="88582" y="308610"/>
                    <a:pt x="100965" y="317182"/>
                    <a:pt x="114300" y="323850"/>
                  </a:cubicBezTo>
                  <a:lnTo>
                    <a:pt x="114300" y="323850"/>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grpSp>
      <p:grpSp>
        <p:nvGrpSpPr>
          <p:cNvPr id="727" name="Google Shape;727;p37"/>
          <p:cNvGrpSpPr/>
          <p:nvPr/>
        </p:nvGrpSpPr>
        <p:grpSpPr>
          <a:xfrm rot="0">
            <a:off x="5671878" y="3854393"/>
            <a:ext cx="296442" cy="296923"/>
            <a:chOff x="6135116" y="4163006"/>
            <a:chExt cx="296442" cy="296923"/>
          </a:xfrm>
        </p:grpSpPr>
        <p:sp>
          <p:nvSpPr>
            <p:cNvPr id="728" name="Google Shape;728;p37"/>
            <p:cNvSpPr/>
            <p:nvPr/>
          </p:nvSpPr>
          <p:spPr>
            <a:xfrm>
              <a:off x="6135619" y="4163006"/>
              <a:ext cx="159274" cy="52254"/>
            </a:xfrm>
            <a:custGeom>
              <a:avLst/>
              <a:gdLst/>
              <a:rect l="l" t="t" r="r" b="b"/>
              <a:pathLst>
                <a:path w="301942" h="99060" extrusionOk="0">
                  <a:moveTo>
                    <a:pt x="268605" y="99060"/>
                  </a:moveTo>
                  <a:lnTo>
                    <a:pt x="301943" y="0"/>
                  </a:lnTo>
                  <a:lnTo>
                    <a:pt x="16193" y="0"/>
                  </a:lnTo>
                  <a:cubicBezTo>
                    <a:pt x="6668" y="0"/>
                    <a:pt x="0" y="7620"/>
                    <a:pt x="0" y="16193"/>
                  </a:cubicBezTo>
                  <a:lnTo>
                    <a:pt x="0" y="98107"/>
                  </a:lnTo>
                  <a:lnTo>
                    <a:pt x="268605" y="98107"/>
                  </a:lnTo>
                  <a:close/>
                  <a:moveTo>
                    <a:pt x="214313" y="33338"/>
                  </a:moveTo>
                  <a:cubicBezTo>
                    <a:pt x="223838" y="33338"/>
                    <a:pt x="230505" y="40957"/>
                    <a:pt x="230505" y="49530"/>
                  </a:cubicBezTo>
                  <a:cubicBezTo>
                    <a:pt x="230505" y="58102"/>
                    <a:pt x="222885" y="65723"/>
                    <a:pt x="214313" y="65723"/>
                  </a:cubicBezTo>
                  <a:cubicBezTo>
                    <a:pt x="205740" y="65723"/>
                    <a:pt x="198120" y="58102"/>
                    <a:pt x="198120" y="49530"/>
                  </a:cubicBezTo>
                  <a:cubicBezTo>
                    <a:pt x="198120" y="40957"/>
                    <a:pt x="204788" y="33338"/>
                    <a:pt x="214313" y="33338"/>
                  </a:cubicBezTo>
                  <a:lnTo>
                    <a:pt x="214313" y="33338"/>
                  </a:lnTo>
                  <a:close/>
                  <a:moveTo>
                    <a:pt x="148590" y="33338"/>
                  </a:moveTo>
                  <a:cubicBezTo>
                    <a:pt x="158115" y="33338"/>
                    <a:pt x="164783" y="40957"/>
                    <a:pt x="164783" y="49530"/>
                  </a:cubicBezTo>
                  <a:cubicBezTo>
                    <a:pt x="164783" y="58102"/>
                    <a:pt x="157163" y="65723"/>
                    <a:pt x="148590" y="65723"/>
                  </a:cubicBezTo>
                  <a:cubicBezTo>
                    <a:pt x="140018" y="65723"/>
                    <a:pt x="132398" y="58102"/>
                    <a:pt x="132398" y="49530"/>
                  </a:cubicBezTo>
                  <a:cubicBezTo>
                    <a:pt x="132398" y="40957"/>
                    <a:pt x="139065" y="33338"/>
                    <a:pt x="148590" y="33338"/>
                  </a:cubicBezTo>
                  <a:lnTo>
                    <a:pt x="148590" y="33338"/>
                  </a:lnTo>
                  <a:close/>
                  <a:moveTo>
                    <a:pt x="82868" y="33338"/>
                  </a:moveTo>
                  <a:cubicBezTo>
                    <a:pt x="92393" y="33338"/>
                    <a:pt x="99060" y="40957"/>
                    <a:pt x="99060" y="49530"/>
                  </a:cubicBezTo>
                  <a:cubicBezTo>
                    <a:pt x="99060" y="58102"/>
                    <a:pt x="91440" y="65723"/>
                    <a:pt x="82868" y="65723"/>
                  </a:cubicBezTo>
                  <a:cubicBezTo>
                    <a:pt x="74295" y="65723"/>
                    <a:pt x="66675" y="58102"/>
                    <a:pt x="66675" y="49530"/>
                  </a:cubicBezTo>
                  <a:cubicBezTo>
                    <a:pt x="66675" y="40957"/>
                    <a:pt x="73343" y="33338"/>
                    <a:pt x="82868" y="33338"/>
                  </a:cubicBezTo>
                  <a:lnTo>
                    <a:pt x="82868" y="33338"/>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29" name="Google Shape;729;p37"/>
            <p:cNvSpPr/>
            <p:nvPr/>
          </p:nvSpPr>
          <p:spPr>
            <a:xfrm>
              <a:off x="6223247" y="4372001"/>
              <a:ext cx="121089" cy="87927"/>
            </a:xfrm>
            <a:custGeom>
              <a:avLst/>
              <a:gdLst/>
              <a:rect l="l" t="t" r="r" b="b"/>
              <a:pathLst>
                <a:path w="229552" h="166687" extrusionOk="0">
                  <a:moveTo>
                    <a:pt x="213360" y="0"/>
                  </a:moveTo>
                  <a:lnTo>
                    <a:pt x="16193" y="0"/>
                  </a:lnTo>
                  <a:cubicBezTo>
                    <a:pt x="6668" y="0"/>
                    <a:pt x="0" y="7620"/>
                    <a:pt x="0" y="16193"/>
                  </a:cubicBezTo>
                  <a:lnTo>
                    <a:pt x="0" y="150495"/>
                  </a:lnTo>
                  <a:cubicBezTo>
                    <a:pt x="0" y="160020"/>
                    <a:pt x="7620" y="166688"/>
                    <a:pt x="16193" y="166688"/>
                  </a:cubicBezTo>
                  <a:lnTo>
                    <a:pt x="213360" y="166688"/>
                  </a:lnTo>
                  <a:cubicBezTo>
                    <a:pt x="222885" y="166688"/>
                    <a:pt x="229552" y="159068"/>
                    <a:pt x="229552" y="150495"/>
                  </a:cubicBezTo>
                  <a:lnTo>
                    <a:pt x="229552" y="16193"/>
                  </a:lnTo>
                  <a:cubicBezTo>
                    <a:pt x="229552" y="7620"/>
                    <a:pt x="221932" y="0"/>
                    <a:pt x="213360" y="0"/>
                  </a:cubicBezTo>
                  <a:lnTo>
                    <a:pt x="213360" y="0"/>
                  </a:lnTo>
                  <a:close/>
                  <a:moveTo>
                    <a:pt x="147638" y="99060"/>
                  </a:moveTo>
                  <a:lnTo>
                    <a:pt x="80963" y="99060"/>
                  </a:lnTo>
                  <a:cubicBezTo>
                    <a:pt x="71438" y="99060"/>
                    <a:pt x="64770" y="91440"/>
                    <a:pt x="64770" y="82868"/>
                  </a:cubicBezTo>
                  <a:cubicBezTo>
                    <a:pt x="64770" y="74295"/>
                    <a:pt x="72390" y="66675"/>
                    <a:pt x="80963" y="66675"/>
                  </a:cubicBezTo>
                  <a:lnTo>
                    <a:pt x="146685" y="66675"/>
                  </a:lnTo>
                  <a:cubicBezTo>
                    <a:pt x="156210" y="66675"/>
                    <a:pt x="162877" y="74295"/>
                    <a:pt x="162877" y="82868"/>
                  </a:cubicBezTo>
                  <a:cubicBezTo>
                    <a:pt x="162877" y="91440"/>
                    <a:pt x="156210" y="99060"/>
                    <a:pt x="147638" y="99060"/>
                  </a:cubicBezTo>
                  <a:lnTo>
                    <a:pt x="147638" y="99060"/>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30" name="Google Shape;730;p37"/>
            <p:cNvSpPr/>
            <p:nvPr/>
          </p:nvSpPr>
          <p:spPr>
            <a:xfrm>
              <a:off x="6240873" y="4302504"/>
              <a:ext cx="86420" cy="51751"/>
            </a:xfrm>
            <a:custGeom>
              <a:avLst/>
              <a:gdLst/>
              <a:rect l="l" t="t" r="r" b="b"/>
              <a:pathLst>
                <a:path w="163830" h="98107" extrusionOk="0">
                  <a:moveTo>
                    <a:pt x="31432" y="98107"/>
                  </a:moveTo>
                  <a:lnTo>
                    <a:pt x="31432" y="81915"/>
                  </a:lnTo>
                  <a:cubicBezTo>
                    <a:pt x="31432" y="54293"/>
                    <a:pt x="53340" y="32385"/>
                    <a:pt x="80963" y="32385"/>
                  </a:cubicBezTo>
                  <a:cubicBezTo>
                    <a:pt x="108585" y="32385"/>
                    <a:pt x="130493" y="54293"/>
                    <a:pt x="130493" y="81915"/>
                  </a:cubicBezTo>
                  <a:lnTo>
                    <a:pt x="130493" y="98107"/>
                  </a:lnTo>
                  <a:lnTo>
                    <a:pt x="163830" y="98107"/>
                  </a:lnTo>
                  <a:lnTo>
                    <a:pt x="163830" y="81915"/>
                  </a:lnTo>
                  <a:cubicBezTo>
                    <a:pt x="163830" y="36195"/>
                    <a:pt x="126682" y="0"/>
                    <a:pt x="81915" y="0"/>
                  </a:cubicBezTo>
                  <a:cubicBezTo>
                    <a:pt x="37148" y="0"/>
                    <a:pt x="0" y="37147"/>
                    <a:pt x="0" y="81915"/>
                  </a:cubicBezTo>
                  <a:lnTo>
                    <a:pt x="0" y="98107"/>
                  </a:lnTo>
                  <a:lnTo>
                    <a:pt x="31432" y="98107"/>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31" name="Google Shape;731;p37"/>
            <p:cNvSpPr/>
            <p:nvPr/>
          </p:nvSpPr>
          <p:spPr>
            <a:xfrm>
              <a:off x="6135116" y="4163006"/>
              <a:ext cx="296442" cy="226602"/>
            </a:xfrm>
            <a:custGeom>
              <a:avLst/>
              <a:gdLst/>
              <a:rect l="l" t="t" r="r" b="b"/>
              <a:pathLst>
                <a:path w="561975" h="429577" extrusionOk="0">
                  <a:moveTo>
                    <a:pt x="545782" y="0"/>
                  </a:moveTo>
                  <a:lnTo>
                    <a:pt x="337185" y="0"/>
                  </a:lnTo>
                  <a:lnTo>
                    <a:pt x="297180" y="120015"/>
                  </a:lnTo>
                  <a:cubicBezTo>
                    <a:pt x="295275" y="126682"/>
                    <a:pt x="288607" y="131445"/>
                    <a:pt x="281940" y="131445"/>
                  </a:cubicBezTo>
                  <a:lnTo>
                    <a:pt x="0" y="131445"/>
                  </a:lnTo>
                  <a:lnTo>
                    <a:pt x="0" y="413385"/>
                  </a:lnTo>
                  <a:cubicBezTo>
                    <a:pt x="0" y="422910"/>
                    <a:pt x="7620" y="429577"/>
                    <a:pt x="16193" y="429577"/>
                  </a:cubicBezTo>
                  <a:lnTo>
                    <a:pt x="132398" y="429577"/>
                  </a:lnTo>
                  <a:lnTo>
                    <a:pt x="132398" y="410527"/>
                  </a:lnTo>
                  <a:cubicBezTo>
                    <a:pt x="132398" y="388620"/>
                    <a:pt x="145732" y="370523"/>
                    <a:pt x="165735" y="363855"/>
                  </a:cubicBezTo>
                  <a:lnTo>
                    <a:pt x="165735" y="344805"/>
                  </a:lnTo>
                  <a:cubicBezTo>
                    <a:pt x="165735" y="280988"/>
                    <a:pt x="217170" y="229552"/>
                    <a:pt x="280988" y="229552"/>
                  </a:cubicBezTo>
                  <a:cubicBezTo>
                    <a:pt x="344805" y="229552"/>
                    <a:pt x="396240" y="280988"/>
                    <a:pt x="396240" y="344805"/>
                  </a:cubicBezTo>
                  <a:lnTo>
                    <a:pt x="396240" y="363855"/>
                  </a:lnTo>
                  <a:cubicBezTo>
                    <a:pt x="415290" y="370523"/>
                    <a:pt x="429577" y="388620"/>
                    <a:pt x="429577" y="410527"/>
                  </a:cubicBezTo>
                  <a:lnTo>
                    <a:pt x="429577" y="429577"/>
                  </a:lnTo>
                  <a:lnTo>
                    <a:pt x="545782" y="429577"/>
                  </a:lnTo>
                  <a:cubicBezTo>
                    <a:pt x="555307" y="429577"/>
                    <a:pt x="561975" y="421957"/>
                    <a:pt x="561975" y="413385"/>
                  </a:cubicBezTo>
                  <a:lnTo>
                    <a:pt x="561975" y="16193"/>
                  </a:lnTo>
                  <a:cubicBezTo>
                    <a:pt x="561975" y="7620"/>
                    <a:pt x="554355" y="0"/>
                    <a:pt x="545782" y="0"/>
                  </a:cubicBezTo>
                  <a:lnTo>
                    <a:pt x="545782" y="0"/>
                  </a:lnTo>
                  <a:close/>
                  <a:moveTo>
                    <a:pt x="445770" y="197168"/>
                  </a:moveTo>
                  <a:lnTo>
                    <a:pt x="116205" y="197168"/>
                  </a:lnTo>
                  <a:cubicBezTo>
                    <a:pt x="106680" y="197168"/>
                    <a:pt x="100013" y="189548"/>
                    <a:pt x="100013" y="180975"/>
                  </a:cubicBezTo>
                  <a:cubicBezTo>
                    <a:pt x="100013" y="172402"/>
                    <a:pt x="107632" y="164782"/>
                    <a:pt x="116205" y="164782"/>
                  </a:cubicBezTo>
                  <a:lnTo>
                    <a:pt x="445770" y="164782"/>
                  </a:lnTo>
                  <a:cubicBezTo>
                    <a:pt x="455295" y="164782"/>
                    <a:pt x="461963" y="172402"/>
                    <a:pt x="461963" y="180975"/>
                  </a:cubicBezTo>
                  <a:cubicBezTo>
                    <a:pt x="461963" y="189548"/>
                    <a:pt x="454343" y="197168"/>
                    <a:pt x="445770" y="197168"/>
                  </a:cubicBezTo>
                  <a:lnTo>
                    <a:pt x="445770" y="197168"/>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grpSp>
      <p:grpSp>
        <p:nvGrpSpPr>
          <p:cNvPr id="732" name="Google Shape;732;p37"/>
          <p:cNvGrpSpPr/>
          <p:nvPr/>
        </p:nvGrpSpPr>
        <p:grpSpPr>
          <a:xfrm rot="0">
            <a:off x="3175904" y="3854856"/>
            <a:ext cx="296062" cy="296562"/>
            <a:chOff x="7494854" y="4163006"/>
            <a:chExt cx="296062" cy="296562"/>
          </a:xfrm>
        </p:grpSpPr>
        <p:sp>
          <p:nvSpPr>
            <p:cNvPr id="733" name="Google Shape;733;p37"/>
            <p:cNvSpPr/>
            <p:nvPr/>
          </p:nvSpPr>
          <p:spPr>
            <a:xfrm>
              <a:off x="7548236" y="4163006"/>
              <a:ext cx="242680" cy="242680"/>
            </a:xfrm>
            <a:custGeom>
              <a:avLst/>
              <a:gdLst/>
              <a:rect l="l" t="t" r="r" b="b"/>
              <a:pathLst>
                <a:path w="460057" h="460057" extrusionOk="0">
                  <a:moveTo>
                    <a:pt x="345758" y="164782"/>
                  </a:moveTo>
                  <a:cubicBezTo>
                    <a:pt x="318135" y="164782"/>
                    <a:pt x="296227" y="142875"/>
                    <a:pt x="296227" y="115252"/>
                  </a:cubicBezTo>
                  <a:lnTo>
                    <a:pt x="296227" y="0"/>
                  </a:lnTo>
                  <a:lnTo>
                    <a:pt x="16193" y="0"/>
                  </a:lnTo>
                  <a:cubicBezTo>
                    <a:pt x="6668" y="0"/>
                    <a:pt x="0" y="7620"/>
                    <a:pt x="0" y="16193"/>
                  </a:cubicBezTo>
                  <a:lnTo>
                    <a:pt x="0" y="443865"/>
                  </a:lnTo>
                  <a:cubicBezTo>
                    <a:pt x="0" y="453390"/>
                    <a:pt x="7620" y="460057"/>
                    <a:pt x="16193" y="460057"/>
                  </a:cubicBezTo>
                  <a:lnTo>
                    <a:pt x="443865" y="460057"/>
                  </a:lnTo>
                  <a:cubicBezTo>
                    <a:pt x="453390" y="460057"/>
                    <a:pt x="460058" y="452438"/>
                    <a:pt x="460058" y="443865"/>
                  </a:cubicBezTo>
                  <a:lnTo>
                    <a:pt x="460058" y="163830"/>
                  </a:lnTo>
                  <a:lnTo>
                    <a:pt x="345758" y="163830"/>
                  </a:lnTo>
                  <a:close/>
                  <a:moveTo>
                    <a:pt x="81915" y="131445"/>
                  </a:moveTo>
                  <a:lnTo>
                    <a:pt x="246698" y="131445"/>
                  </a:lnTo>
                  <a:cubicBezTo>
                    <a:pt x="256223" y="131445"/>
                    <a:pt x="262890" y="139065"/>
                    <a:pt x="262890" y="147638"/>
                  </a:cubicBezTo>
                  <a:cubicBezTo>
                    <a:pt x="262890" y="156210"/>
                    <a:pt x="255270" y="163830"/>
                    <a:pt x="246698" y="163830"/>
                  </a:cubicBezTo>
                  <a:lnTo>
                    <a:pt x="81915" y="163830"/>
                  </a:lnTo>
                  <a:cubicBezTo>
                    <a:pt x="72390" y="163830"/>
                    <a:pt x="65723" y="156210"/>
                    <a:pt x="65723" y="147638"/>
                  </a:cubicBezTo>
                  <a:cubicBezTo>
                    <a:pt x="65723" y="139065"/>
                    <a:pt x="73343" y="131445"/>
                    <a:pt x="81915" y="131445"/>
                  </a:cubicBezTo>
                  <a:lnTo>
                    <a:pt x="81915" y="131445"/>
                  </a:lnTo>
                  <a:close/>
                  <a:moveTo>
                    <a:pt x="197168" y="329565"/>
                  </a:moveTo>
                  <a:cubicBezTo>
                    <a:pt x="197168" y="339090"/>
                    <a:pt x="189548" y="345757"/>
                    <a:pt x="180975" y="345757"/>
                  </a:cubicBezTo>
                  <a:cubicBezTo>
                    <a:pt x="172402" y="345757"/>
                    <a:pt x="164783" y="338138"/>
                    <a:pt x="164783" y="329565"/>
                  </a:cubicBezTo>
                  <a:lnTo>
                    <a:pt x="164783" y="320040"/>
                  </a:lnTo>
                  <a:lnTo>
                    <a:pt x="94298" y="390525"/>
                  </a:lnTo>
                  <a:cubicBezTo>
                    <a:pt x="87631" y="397193"/>
                    <a:pt x="77152" y="397193"/>
                    <a:pt x="71438" y="390525"/>
                  </a:cubicBezTo>
                  <a:cubicBezTo>
                    <a:pt x="64770" y="383857"/>
                    <a:pt x="64770" y="373380"/>
                    <a:pt x="71438" y="367665"/>
                  </a:cubicBezTo>
                  <a:lnTo>
                    <a:pt x="141923" y="297180"/>
                  </a:lnTo>
                  <a:lnTo>
                    <a:pt x="132398" y="297180"/>
                  </a:lnTo>
                  <a:cubicBezTo>
                    <a:pt x="122873" y="297180"/>
                    <a:pt x="116206" y="289560"/>
                    <a:pt x="116206" y="280988"/>
                  </a:cubicBezTo>
                  <a:cubicBezTo>
                    <a:pt x="116206" y="272415"/>
                    <a:pt x="123825" y="264795"/>
                    <a:pt x="132398" y="264795"/>
                  </a:cubicBezTo>
                  <a:lnTo>
                    <a:pt x="181927" y="264795"/>
                  </a:lnTo>
                  <a:cubicBezTo>
                    <a:pt x="191452" y="264795"/>
                    <a:pt x="198120" y="272415"/>
                    <a:pt x="198120" y="280988"/>
                  </a:cubicBezTo>
                  <a:lnTo>
                    <a:pt x="198120" y="329565"/>
                  </a:lnTo>
                  <a:close/>
                  <a:moveTo>
                    <a:pt x="379095" y="361950"/>
                  </a:moveTo>
                  <a:lnTo>
                    <a:pt x="280035" y="361950"/>
                  </a:lnTo>
                  <a:cubicBezTo>
                    <a:pt x="270510" y="361950"/>
                    <a:pt x="263843" y="354330"/>
                    <a:pt x="263843" y="345757"/>
                  </a:cubicBezTo>
                  <a:cubicBezTo>
                    <a:pt x="263843" y="337185"/>
                    <a:pt x="271463" y="329565"/>
                    <a:pt x="280035" y="329565"/>
                  </a:cubicBezTo>
                  <a:lnTo>
                    <a:pt x="379095" y="329565"/>
                  </a:lnTo>
                  <a:cubicBezTo>
                    <a:pt x="388620" y="329565"/>
                    <a:pt x="395288" y="337185"/>
                    <a:pt x="395288" y="345757"/>
                  </a:cubicBezTo>
                  <a:cubicBezTo>
                    <a:pt x="395288" y="354330"/>
                    <a:pt x="387668" y="361950"/>
                    <a:pt x="379095" y="361950"/>
                  </a:cubicBezTo>
                  <a:lnTo>
                    <a:pt x="379095" y="361950"/>
                  </a:lnTo>
                  <a:close/>
                  <a:moveTo>
                    <a:pt x="379095" y="296227"/>
                  </a:moveTo>
                  <a:lnTo>
                    <a:pt x="280035" y="296227"/>
                  </a:lnTo>
                  <a:cubicBezTo>
                    <a:pt x="270510" y="296227"/>
                    <a:pt x="263843" y="288607"/>
                    <a:pt x="263843" y="280035"/>
                  </a:cubicBezTo>
                  <a:cubicBezTo>
                    <a:pt x="263843" y="271463"/>
                    <a:pt x="271463" y="263843"/>
                    <a:pt x="280035" y="263843"/>
                  </a:cubicBezTo>
                  <a:lnTo>
                    <a:pt x="379095" y="263843"/>
                  </a:lnTo>
                  <a:cubicBezTo>
                    <a:pt x="388620" y="263843"/>
                    <a:pt x="395288" y="271463"/>
                    <a:pt x="395288" y="280035"/>
                  </a:cubicBezTo>
                  <a:cubicBezTo>
                    <a:pt x="395288" y="288607"/>
                    <a:pt x="387668" y="296227"/>
                    <a:pt x="379095" y="296227"/>
                  </a:cubicBezTo>
                  <a:lnTo>
                    <a:pt x="379095" y="296227"/>
                  </a:lnTo>
                  <a:close/>
                  <a:moveTo>
                    <a:pt x="379095" y="230505"/>
                  </a:moveTo>
                  <a:lnTo>
                    <a:pt x="82868" y="230505"/>
                  </a:lnTo>
                  <a:cubicBezTo>
                    <a:pt x="73343" y="230505"/>
                    <a:pt x="66675" y="222885"/>
                    <a:pt x="66675" y="214313"/>
                  </a:cubicBezTo>
                  <a:cubicBezTo>
                    <a:pt x="66675" y="205740"/>
                    <a:pt x="74295" y="198120"/>
                    <a:pt x="82868" y="198120"/>
                  </a:cubicBezTo>
                  <a:lnTo>
                    <a:pt x="379095" y="198120"/>
                  </a:lnTo>
                  <a:cubicBezTo>
                    <a:pt x="388620" y="198120"/>
                    <a:pt x="395288" y="205740"/>
                    <a:pt x="395288" y="214313"/>
                  </a:cubicBezTo>
                  <a:cubicBezTo>
                    <a:pt x="395288" y="222885"/>
                    <a:pt x="387668" y="230505"/>
                    <a:pt x="379095" y="230505"/>
                  </a:cubicBezTo>
                  <a:lnTo>
                    <a:pt x="379095" y="230505"/>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34" name="Google Shape;734;p37"/>
            <p:cNvSpPr/>
            <p:nvPr/>
          </p:nvSpPr>
          <p:spPr>
            <a:xfrm>
              <a:off x="7722484" y="4168042"/>
              <a:ext cx="64313" cy="64312"/>
            </a:xfrm>
            <a:custGeom>
              <a:avLst/>
              <a:gdLst/>
              <a:rect l="l" t="t" r="r" b="b"/>
              <a:pathLst>
                <a:path w="121920" h="121919" extrusionOk="0">
                  <a:moveTo>
                    <a:pt x="16193" y="121920"/>
                  </a:moveTo>
                  <a:lnTo>
                    <a:pt x="121920" y="121920"/>
                  </a:lnTo>
                  <a:lnTo>
                    <a:pt x="0" y="0"/>
                  </a:lnTo>
                  <a:lnTo>
                    <a:pt x="0" y="105727"/>
                  </a:lnTo>
                  <a:cubicBezTo>
                    <a:pt x="0" y="115252"/>
                    <a:pt x="6668" y="121920"/>
                    <a:pt x="16193" y="121920"/>
                  </a:cubicBezTo>
                  <a:lnTo>
                    <a:pt x="16193" y="121920"/>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sp>
          <p:nvSpPr>
            <p:cNvPr id="735" name="Google Shape;735;p37"/>
            <p:cNvSpPr/>
            <p:nvPr/>
          </p:nvSpPr>
          <p:spPr>
            <a:xfrm>
              <a:off x="7494854" y="4215381"/>
              <a:ext cx="244187" cy="244187"/>
            </a:xfrm>
            <a:custGeom>
              <a:avLst/>
              <a:gdLst/>
              <a:rect l="l" t="t" r="r" b="b"/>
              <a:pathLst>
                <a:path w="462914" h="462914" extrusionOk="0">
                  <a:moveTo>
                    <a:pt x="117158" y="395288"/>
                  </a:moveTo>
                  <a:cubicBezTo>
                    <a:pt x="89535" y="395288"/>
                    <a:pt x="67627" y="373380"/>
                    <a:pt x="67627" y="345757"/>
                  </a:cubicBezTo>
                  <a:lnTo>
                    <a:pt x="67627" y="0"/>
                  </a:lnTo>
                  <a:lnTo>
                    <a:pt x="16192" y="0"/>
                  </a:lnTo>
                  <a:cubicBezTo>
                    <a:pt x="6667" y="0"/>
                    <a:pt x="0" y="7620"/>
                    <a:pt x="0" y="16192"/>
                  </a:cubicBezTo>
                  <a:lnTo>
                    <a:pt x="0" y="446722"/>
                  </a:lnTo>
                  <a:cubicBezTo>
                    <a:pt x="0" y="456247"/>
                    <a:pt x="7620" y="462915"/>
                    <a:pt x="16192" y="462915"/>
                  </a:cubicBezTo>
                  <a:lnTo>
                    <a:pt x="446723" y="462915"/>
                  </a:lnTo>
                  <a:cubicBezTo>
                    <a:pt x="456248" y="462915"/>
                    <a:pt x="462915" y="455295"/>
                    <a:pt x="462915" y="446722"/>
                  </a:cubicBezTo>
                  <a:lnTo>
                    <a:pt x="462915" y="395288"/>
                  </a:lnTo>
                  <a:lnTo>
                    <a:pt x="117158" y="395288"/>
                  </a:lnTo>
                  <a:close/>
                </a:path>
              </a:pathLst>
            </a:custGeom>
            <a:solidFill>
              <a:schemeClr val="accent4"/>
            </a:solidFill>
            <a:ln>
              <a:noFill/>
            </a:ln>
          </p:spPr>
          <p:txBody>
            <a:bodyPr wrap="square" lIns="91424" tIns="45700" rIns="91424" bIns="45700" anchor="ctr" anchorCtr="0">
              <a:noAutofit/>
            </a:bodyPr>
            <a:lstStyle/>
            <a:p>
              <a:pPr marL="0" marR="0" lvl="0" indent="0" algn="l" rtl="0">
                <a:spcBef>
                  <a:spcPts val="0"/>
                </a:spcBef>
                <a:spcAft>
                  <a:spcPts val="0"/>
                </a:spcAft>
                <a:buNone/>
                <a:defRPr/>
              </a:pPr>
              <a:endParaRPr sz="1800">
                <a:solidFill>
                  <a:srgbClr val="000000"/>
                </a:solidFill>
                <a:latin typeface="Calibri"/>
                <a:ea typeface="Calibri"/>
                <a:cs typeface="Calibri"/>
                <a:sym typeface="Calibri"/>
              </a:endParaRPr>
            </a:p>
          </p:txBody>
        </p:sp>
      </p:grpSp>
      <p:grpSp>
        <p:nvGrpSpPr>
          <p:cNvPr id="736" name="Google Shape;736;p37"/>
          <p:cNvGrpSpPr/>
          <p:nvPr/>
        </p:nvGrpSpPr>
        <p:grpSpPr>
          <a:xfrm rot="0">
            <a:off x="1738925" y="4718600"/>
            <a:ext cx="5666144" cy="116400"/>
            <a:chOff x="1738925" y="4718600"/>
            <a:chExt cx="5666144" cy="116400"/>
          </a:xfrm>
        </p:grpSpPr>
        <p:sp>
          <p:nvSpPr>
            <p:cNvPr id="737" name="Google Shape;737;p37">
              <a:hlinkClick r:id="rId4"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38" name="Google Shape;738;p37">
              <a:hlinkClick r:id="rId5"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39" name="Google Shape;739;p37">
              <a:hlinkClick r:id="rId6"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40" name="Google Shape;740;p37">
              <a:hlinkClick r:id="rId7"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41" name="Google Shape;741;p37">
              <a:hlinkClick r:id="rId8"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42" name="Google Shape;742;p37">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43" name="Google Shape;743;p37">
              <a:hlinkClick r:id="rId9"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44" name="Google Shape;744;p37">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45" name="Google Shape;745;p37">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46" name="Google Shape;746;p37">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47" name="Google Shape;747;p37">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48" name="Google Shape;748;p37">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49" name="Google Shape;749;p37">
              <a:hlinkClick r:id="" action="ppaction://noaction"/>
            </p:cNvPr>
            <p:cNvSpPr/>
            <p:nvPr/>
          </p:nvSpPr>
          <p:spPr>
            <a:xfrm>
              <a:off x="5536118"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50" name="Google Shape;750;p37">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51" name="Google Shape;751;p37">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52" name="Google Shape;752;p37">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53" name="Google Shape;753;p37">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54" name="Google Shape;754;p37">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55" name="Google Shape;755;p37">
              <a:hlinkClick r:id="rId10" action="ppaction://hlinksldjump"/>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56" name="Google Shape;756;p37">
              <a:hlinkClick r:id="rId11"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761" name="Google Shape;761;p38"/>
          <p:cNvSpPr txBox="1">
            <a:spLocks noGrp="1"/>
          </p:cNvSpPr>
          <p:nvPr>
            <p:ph type="title" idx="0"/>
          </p:nvPr>
        </p:nvSpPr>
        <p:spPr>
          <a:xfrm>
            <a:off x="720000" y="521225"/>
            <a:ext cx="7704000" cy="5727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
              <a:t>Timeline of your presentation</a:t>
            </a:r>
            <a:endParaRPr/>
          </a:p>
        </p:txBody>
      </p:sp>
      <p:sp>
        <p:nvSpPr>
          <p:cNvPr id="762" name="Google Shape;762;p38"/>
          <p:cNvSpPr txBox="1"/>
          <p:nvPr/>
        </p:nvSpPr>
        <p:spPr>
          <a:xfrm flipH="1">
            <a:off x="696625" y="1862575"/>
            <a:ext cx="1828800" cy="906900"/>
          </a:xfrm>
          <a:prstGeom prst="rect">
            <a:avLst/>
          </a:prstGeom>
          <a:noFill/>
          <a:ln>
            <a:noFill/>
          </a:ln>
        </p:spPr>
        <p:txBody>
          <a:bodyPr wrap="square" lIns="91424" tIns="91424" rIns="91424" bIns="91424" anchor="t" anchorCtr="0">
            <a:noAutofit/>
          </a:bodyPr>
          <a:lstStyle/>
          <a:p>
            <a:pPr marL="0" lvl="0" indent="0" algn="ctr" rtl="0">
              <a:spcBef>
                <a:spcPts val="0"/>
              </a:spcBef>
              <a:spcAft>
                <a:spcPts val="0"/>
              </a:spcAft>
              <a:buNone/>
              <a:defRPr/>
            </a:pPr>
            <a:r>
              <a:rPr lang="en" sz="1200">
                <a:solidFill>
                  <a:schemeClr val="dk1"/>
                </a:solidFill>
                <a:latin typeface="Barlow Medium"/>
                <a:ea typeface="Barlow Medium"/>
                <a:cs typeface="Barlow Medium"/>
                <a:sym typeface="Barlow Medium"/>
              </a:rPr>
              <a:t>Provide a brief </a:t>
            </a:r>
            <a:r>
              <a:rPr lang="en" sz="1200" b="1">
                <a:solidFill>
                  <a:schemeClr val="dk1"/>
                </a:solidFill>
                <a:latin typeface="Barlow"/>
                <a:ea typeface="Barlow"/>
                <a:cs typeface="Barlow"/>
                <a:sym typeface="Barlow"/>
              </a:rPr>
              <a:t>overview </a:t>
            </a:r>
            <a:r>
              <a:rPr lang="en" sz="1200">
                <a:solidFill>
                  <a:schemeClr val="dk1"/>
                </a:solidFill>
                <a:latin typeface="Barlow Medium"/>
                <a:ea typeface="Barlow Medium"/>
                <a:cs typeface="Barlow Medium"/>
                <a:sym typeface="Barlow Medium"/>
              </a:rPr>
              <a:t>of the pitch deck's content</a:t>
            </a:r>
            <a:endParaRPr sz="1200">
              <a:solidFill>
                <a:schemeClr val="dk1"/>
              </a:solidFill>
              <a:latin typeface="Barlow Medium"/>
              <a:ea typeface="Barlow Medium"/>
              <a:cs typeface="Barlow Medium"/>
              <a:sym typeface="Barlow Medium"/>
            </a:endParaRPr>
          </a:p>
        </p:txBody>
      </p:sp>
      <p:sp>
        <p:nvSpPr>
          <p:cNvPr id="763" name="Google Shape;763;p38"/>
          <p:cNvSpPr txBox="1"/>
          <p:nvPr/>
        </p:nvSpPr>
        <p:spPr>
          <a:xfrm flipH="1">
            <a:off x="2660525" y="1862575"/>
            <a:ext cx="1828800" cy="906900"/>
          </a:xfrm>
          <a:prstGeom prst="rect">
            <a:avLst/>
          </a:prstGeom>
          <a:noFill/>
          <a:ln>
            <a:noFill/>
          </a:ln>
        </p:spPr>
        <p:txBody>
          <a:bodyPr wrap="square" lIns="91424" tIns="91424" rIns="91424" bIns="91424" anchor="t" anchorCtr="0">
            <a:noAutofit/>
          </a:bodyPr>
          <a:lstStyle/>
          <a:p>
            <a:pPr marL="0" lvl="0" indent="0" algn="ctr" rtl="0">
              <a:spcBef>
                <a:spcPts val="0"/>
              </a:spcBef>
              <a:spcAft>
                <a:spcPts val="0"/>
              </a:spcAft>
              <a:buNone/>
              <a:defRPr/>
            </a:pPr>
            <a:r>
              <a:rPr lang="en" sz="1200">
                <a:solidFill>
                  <a:schemeClr val="dk1"/>
                </a:solidFill>
                <a:latin typeface="Barlow Medium"/>
                <a:ea typeface="Barlow Medium"/>
                <a:cs typeface="Barlow Medium"/>
                <a:sym typeface="Barlow Medium"/>
              </a:rPr>
              <a:t>Engage the audience with a compelling </a:t>
            </a:r>
            <a:r>
              <a:rPr lang="en" sz="1200" b="1">
                <a:solidFill>
                  <a:schemeClr val="dk1"/>
                </a:solidFill>
                <a:latin typeface="Barlow"/>
                <a:ea typeface="Barlow"/>
                <a:cs typeface="Barlow"/>
                <a:sym typeface="Barlow"/>
              </a:rPr>
              <a:t>introduction</a:t>
            </a:r>
            <a:endParaRPr sz="1200" b="1">
              <a:solidFill>
                <a:schemeClr val="dk1"/>
              </a:solidFill>
              <a:latin typeface="Barlow"/>
              <a:ea typeface="Barlow"/>
              <a:cs typeface="Barlow"/>
              <a:sym typeface="Barlow"/>
            </a:endParaRPr>
          </a:p>
        </p:txBody>
      </p:sp>
      <p:sp>
        <p:nvSpPr>
          <p:cNvPr id="764" name="Google Shape;764;p38"/>
          <p:cNvSpPr txBox="1"/>
          <p:nvPr/>
        </p:nvSpPr>
        <p:spPr>
          <a:xfrm flipH="1">
            <a:off x="4624425" y="1862575"/>
            <a:ext cx="1828800" cy="906900"/>
          </a:xfrm>
          <a:prstGeom prst="rect">
            <a:avLst/>
          </a:prstGeom>
          <a:noFill/>
          <a:ln>
            <a:noFill/>
          </a:ln>
        </p:spPr>
        <p:txBody>
          <a:bodyPr wrap="square" lIns="91424" tIns="91424" rIns="91424" bIns="91424" anchor="t" anchorCtr="0">
            <a:noAutofit/>
          </a:bodyPr>
          <a:lstStyle/>
          <a:p>
            <a:pPr marL="0" lvl="0" indent="0" algn="ctr" rtl="0">
              <a:spcBef>
                <a:spcPts val="0"/>
              </a:spcBef>
              <a:spcAft>
                <a:spcPts val="0"/>
              </a:spcAft>
              <a:buNone/>
              <a:defRPr/>
            </a:pPr>
            <a:r>
              <a:rPr lang="en" sz="1200">
                <a:solidFill>
                  <a:schemeClr val="dk1"/>
                </a:solidFill>
                <a:latin typeface="Barlow Medium"/>
                <a:ea typeface="Barlow Medium"/>
                <a:cs typeface="Barlow Medium"/>
                <a:sym typeface="Barlow Medium"/>
              </a:rPr>
              <a:t>Identify the customer's pain points and </a:t>
            </a:r>
            <a:r>
              <a:rPr lang="en" sz="1200" b="1">
                <a:solidFill>
                  <a:schemeClr val="dk1"/>
                </a:solidFill>
                <a:latin typeface="Barlow"/>
                <a:ea typeface="Barlow"/>
                <a:cs typeface="Barlow"/>
                <a:sym typeface="Barlow"/>
              </a:rPr>
              <a:t>challenges</a:t>
            </a:r>
            <a:endParaRPr sz="1200" b="1">
              <a:solidFill>
                <a:schemeClr val="dk1"/>
              </a:solidFill>
              <a:latin typeface="Barlow"/>
              <a:ea typeface="Barlow"/>
              <a:cs typeface="Barlow"/>
              <a:sym typeface="Barlow"/>
            </a:endParaRPr>
          </a:p>
        </p:txBody>
      </p:sp>
      <p:sp>
        <p:nvSpPr>
          <p:cNvPr id="765" name="Google Shape;765;p38"/>
          <p:cNvSpPr txBox="1"/>
          <p:nvPr/>
        </p:nvSpPr>
        <p:spPr>
          <a:xfrm flipH="1">
            <a:off x="6588325" y="1862575"/>
            <a:ext cx="1828800" cy="906900"/>
          </a:xfrm>
          <a:prstGeom prst="rect">
            <a:avLst/>
          </a:prstGeom>
          <a:noFill/>
          <a:ln>
            <a:noFill/>
          </a:ln>
        </p:spPr>
        <p:txBody>
          <a:bodyPr wrap="square" lIns="91424" tIns="91424" rIns="91424" bIns="91424" anchor="t" anchorCtr="0">
            <a:noAutofit/>
          </a:bodyPr>
          <a:lstStyle/>
          <a:p>
            <a:pPr marL="0" lvl="0" indent="0" algn="ctr" rtl="0">
              <a:spcBef>
                <a:spcPts val="0"/>
              </a:spcBef>
              <a:spcAft>
                <a:spcPts val="0"/>
              </a:spcAft>
              <a:buNone/>
              <a:defRPr/>
            </a:pPr>
            <a:r>
              <a:rPr lang="en" sz="1200">
                <a:solidFill>
                  <a:schemeClr val="dk1"/>
                </a:solidFill>
                <a:latin typeface="Barlow Medium"/>
                <a:ea typeface="Barlow Medium"/>
                <a:cs typeface="Barlow Medium"/>
                <a:sym typeface="Barlow Medium"/>
              </a:rPr>
              <a:t>Describe how your product or service can </a:t>
            </a:r>
            <a:r>
              <a:rPr lang="en" sz="1200" b="1">
                <a:solidFill>
                  <a:schemeClr val="dk1"/>
                </a:solidFill>
                <a:latin typeface="Barlow"/>
                <a:ea typeface="Barlow"/>
                <a:cs typeface="Barlow"/>
                <a:sym typeface="Barlow"/>
              </a:rPr>
              <a:t>solve the problem</a:t>
            </a:r>
            <a:endParaRPr sz="1200" b="1">
              <a:solidFill>
                <a:schemeClr val="dk1"/>
              </a:solidFill>
              <a:latin typeface="Barlow"/>
              <a:ea typeface="Barlow"/>
              <a:cs typeface="Barlow"/>
              <a:sym typeface="Barlow"/>
            </a:endParaRPr>
          </a:p>
        </p:txBody>
      </p:sp>
      <p:sp>
        <p:nvSpPr>
          <p:cNvPr id="766" name="Google Shape;766;p38"/>
          <p:cNvSpPr txBox="1"/>
          <p:nvPr/>
        </p:nvSpPr>
        <p:spPr>
          <a:xfrm flipH="1">
            <a:off x="696625" y="3697025"/>
            <a:ext cx="1828800" cy="906900"/>
          </a:xfrm>
          <a:prstGeom prst="rect">
            <a:avLst/>
          </a:prstGeom>
          <a:noFill/>
          <a:ln>
            <a:noFill/>
          </a:ln>
        </p:spPr>
        <p:txBody>
          <a:bodyPr wrap="square" lIns="91424" tIns="91424" rIns="91424" bIns="91424" anchor="t" anchorCtr="0">
            <a:noAutofit/>
          </a:bodyPr>
          <a:lstStyle/>
          <a:p>
            <a:pPr marL="0" lvl="0" indent="0" algn="ctr" rtl="0">
              <a:spcBef>
                <a:spcPts val="0"/>
              </a:spcBef>
              <a:spcAft>
                <a:spcPts val="0"/>
              </a:spcAft>
              <a:buNone/>
              <a:defRPr/>
            </a:pPr>
            <a:r>
              <a:rPr lang="en" sz="1200">
                <a:solidFill>
                  <a:schemeClr val="dk1"/>
                </a:solidFill>
                <a:latin typeface="Barlow Medium"/>
                <a:ea typeface="Barlow Medium"/>
                <a:cs typeface="Barlow Medium"/>
                <a:sym typeface="Barlow Medium"/>
              </a:rPr>
              <a:t>Highlight the unique value proposition and </a:t>
            </a:r>
            <a:r>
              <a:rPr lang="en" sz="1200" b="1">
                <a:solidFill>
                  <a:schemeClr val="dk1"/>
                </a:solidFill>
                <a:latin typeface="Barlow"/>
                <a:ea typeface="Barlow"/>
                <a:cs typeface="Barlow"/>
                <a:sym typeface="Barlow"/>
              </a:rPr>
              <a:t>benefits </a:t>
            </a:r>
            <a:r>
              <a:rPr lang="en" sz="1200">
                <a:solidFill>
                  <a:schemeClr val="dk1"/>
                </a:solidFill>
                <a:latin typeface="Barlow Medium"/>
                <a:ea typeface="Barlow Medium"/>
                <a:cs typeface="Barlow Medium"/>
                <a:sym typeface="Barlow Medium"/>
              </a:rPr>
              <a:t>of your  specific solution</a:t>
            </a:r>
            <a:endParaRPr sz="1200">
              <a:solidFill>
                <a:schemeClr val="dk1"/>
              </a:solidFill>
              <a:latin typeface="Barlow Medium"/>
              <a:ea typeface="Barlow Medium"/>
              <a:cs typeface="Barlow Medium"/>
              <a:sym typeface="Barlow Medium"/>
            </a:endParaRPr>
          </a:p>
        </p:txBody>
      </p:sp>
      <p:sp>
        <p:nvSpPr>
          <p:cNvPr id="767" name="Google Shape;767;p38"/>
          <p:cNvSpPr txBox="1"/>
          <p:nvPr/>
        </p:nvSpPr>
        <p:spPr>
          <a:xfrm flipH="1">
            <a:off x="2660525" y="3697025"/>
            <a:ext cx="1828800" cy="906900"/>
          </a:xfrm>
          <a:prstGeom prst="rect">
            <a:avLst/>
          </a:prstGeom>
          <a:noFill/>
          <a:ln>
            <a:noFill/>
          </a:ln>
        </p:spPr>
        <p:txBody>
          <a:bodyPr wrap="square" lIns="91424" tIns="91424" rIns="91424" bIns="91424" anchor="t" anchorCtr="0">
            <a:noAutofit/>
          </a:bodyPr>
          <a:lstStyle/>
          <a:p>
            <a:pPr marL="0" lvl="0" indent="0" algn="ctr" rtl="0">
              <a:spcBef>
                <a:spcPts val="0"/>
              </a:spcBef>
              <a:spcAft>
                <a:spcPts val="0"/>
              </a:spcAft>
              <a:buNone/>
              <a:defRPr/>
            </a:pPr>
            <a:r>
              <a:rPr lang="en" sz="1200" b="1">
                <a:solidFill>
                  <a:schemeClr val="dk1"/>
                </a:solidFill>
                <a:latin typeface="Barlow"/>
                <a:ea typeface="Barlow"/>
                <a:cs typeface="Barlow"/>
                <a:sym typeface="Barlow"/>
              </a:rPr>
              <a:t>Analyze </a:t>
            </a:r>
            <a:r>
              <a:rPr lang="en" sz="1200">
                <a:solidFill>
                  <a:schemeClr val="dk1"/>
                </a:solidFill>
                <a:latin typeface="Barlow Medium"/>
                <a:ea typeface="Barlow Medium"/>
                <a:cs typeface="Barlow Medium"/>
                <a:sym typeface="Barlow Medium"/>
              </a:rPr>
              <a:t>the target market size, growth potential, and competition briefly</a:t>
            </a:r>
            <a:endParaRPr sz="1200">
              <a:solidFill>
                <a:schemeClr val="dk1"/>
              </a:solidFill>
              <a:latin typeface="Barlow Medium"/>
              <a:ea typeface="Barlow Medium"/>
              <a:cs typeface="Barlow Medium"/>
              <a:sym typeface="Barlow Medium"/>
            </a:endParaRPr>
          </a:p>
        </p:txBody>
      </p:sp>
      <p:sp>
        <p:nvSpPr>
          <p:cNvPr id="768" name="Google Shape;768;p38"/>
          <p:cNvSpPr txBox="1"/>
          <p:nvPr/>
        </p:nvSpPr>
        <p:spPr>
          <a:xfrm flipH="1">
            <a:off x="4624425" y="3697025"/>
            <a:ext cx="1828800" cy="906900"/>
          </a:xfrm>
          <a:prstGeom prst="rect">
            <a:avLst/>
          </a:prstGeom>
          <a:noFill/>
          <a:ln>
            <a:noFill/>
          </a:ln>
        </p:spPr>
        <p:txBody>
          <a:bodyPr wrap="square" lIns="91424" tIns="91424" rIns="91424" bIns="91424" anchor="t" anchorCtr="0">
            <a:noAutofit/>
          </a:bodyPr>
          <a:lstStyle/>
          <a:p>
            <a:pPr marL="0" lvl="0" indent="0" algn="ctr" rtl="0">
              <a:spcBef>
                <a:spcPts val="0"/>
              </a:spcBef>
              <a:spcAft>
                <a:spcPts val="0"/>
              </a:spcAft>
              <a:buNone/>
              <a:defRPr/>
            </a:pPr>
            <a:r>
              <a:rPr lang="en" sz="1200">
                <a:solidFill>
                  <a:schemeClr val="dk1"/>
                </a:solidFill>
                <a:latin typeface="Barlow Medium"/>
                <a:ea typeface="Barlow Medium"/>
                <a:cs typeface="Barlow Medium"/>
                <a:sym typeface="Barlow Medium"/>
              </a:rPr>
              <a:t>Explain your financial needs and briefly outline your </a:t>
            </a:r>
            <a:r>
              <a:rPr lang="en" sz="1200" b="1">
                <a:solidFill>
                  <a:schemeClr val="dk1"/>
                </a:solidFill>
                <a:latin typeface="Barlow"/>
                <a:ea typeface="Barlow"/>
                <a:cs typeface="Barlow"/>
                <a:sym typeface="Barlow"/>
              </a:rPr>
              <a:t>funding allocation</a:t>
            </a:r>
            <a:endParaRPr sz="1200" b="1">
              <a:solidFill>
                <a:schemeClr val="dk1"/>
              </a:solidFill>
              <a:latin typeface="Barlow"/>
              <a:ea typeface="Barlow"/>
              <a:cs typeface="Barlow"/>
              <a:sym typeface="Barlow"/>
            </a:endParaRPr>
          </a:p>
        </p:txBody>
      </p:sp>
      <p:sp>
        <p:nvSpPr>
          <p:cNvPr id="769" name="Google Shape;769;p38"/>
          <p:cNvSpPr txBox="1"/>
          <p:nvPr/>
        </p:nvSpPr>
        <p:spPr>
          <a:xfrm flipH="1">
            <a:off x="6588325" y="3697025"/>
            <a:ext cx="1828800" cy="906900"/>
          </a:xfrm>
          <a:prstGeom prst="rect">
            <a:avLst/>
          </a:prstGeom>
          <a:noFill/>
          <a:ln>
            <a:noFill/>
          </a:ln>
        </p:spPr>
        <p:txBody>
          <a:bodyPr wrap="square" lIns="91424" tIns="91424" rIns="91424" bIns="91424" anchor="t" anchorCtr="0">
            <a:noAutofit/>
          </a:bodyPr>
          <a:lstStyle/>
          <a:p>
            <a:pPr marL="0" lvl="0" indent="0" algn="ctr" rtl="0">
              <a:spcBef>
                <a:spcPts val="0"/>
              </a:spcBef>
              <a:spcAft>
                <a:spcPts val="0"/>
              </a:spcAft>
              <a:buNone/>
              <a:defRPr/>
            </a:pPr>
            <a:r>
              <a:rPr lang="en" sz="1200">
                <a:solidFill>
                  <a:schemeClr val="dk1"/>
                </a:solidFill>
                <a:latin typeface="Barlow Medium"/>
                <a:ea typeface="Barlow Medium"/>
                <a:cs typeface="Barlow Medium"/>
                <a:sym typeface="Barlow Medium"/>
              </a:rPr>
              <a:t>End with a clear and concise</a:t>
            </a:r>
            <a:r>
              <a:rPr lang="en" sz="1200" b="1">
                <a:solidFill>
                  <a:schemeClr val="dk1"/>
                </a:solidFill>
                <a:latin typeface="Barlow"/>
                <a:ea typeface="Barlow"/>
                <a:cs typeface="Barlow"/>
                <a:sym typeface="Barlow"/>
              </a:rPr>
              <a:t> call to action</a:t>
            </a:r>
            <a:endParaRPr sz="1200" b="1">
              <a:solidFill>
                <a:schemeClr val="dk1"/>
              </a:solidFill>
              <a:latin typeface="Barlow"/>
              <a:ea typeface="Barlow"/>
              <a:cs typeface="Barlow"/>
              <a:sym typeface="Barlow"/>
            </a:endParaRPr>
          </a:p>
        </p:txBody>
      </p:sp>
      <p:sp>
        <p:nvSpPr>
          <p:cNvPr id="770" name="Google Shape;770;p38"/>
          <p:cNvSpPr/>
          <p:nvPr/>
        </p:nvSpPr>
        <p:spPr>
          <a:xfrm>
            <a:off x="720000" y="1599475"/>
            <a:ext cx="1828800" cy="186900"/>
          </a:xfrm>
          <a:prstGeom prst="roundRect">
            <a:avLst>
              <a:gd name="adj" fmla="val 16667"/>
            </a:avLst>
          </a:prstGeom>
          <a:solidFill>
            <a:schemeClr val="accent4"/>
          </a:solid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Barlow Medium"/>
              <a:ea typeface="Barlow Medium"/>
              <a:cs typeface="Barlow Medium"/>
              <a:sym typeface="Barlow Medium"/>
            </a:endParaRPr>
          </a:p>
        </p:txBody>
      </p:sp>
      <p:sp>
        <p:nvSpPr>
          <p:cNvPr id="771" name="Google Shape;771;p38"/>
          <p:cNvSpPr/>
          <p:nvPr/>
        </p:nvSpPr>
        <p:spPr>
          <a:xfrm>
            <a:off x="2660525" y="1599475"/>
            <a:ext cx="1828800" cy="186900"/>
          </a:xfrm>
          <a:prstGeom prst="roundRect">
            <a:avLst>
              <a:gd name="adj" fmla="val 16667"/>
            </a:avLst>
          </a:prstGeom>
          <a:solidFill>
            <a:schemeClr val="accent4"/>
          </a:solid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Barlow Medium"/>
              <a:ea typeface="Barlow Medium"/>
              <a:cs typeface="Barlow Medium"/>
              <a:sym typeface="Barlow Medium"/>
            </a:endParaRPr>
          </a:p>
        </p:txBody>
      </p:sp>
      <p:sp>
        <p:nvSpPr>
          <p:cNvPr id="772" name="Google Shape;772;p38"/>
          <p:cNvSpPr/>
          <p:nvPr/>
        </p:nvSpPr>
        <p:spPr>
          <a:xfrm>
            <a:off x="4624425" y="1599475"/>
            <a:ext cx="1828800" cy="186900"/>
          </a:xfrm>
          <a:prstGeom prst="roundRect">
            <a:avLst>
              <a:gd name="adj" fmla="val 16667"/>
            </a:avLst>
          </a:prstGeom>
          <a:solidFill>
            <a:schemeClr val="accent4"/>
          </a:solid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Barlow Medium"/>
              <a:ea typeface="Barlow Medium"/>
              <a:cs typeface="Barlow Medium"/>
              <a:sym typeface="Barlow Medium"/>
            </a:endParaRPr>
          </a:p>
        </p:txBody>
      </p:sp>
      <p:sp>
        <p:nvSpPr>
          <p:cNvPr id="773" name="Google Shape;773;p38"/>
          <p:cNvSpPr/>
          <p:nvPr/>
        </p:nvSpPr>
        <p:spPr>
          <a:xfrm>
            <a:off x="6588325" y="1599475"/>
            <a:ext cx="1828800" cy="186900"/>
          </a:xfrm>
          <a:prstGeom prst="roundRect">
            <a:avLst>
              <a:gd name="adj" fmla="val 16667"/>
            </a:avLst>
          </a:prstGeom>
          <a:solidFill>
            <a:schemeClr val="accent4"/>
          </a:solid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Barlow Medium"/>
              <a:ea typeface="Barlow Medium"/>
              <a:cs typeface="Barlow Medium"/>
              <a:sym typeface="Barlow Medium"/>
            </a:endParaRPr>
          </a:p>
        </p:txBody>
      </p:sp>
      <p:sp>
        <p:nvSpPr>
          <p:cNvPr id="774" name="Google Shape;774;p38"/>
          <p:cNvSpPr/>
          <p:nvPr/>
        </p:nvSpPr>
        <p:spPr>
          <a:xfrm>
            <a:off x="720000" y="3409050"/>
            <a:ext cx="1828800" cy="186900"/>
          </a:xfrm>
          <a:prstGeom prst="roundRect">
            <a:avLst>
              <a:gd name="adj" fmla="val 16667"/>
            </a:avLst>
          </a:prstGeom>
          <a:solidFill>
            <a:schemeClr val="accent4"/>
          </a:solid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Barlow Medium"/>
              <a:ea typeface="Barlow Medium"/>
              <a:cs typeface="Barlow Medium"/>
              <a:sym typeface="Barlow Medium"/>
            </a:endParaRPr>
          </a:p>
        </p:txBody>
      </p:sp>
      <p:sp>
        <p:nvSpPr>
          <p:cNvPr id="775" name="Google Shape;775;p38"/>
          <p:cNvSpPr/>
          <p:nvPr/>
        </p:nvSpPr>
        <p:spPr>
          <a:xfrm>
            <a:off x="2660525" y="3409050"/>
            <a:ext cx="1828800" cy="186900"/>
          </a:xfrm>
          <a:prstGeom prst="roundRect">
            <a:avLst>
              <a:gd name="adj" fmla="val 16667"/>
            </a:avLst>
          </a:prstGeom>
          <a:solidFill>
            <a:schemeClr val="accent4"/>
          </a:solid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Barlow Medium"/>
              <a:ea typeface="Barlow Medium"/>
              <a:cs typeface="Barlow Medium"/>
              <a:sym typeface="Barlow Medium"/>
            </a:endParaRPr>
          </a:p>
        </p:txBody>
      </p:sp>
      <p:sp>
        <p:nvSpPr>
          <p:cNvPr id="776" name="Google Shape;776;p38"/>
          <p:cNvSpPr/>
          <p:nvPr/>
        </p:nvSpPr>
        <p:spPr>
          <a:xfrm>
            <a:off x="4624425" y="3409050"/>
            <a:ext cx="1828800" cy="186900"/>
          </a:xfrm>
          <a:prstGeom prst="roundRect">
            <a:avLst>
              <a:gd name="adj" fmla="val 16667"/>
            </a:avLst>
          </a:prstGeom>
          <a:solidFill>
            <a:schemeClr val="accent4"/>
          </a:solid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Barlow Medium"/>
              <a:ea typeface="Barlow Medium"/>
              <a:cs typeface="Barlow Medium"/>
              <a:sym typeface="Barlow Medium"/>
            </a:endParaRPr>
          </a:p>
        </p:txBody>
      </p:sp>
      <p:sp>
        <p:nvSpPr>
          <p:cNvPr id="777" name="Google Shape;777;p38"/>
          <p:cNvSpPr/>
          <p:nvPr/>
        </p:nvSpPr>
        <p:spPr>
          <a:xfrm>
            <a:off x="6588325" y="3409050"/>
            <a:ext cx="1828800" cy="186900"/>
          </a:xfrm>
          <a:prstGeom prst="roundRect">
            <a:avLst>
              <a:gd name="adj" fmla="val 16667"/>
            </a:avLst>
          </a:prstGeom>
          <a:solidFill>
            <a:schemeClr val="accent4"/>
          </a:solid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Barlow Medium"/>
              <a:ea typeface="Barlow Medium"/>
              <a:cs typeface="Barlow Medium"/>
              <a:sym typeface="Barlow Medium"/>
            </a:endParaRPr>
          </a:p>
        </p:txBody>
      </p:sp>
      <p:cxnSp>
        <p:nvCxnSpPr>
          <p:cNvPr id="778" name="Google Shape;778;p38"/>
          <p:cNvCxnSpPr>
            <a:stCxn id="770" idx="3"/>
            <a:endCxn id="771" idx="1"/>
          </p:cNvCxnSpPr>
          <p:nvPr/>
        </p:nvCxnSpPr>
        <p:spPr>
          <a:xfrm>
            <a:off x="2548800" y="1692925"/>
            <a:ext cx="111600" cy="0"/>
          </a:xfrm>
          <a:prstGeom prst="straightConnector1">
            <a:avLst/>
          </a:prstGeom>
          <a:noFill/>
          <a:ln w="19050" cap="flat" cmpd="sng">
            <a:solidFill>
              <a:schemeClr val="accent4"/>
            </a:solidFill>
            <a:prstDash val="solid"/>
            <a:round/>
            <a:headEnd w="med" len="med"/>
            <a:tailEnd w="med" len="med"/>
          </a:ln>
        </p:spPr>
      </p:cxnSp>
      <p:cxnSp>
        <p:nvCxnSpPr>
          <p:cNvPr id="779" name="Google Shape;779;p38"/>
          <p:cNvCxnSpPr>
            <a:stCxn id="771" idx="3"/>
            <a:endCxn id="772" idx="1"/>
          </p:cNvCxnSpPr>
          <p:nvPr/>
        </p:nvCxnSpPr>
        <p:spPr>
          <a:xfrm>
            <a:off x="4489325" y="1692925"/>
            <a:ext cx="135000" cy="0"/>
          </a:xfrm>
          <a:prstGeom prst="straightConnector1">
            <a:avLst/>
          </a:prstGeom>
          <a:noFill/>
          <a:ln w="19050" cap="flat" cmpd="sng">
            <a:solidFill>
              <a:schemeClr val="accent4"/>
            </a:solidFill>
            <a:prstDash val="solid"/>
            <a:round/>
            <a:headEnd w="med" len="med"/>
            <a:tailEnd w="med" len="med"/>
          </a:ln>
        </p:spPr>
      </p:cxnSp>
      <p:cxnSp>
        <p:nvCxnSpPr>
          <p:cNvPr id="780" name="Google Shape;780;p38"/>
          <p:cNvCxnSpPr>
            <a:stCxn id="772" idx="3"/>
            <a:endCxn id="773" idx="1"/>
          </p:cNvCxnSpPr>
          <p:nvPr/>
        </p:nvCxnSpPr>
        <p:spPr>
          <a:xfrm>
            <a:off x="6453225" y="1692925"/>
            <a:ext cx="135000" cy="0"/>
          </a:xfrm>
          <a:prstGeom prst="straightConnector1">
            <a:avLst/>
          </a:prstGeom>
          <a:noFill/>
          <a:ln w="19050" cap="flat" cmpd="sng">
            <a:solidFill>
              <a:schemeClr val="accent4"/>
            </a:solidFill>
            <a:prstDash val="solid"/>
            <a:round/>
            <a:headEnd w="med" len="med"/>
            <a:tailEnd w="med" len="med"/>
          </a:ln>
        </p:spPr>
      </p:cxnSp>
      <p:cxnSp>
        <p:nvCxnSpPr>
          <p:cNvPr id="781" name="Google Shape;781;p38"/>
          <p:cNvCxnSpPr>
            <a:stCxn id="765" idx="2"/>
            <a:endCxn id="774" idx="0"/>
          </p:cNvCxnSpPr>
          <p:nvPr/>
        </p:nvCxnSpPr>
        <p:spPr>
          <a:xfrm rot="5400000">
            <a:off x="4248775" y="155125"/>
            <a:ext cx="639600" cy="5868300"/>
          </a:xfrm>
          <a:prstGeom prst="bentConnector3">
            <a:avLst>
              <a:gd name="adj1" fmla="val 49998"/>
            </a:avLst>
          </a:prstGeom>
          <a:noFill/>
          <a:ln w="19050" cap="flat" cmpd="sng">
            <a:solidFill>
              <a:schemeClr val="accent4"/>
            </a:solidFill>
            <a:prstDash val="solid"/>
            <a:round/>
            <a:headEnd w="med" len="med"/>
            <a:tailEnd w="med" len="med"/>
          </a:ln>
        </p:spPr>
      </p:cxnSp>
      <p:cxnSp>
        <p:nvCxnSpPr>
          <p:cNvPr id="782" name="Google Shape;782;p38"/>
          <p:cNvCxnSpPr>
            <a:stCxn id="774" idx="3"/>
            <a:endCxn id="775" idx="1"/>
          </p:cNvCxnSpPr>
          <p:nvPr/>
        </p:nvCxnSpPr>
        <p:spPr>
          <a:xfrm>
            <a:off x="2548800" y="3502500"/>
            <a:ext cx="111600" cy="0"/>
          </a:xfrm>
          <a:prstGeom prst="straightConnector1">
            <a:avLst/>
          </a:prstGeom>
          <a:noFill/>
          <a:ln w="19050" cap="flat" cmpd="sng">
            <a:solidFill>
              <a:schemeClr val="accent4"/>
            </a:solidFill>
            <a:prstDash val="solid"/>
            <a:round/>
            <a:headEnd w="med" len="med"/>
            <a:tailEnd w="med" len="med"/>
          </a:ln>
        </p:spPr>
      </p:cxnSp>
      <p:cxnSp>
        <p:nvCxnSpPr>
          <p:cNvPr id="783" name="Google Shape;783;p38"/>
          <p:cNvCxnSpPr>
            <a:stCxn id="775" idx="3"/>
            <a:endCxn id="776" idx="1"/>
          </p:cNvCxnSpPr>
          <p:nvPr/>
        </p:nvCxnSpPr>
        <p:spPr>
          <a:xfrm>
            <a:off x="4489325" y="3502500"/>
            <a:ext cx="135000" cy="0"/>
          </a:xfrm>
          <a:prstGeom prst="straightConnector1">
            <a:avLst/>
          </a:prstGeom>
          <a:noFill/>
          <a:ln w="19050" cap="flat" cmpd="sng">
            <a:solidFill>
              <a:schemeClr val="accent4"/>
            </a:solidFill>
            <a:prstDash val="solid"/>
            <a:round/>
            <a:headEnd w="med" len="med"/>
            <a:tailEnd w="med" len="med"/>
          </a:ln>
        </p:spPr>
      </p:cxnSp>
      <p:cxnSp>
        <p:nvCxnSpPr>
          <p:cNvPr id="784" name="Google Shape;784;p38"/>
          <p:cNvCxnSpPr>
            <a:stCxn id="776" idx="3"/>
            <a:endCxn id="777" idx="1"/>
          </p:cNvCxnSpPr>
          <p:nvPr/>
        </p:nvCxnSpPr>
        <p:spPr>
          <a:xfrm>
            <a:off x="6453225" y="3502500"/>
            <a:ext cx="135000" cy="0"/>
          </a:xfrm>
          <a:prstGeom prst="straightConnector1">
            <a:avLst/>
          </a:prstGeom>
          <a:noFill/>
          <a:ln w="19050" cap="flat" cmpd="sng">
            <a:solidFill>
              <a:schemeClr val="accent4"/>
            </a:solidFill>
            <a:prstDash val="solid"/>
            <a:round/>
            <a:headEnd w="med" len="med"/>
            <a:tailEnd w="med" len="med"/>
          </a:ln>
        </p:spPr>
      </p:cxnSp>
      <p:grpSp>
        <p:nvGrpSpPr>
          <p:cNvPr id="785" name="Google Shape;785;p38"/>
          <p:cNvGrpSpPr/>
          <p:nvPr/>
        </p:nvGrpSpPr>
        <p:grpSpPr>
          <a:xfrm rot="0">
            <a:off x="1738925" y="4718600"/>
            <a:ext cx="5666144" cy="116400"/>
            <a:chOff x="1738925" y="4718600"/>
            <a:chExt cx="5666144" cy="116400"/>
          </a:xfrm>
        </p:grpSpPr>
        <p:sp>
          <p:nvSpPr>
            <p:cNvPr id="786" name="Google Shape;786;p38">
              <a:hlinkClick r:id="rId3"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87" name="Google Shape;787;p38">
              <a:hlinkClick r:id="rId4"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88" name="Google Shape;788;p38">
              <a:hlinkClick r:id="rId5"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89" name="Google Shape;789;p38">
              <a:hlinkClick r:id="rId6"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90" name="Google Shape;790;p38">
              <a:hlinkClick r:id="rId7"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91" name="Google Shape;791;p38">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92" name="Google Shape;792;p38">
              <a:hlinkClick r:id="rId8"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93" name="Google Shape;793;p38">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94" name="Google Shape;794;p38">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95" name="Google Shape;795;p38">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96" name="Google Shape;796;p38">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97" name="Google Shape;797;p38">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98" name="Google Shape;798;p38">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799" name="Google Shape;799;p38">
              <a:hlinkClick r:id="" action="ppaction://noaction"/>
            </p:cNvPr>
            <p:cNvSpPr/>
            <p:nvPr/>
          </p:nvSpPr>
          <p:spPr>
            <a:xfrm>
              <a:off x="5828210"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00" name="Google Shape;800;p38">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01" name="Google Shape;801;p38">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02" name="Google Shape;802;p38">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03" name="Google Shape;803;p38">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04" name="Google Shape;804;p38">
              <a:hlinkClick r:id="rId9" action="ppaction://hlinksldjump"/>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05" name="Google Shape;805;p38">
              <a:hlinkClick r:id="rId10"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810" name="Google Shape;810;p39"/>
          <p:cNvSpPr txBox="1">
            <a:spLocks noGrp="1"/>
          </p:cNvSpPr>
          <p:nvPr>
            <p:ph type="title" idx="0"/>
          </p:nvPr>
        </p:nvSpPr>
        <p:spPr>
          <a:xfrm>
            <a:off x="720000" y="521225"/>
            <a:ext cx="7704000" cy="5727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
              <a:t>Organizational chart</a:t>
            </a:r>
            <a:endParaRPr/>
          </a:p>
        </p:txBody>
      </p:sp>
      <p:cxnSp>
        <p:nvCxnSpPr>
          <p:cNvPr id="811" name="Google Shape;811;p39"/>
          <p:cNvCxnSpPr>
            <a:stCxn id="812" idx="2"/>
            <a:endCxn id="813" idx="0"/>
          </p:cNvCxnSpPr>
          <p:nvPr/>
        </p:nvCxnSpPr>
        <p:spPr>
          <a:xfrm rot="16200000" flipH="1">
            <a:off x="5139538" y="1188050"/>
            <a:ext cx="411300" cy="1546200"/>
          </a:xfrm>
          <a:prstGeom prst="bentConnector3">
            <a:avLst>
              <a:gd name="adj1" fmla="val 49997"/>
            </a:avLst>
          </a:prstGeom>
          <a:noFill/>
          <a:ln w="19050" cap="flat" cmpd="sng">
            <a:solidFill>
              <a:schemeClr val="accent4"/>
            </a:solidFill>
            <a:prstDash val="solid"/>
            <a:miter/>
            <a:headEnd w="sm" len="sm"/>
            <a:tailEnd w="sm" len="sm"/>
          </a:ln>
        </p:spPr>
      </p:cxnSp>
      <p:cxnSp>
        <p:nvCxnSpPr>
          <p:cNvPr id="814" name="Google Shape;814;p39"/>
          <p:cNvCxnSpPr>
            <a:stCxn id="815" idx="0"/>
            <a:endCxn id="812" idx="2"/>
          </p:cNvCxnSpPr>
          <p:nvPr/>
        </p:nvCxnSpPr>
        <p:spPr>
          <a:xfrm rot="16200000">
            <a:off x="3593438" y="1188027"/>
            <a:ext cx="411300" cy="1546200"/>
          </a:xfrm>
          <a:prstGeom prst="bentConnector3">
            <a:avLst>
              <a:gd name="adj1" fmla="val 49997"/>
            </a:avLst>
          </a:prstGeom>
          <a:noFill/>
          <a:ln w="19050" cap="flat" cmpd="sng">
            <a:solidFill>
              <a:schemeClr val="accent4"/>
            </a:solidFill>
            <a:prstDash val="solid"/>
            <a:miter/>
            <a:headEnd w="sm" len="sm"/>
            <a:tailEnd w="sm" len="sm"/>
          </a:ln>
        </p:spPr>
      </p:cxnSp>
      <p:cxnSp>
        <p:nvCxnSpPr>
          <p:cNvPr id="816" name="Google Shape;816;p39"/>
          <p:cNvCxnSpPr>
            <a:stCxn id="815" idx="2"/>
            <a:endCxn id="817" idx="0"/>
          </p:cNvCxnSpPr>
          <p:nvPr/>
        </p:nvCxnSpPr>
        <p:spPr>
          <a:xfrm rot="16200000" flipH="1">
            <a:off x="3170138" y="2471727"/>
            <a:ext cx="449700" cy="738000"/>
          </a:xfrm>
          <a:prstGeom prst="bentConnector3">
            <a:avLst>
              <a:gd name="adj1" fmla="val 50003"/>
            </a:avLst>
          </a:prstGeom>
          <a:noFill/>
          <a:ln w="19050" cap="flat" cmpd="sng">
            <a:solidFill>
              <a:schemeClr val="accent4"/>
            </a:solidFill>
            <a:prstDash val="solid"/>
            <a:miter/>
            <a:headEnd w="sm" len="sm"/>
            <a:tailEnd w="sm" len="sm"/>
          </a:ln>
        </p:spPr>
      </p:cxnSp>
      <p:cxnSp>
        <p:nvCxnSpPr>
          <p:cNvPr id="818" name="Google Shape;818;p39"/>
          <p:cNvCxnSpPr>
            <a:stCxn id="819" idx="0"/>
            <a:endCxn id="815" idx="2"/>
          </p:cNvCxnSpPr>
          <p:nvPr/>
        </p:nvCxnSpPr>
        <p:spPr>
          <a:xfrm rot="16200000">
            <a:off x="2432013" y="2471600"/>
            <a:ext cx="449700" cy="738300"/>
          </a:xfrm>
          <a:prstGeom prst="bentConnector3">
            <a:avLst>
              <a:gd name="adj1" fmla="val 50003"/>
            </a:avLst>
          </a:prstGeom>
          <a:noFill/>
          <a:ln w="19050" cap="flat" cmpd="sng">
            <a:solidFill>
              <a:schemeClr val="accent4"/>
            </a:solidFill>
            <a:prstDash val="solid"/>
            <a:miter/>
            <a:headEnd w="sm" len="sm"/>
            <a:tailEnd w="sm" len="sm"/>
          </a:ln>
        </p:spPr>
      </p:cxnSp>
      <p:cxnSp>
        <p:nvCxnSpPr>
          <p:cNvPr id="820" name="Google Shape;820;p39"/>
          <p:cNvCxnSpPr>
            <a:stCxn id="813" idx="2"/>
            <a:endCxn id="821" idx="0"/>
          </p:cNvCxnSpPr>
          <p:nvPr/>
        </p:nvCxnSpPr>
        <p:spPr>
          <a:xfrm rot="16200000" flipH="1">
            <a:off x="6262312" y="2471727"/>
            <a:ext cx="449700" cy="738000"/>
          </a:xfrm>
          <a:prstGeom prst="bentConnector3">
            <a:avLst>
              <a:gd name="adj1" fmla="val 50003"/>
            </a:avLst>
          </a:prstGeom>
          <a:noFill/>
          <a:ln w="19050" cap="flat" cmpd="sng">
            <a:solidFill>
              <a:schemeClr val="accent4"/>
            </a:solidFill>
            <a:prstDash val="solid"/>
            <a:miter/>
            <a:headEnd w="sm" len="sm"/>
            <a:tailEnd w="sm" len="sm"/>
          </a:ln>
        </p:spPr>
      </p:cxnSp>
      <p:cxnSp>
        <p:nvCxnSpPr>
          <p:cNvPr id="822" name="Google Shape;822;p39"/>
          <p:cNvCxnSpPr>
            <a:stCxn id="823" idx="0"/>
            <a:endCxn id="813" idx="2"/>
          </p:cNvCxnSpPr>
          <p:nvPr/>
        </p:nvCxnSpPr>
        <p:spPr>
          <a:xfrm rot="16200000">
            <a:off x="5524190" y="2471600"/>
            <a:ext cx="449700" cy="738300"/>
          </a:xfrm>
          <a:prstGeom prst="bentConnector3">
            <a:avLst>
              <a:gd name="adj1" fmla="val 50003"/>
            </a:avLst>
          </a:prstGeom>
          <a:noFill/>
          <a:ln w="19050" cap="flat" cmpd="sng">
            <a:solidFill>
              <a:schemeClr val="accent4"/>
            </a:solidFill>
            <a:prstDash val="solid"/>
            <a:miter/>
            <a:headEnd w="sm" len="sm"/>
            <a:tailEnd w="sm" len="sm"/>
          </a:ln>
        </p:spPr>
      </p:cxnSp>
      <p:cxnSp>
        <p:nvCxnSpPr>
          <p:cNvPr id="824" name="Google Shape;824;p39"/>
          <p:cNvCxnSpPr>
            <a:stCxn id="825" idx="0"/>
            <a:endCxn id="819" idx="2"/>
          </p:cNvCxnSpPr>
          <p:nvPr/>
        </p:nvCxnSpPr>
        <p:spPr>
          <a:xfrm rot="16200000">
            <a:off x="1727438" y="3404173"/>
            <a:ext cx="449700" cy="670800"/>
          </a:xfrm>
          <a:prstGeom prst="bentConnector3">
            <a:avLst>
              <a:gd name="adj1" fmla="val 50003"/>
            </a:avLst>
          </a:prstGeom>
          <a:noFill/>
          <a:ln w="19050" cap="flat" cmpd="sng">
            <a:solidFill>
              <a:schemeClr val="accent4"/>
            </a:solidFill>
            <a:prstDash val="solid"/>
            <a:miter/>
            <a:headEnd w="sm" len="sm"/>
            <a:tailEnd w="sm" len="sm"/>
          </a:ln>
        </p:spPr>
      </p:cxnSp>
      <p:cxnSp>
        <p:nvCxnSpPr>
          <p:cNvPr id="826" name="Google Shape;826;p39"/>
          <p:cNvCxnSpPr>
            <a:stCxn id="827" idx="0"/>
            <a:endCxn id="819" idx="2"/>
          </p:cNvCxnSpPr>
          <p:nvPr/>
        </p:nvCxnSpPr>
        <p:spPr>
          <a:xfrm rot="5400000" flipH="1">
            <a:off x="2465681" y="3336823"/>
            <a:ext cx="449700" cy="805500"/>
          </a:xfrm>
          <a:prstGeom prst="bentConnector3">
            <a:avLst>
              <a:gd name="adj1" fmla="val 50003"/>
            </a:avLst>
          </a:prstGeom>
          <a:noFill/>
          <a:ln w="19050" cap="flat" cmpd="sng">
            <a:solidFill>
              <a:schemeClr val="accent4"/>
            </a:solidFill>
            <a:prstDash val="solid"/>
            <a:miter/>
            <a:headEnd w="sm" len="sm"/>
            <a:tailEnd w="sm" len="sm"/>
          </a:ln>
        </p:spPr>
      </p:cxnSp>
      <p:cxnSp>
        <p:nvCxnSpPr>
          <p:cNvPr id="828" name="Google Shape;828;p39"/>
          <p:cNvCxnSpPr>
            <a:stCxn id="829" idx="0"/>
            <a:endCxn id="823" idx="2"/>
          </p:cNvCxnSpPr>
          <p:nvPr/>
        </p:nvCxnSpPr>
        <p:spPr>
          <a:xfrm rot="16200000">
            <a:off x="4752225" y="3336823"/>
            <a:ext cx="449700" cy="805500"/>
          </a:xfrm>
          <a:prstGeom prst="bentConnector3">
            <a:avLst>
              <a:gd name="adj1" fmla="val 50003"/>
            </a:avLst>
          </a:prstGeom>
          <a:noFill/>
          <a:ln w="19050" cap="flat" cmpd="sng">
            <a:solidFill>
              <a:schemeClr val="accent4"/>
            </a:solidFill>
            <a:prstDash val="solid"/>
            <a:miter/>
            <a:headEnd w="sm" len="sm"/>
            <a:tailEnd w="sm" len="sm"/>
          </a:ln>
        </p:spPr>
      </p:cxnSp>
      <p:cxnSp>
        <p:nvCxnSpPr>
          <p:cNvPr id="830" name="Google Shape;830;p39"/>
          <p:cNvCxnSpPr>
            <a:stCxn id="831" idx="0"/>
            <a:endCxn id="823" idx="2"/>
          </p:cNvCxnSpPr>
          <p:nvPr/>
        </p:nvCxnSpPr>
        <p:spPr>
          <a:xfrm rot="5400000" flipH="1">
            <a:off x="5490469" y="3404173"/>
            <a:ext cx="449700" cy="670800"/>
          </a:xfrm>
          <a:prstGeom prst="bentConnector3">
            <a:avLst>
              <a:gd name="adj1" fmla="val 50003"/>
            </a:avLst>
          </a:prstGeom>
          <a:noFill/>
          <a:ln w="19050" cap="flat" cmpd="sng">
            <a:solidFill>
              <a:schemeClr val="accent4"/>
            </a:solidFill>
            <a:prstDash val="solid"/>
            <a:miter/>
            <a:headEnd w="sm" len="sm"/>
            <a:tailEnd w="sm" len="sm"/>
          </a:ln>
        </p:spPr>
      </p:cxnSp>
      <p:cxnSp>
        <p:nvCxnSpPr>
          <p:cNvPr id="832" name="Google Shape;832;p39"/>
          <p:cNvCxnSpPr>
            <a:stCxn id="833" idx="0"/>
            <a:endCxn id="823" idx="2"/>
          </p:cNvCxnSpPr>
          <p:nvPr/>
        </p:nvCxnSpPr>
        <p:spPr>
          <a:xfrm rot="5400000" flipH="1">
            <a:off x="6228712" y="2666023"/>
            <a:ext cx="449700" cy="2147100"/>
          </a:xfrm>
          <a:prstGeom prst="bentConnector3">
            <a:avLst>
              <a:gd name="adj1" fmla="val 50003"/>
            </a:avLst>
          </a:prstGeom>
          <a:noFill/>
          <a:ln w="19050" cap="flat" cmpd="sng">
            <a:solidFill>
              <a:schemeClr val="accent4"/>
            </a:solidFill>
            <a:prstDash val="solid"/>
            <a:miter/>
            <a:headEnd w="sm" len="sm"/>
            <a:tailEnd w="sm" len="sm"/>
          </a:ln>
        </p:spPr>
      </p:cxnSp>
      <p:sp>
        <p:nvSpPr>
          <p:cNvPr id="812" name="Google Shape;812;p39"/>
          <p:cNvSpPr txBox="1"/>
          <p:nvPr/>
        </p:nvSpPr>
        <p:spPr>
          <a:xfrm>
            <a:off x="3899338" y="1306400"/>
            <a:ext cx="1345500" cy="449100"/>
          </a:xfrm>
          <a:prstGeom prst="rect">
            <a:avLst/>
          </a:prstGeom>
          <a:solidFill>
            <a:schemeClr val="dk1"/>
          </a:solid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r>
              <a:rPr lang="en" sz="1000" b="1">
                <a:solidFill>
                  <a:schemeClr val="accent5"/>
                </a:solidFill>
                <a:latin typeface="Open Sans"/>
                <a:ea typeface="Open Sans"/>
                <a:cs typeface="Open Sans"/>
                <a:sym typeface="Open Sans"/>
              </a:rPr>
              <a:t>Jane Doe</a:t>
            </a:r>
            <a:endParaRPr lang="en" sz="1000" b="1">
              <a:solidFill>
                <a:schemeClr val="accent5"/>
              </a:solidFill>
              <a:latin typeface="Open Sans"/>
              <a:ea typeface="Open Sans"/>
              <a:cs typeface="Open Sans"/>
              <a:sym typeface="Open Sans"/>
            </a:endParaRPr>
          </a:p>
          <a:p>
            <a:pPr marL="0" lvl="0" indent="0" algn="ctr" rtl="0">
              <a:spcBef>
                <a:spcPts val="0"/>
              </a:spcBef>
              <a:spcAft>
                <a:spcPts val="0"/>
              </a:spcAft>
              <a:buNone/>
              <a:defRPr/>
            </a:pPr>
            <a:r>
              <a:rPr lang="en" sz="1000">
                <a:solidFill>
                  <a:schemeClr val="accent5"/>
                </a:solidFill>
                <a:latin typeface="Open Sans"/>
                <a:ea typeface="Open Sans"/>
                <a:cs typeface="Open Sans"/>
                <a:sym typeface="Open Sans"/>
              </a:rPr>
              <a:t>CEO</a:t>
            </a:r>
            <a:endParaRPr sz="1000">
              <a:solidFill>
                <a:schemeClr val="accent5"/>
              </a:solidFill>
              <a:latin typeface="Open Sans"/>
              <a:ea typeface="Open Sans"/>
              <a:cs typeface="Open Sans"/>
              <a:sym typeface="Open Sans"/>
            </a:endParaRPr>
          </a:p>
        </p:txBody>
      </p:sp>
      <p:sp>
        <p:nvSpPr>
          <p:cNvPr id="815" name="Google Shape;815;p39"/>
          <p:cNvSpPr txBox="1"/>
          <p:nvPr/>
        </p:nvSpPr>
        <p:spPr>
          <a:xfrm>
            <a:off x="2354288" y="2166777"/>
            <a:ext cx="1343400" cy="449100"/>
          </a:xfrm>
          <a:prstGeom prst="rect">
            <a:avLst/>
          </a:prstGeom>
          <a:no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r>
              <a:rPr lang="en" sz="1000" b="1">
                <a:solidFill>
                  <a:schemeClr val="dk1"/>
                </a:solidFill>
                <a:latin typeface="Barlow"/>
                <a:ea typeface="Barlow"/>
                <a:cs typeface="Barlow"/>
                <a:sym typeface="Barlow"/>
              </a:rPr>
              <a:t>John Smith</a:t>
            </a:r>
            <a:endParaRPr lang="en" sz="1000" b="1">
              <a:solidFill>
                <a:schemeClr val="dk1"/>
              </a:solidFill>
              <a:latin typeface="Barlow"/>
              <a:ea typeface="Barlow"/>
              <a:cs typeface="Barlow"/>
              <a:sym typeface="Barlow"/>
            </a:endParaRPr>
          </a:p>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Department Head</a:t>
            </a:r>
            <a:endParaRPr sz="1000">
              <a:solidFill>
                <a:schemeClr val="dk1"/>
              </a:solidFill>
              <a:latin typeface="Barlow Medium"/>
              <a:ea typeface="Barlow Medium"/>
              <a:cs typeface="Barlow Medium"/>
              <a:sym typeface="Barlow Medium"/>
            </a:endParaRPr>
          </a:p>
        </p:txBody>
      </p:sp>
      <p:sp>
        <p:nvSpPr>
          <p:cNvPr id="813" name="Google Shape;813;p39"/>
          <p:cNvSpPr txBox="1"/>
          <p:nvPr/>
        </p:nvSpPr>
        <p:spPr>
          <a:xfrm>
            <a:off x="5446462" y="2166777"/>
            <a:ext cx="1343400" cy="449100"/>
          </a:xfrm>
          <a:prstGeom prst="rect">
            <a:avLst/>
          </a:prstGeom>
          <a:no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r>
              <a:rPr lang="en" sz="1000" b="1">
                <a:solidFill>
                  <a:schemeClr val="dk1"/>
                </a:solidFill>
                <a:latin typeface="Barlow"/>
                <a:ea typeface="Barlow"/>
                <a:cs typeface="Barlow"/>
                <a:sym typeface="Barlow"/>
              </a:rPr>
              <a:t>Maya Willson</a:t>
            </a:r>
            <a:endParaRPr lang="en" sz="1000" b="1">
              <a:solidFill>
                <a:schemeClr val="dk1"/>
              </a:solidFill>
              <a:latin typeface="Barlow"/>
              <a:ea typeface="Barlow"/>
              <a:cs typeface="Barlow"/>
              <a:sym typeface="Barlow"/>
            </a:endParaRPr>
          </a:p>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Department Head</a:t>
            </a:r>
            <a:endParaRPr sz="1000">
              <a:solidFill>
                <a:schemeClr val="dk1"/>
              </a:solidFill>
              <a:latin typeface="Barlow Medium"/>
              <a:ea typeface="Barlow Medium"/>
              <a:cs typeface="Barlow Medium"/>
              <a:sym typeface="Barlow Medium"/>
            </a:endParaRPr>
          </a:p>
        </p:txBody>
      </p:sp>
      <p:sp>
        <p:nvSpPr>
          <p:cNvPr id="821" name="Google Shape;821;p39"/>
          <p:cNvSpPr txBox="1"/>
          <p:nvPr/>
        </p:nvSpPr>
        <p:spPr>
          <a:xfrm>
            <a:off x="6267986" y="3065600"/>
            <a:ext cx="1176600" cy="449100"/>
          </a:xfrm>
          <a:prstGeom prst="rect">
            <a:avLst/>
          </a:prstGeom>
          <a:no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r>
              <a:rPr lang="en" sz="1000" b="1">
                <a:solidFill>
                  <a:schemeClr val="dk1"/>
                </a:solidFill>
                <a:latin typeface="Barlow"/>
                <a:ea typeface="Barlow"/>
                <a:cs typeface="Barlow"/>
                <a:sym typeface="Barlow"/>
              </a:rPr>
              <a:t>Steven Ander</a:t>
            </a:r>
            <a:endParaRPr lang="en" sz="1000" b="1">
              <a:solidFill>
                <a:schemeClr val="dk1"/>
              </a:solidFill>
              <a:latin typeface="Barlow"/>
              <a:ea typeface="Barlow"/>
              <a:cs typeface="Barlow"/>
              <a:sym typeface="Barlow"/>
            </a:endParaRPr>
          </a:p>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Manager</a:t>
            </a:r>
            <a:endParaRPr sz="1000">
              <a:solidFill>
                <a:schemeClr val="dk1"/>
              </a:solidFill>
              <a:latin typeface="Barlow Medium"/>
              <a:ea typeface="Barlow Medium"/>
              <a:cs typeface="Barlow Medium"/>
              <a:sym typeface="Barlow Medium"/>
            </a:endParaRPr>
          </a:p>
        </p:txBody>
      </p:sp>
      <p:sp>
        <p:nvSpPr>
          <p:cNvPr id="823" name="Google Shape;823;p39"/>
          <p:cNvSpPr txBox="1"/>
          <p:nvPr/>
        </p:nvSpPr>
        <p:spPr>
          <a:xfrm>
            <a:off x="4791590" y="3065600"/>
            <a:ext cx="1176600" cy="449100"/>
          </a:xfrm>
          <a:prstGeom prst="rect">
            <a:avLst/>
          </a:prstGeom>
          <a:no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r>
              <a:rPr lang="en" sz="1000" b="1">
                <a:solidFill>
                  <a:schemeClr val="dk1"/>
                </a:solidFill>
                <a:latin typeface="Barlow"/>
                <a:ea typeface="Barlow"/>
                <a:cs typeface="Barlow"/>
                <a:sym typeface="Barlow"/>
              </a:rPr>
              <a:t>Sarah Williams</a:t>
            </a:r>
            <a:endParaRPr lang="en" sz="1000" b="1">
              <a:solidFill>
                <a:schemeClr val="dk1"/>
              </a:solidFill>
              <a:latin typeface="Barlow"/>
              <a:ea typeface="Barlow"/>
              <a:cs typeface="Barlow"/>
              <a:sym typeface="Barlow"/>
            </a:endParaRPr>
          </a:p>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Manager</a:t>
            </a:r>
            <a:endParaRPr sz="1000">
              <a:solidFill>
                <a:schemeClr val="dk1"/>
              </a:solidFill>
              <a:latin typeface="Barlow Medium"/>
              <a:ea typeface="Barlow Medium"/>
              <a:cs typeface="Barlow Medium"/>
              <a:sym typeface="Barlow Medium"/>
            </a:endParaRPr>
          </a:p>
        </p:txBody>
      </p:sp>
      <p:sp>
        <p:nvSpPr>
          <p:cNvPr id="817" name="Google Shape;817;p39"/>
          <p:cNvSpPr txBox="1"/>
          <p:nvPr/>
        </p:nvSpPr>
        <p:spPr>
          <a:xfrm>
            <a:off x="3175808" y="3065600"/>
            <a:ext cx="1176600" cy="449100"/>
          </a:xfrm>
          <a:prstGeom prst="rect">
            <a:avLst/>
          </a:prstGeom>
          <a:no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r>
              <a:rPr lang="en" sz="1000" b="1">
                <a:solidFill>
                  <a:schemeClr val="dk1"/>
                </a:solidFill>
                <a:latin typeface="Barlow"/>
                <a:ea typeface="Barlow"/>
                <a:cs typeface="Barlow"/>
                <a:sym typeface="Barlow"/>
              </a:rPr>
              <a:t>Richard Taylor</a:t>
            </a:r>
            <a:endParaRPr lang="en" sz="1000" b="1">
              <a:solidFill>
                <a:schemeClr val="dk1"/>
              </a:solidFill>
              <a:latin typeface="Barlow"/>
              <a:ea typeface="Barlow"/>
              <a:cs typeface="Barlow"/>
              <a:sym typeface="Barlow"/>
            </a:endParaRPr>
          </a:p>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Manager</a:t>
            </a:r>
            <a:endParaRPr sz="1000">
              <a:solidFill>
                <a:schemeClr val="dk1"/>
              </a:solidFill>
              <a:latin typeface="Barlow Medium"/>
              <a:ea typeface="Barlow Medium"/>
              <a:cs typeface="Barlow Medium"/>
              <a:sym typeface="Barlow Medium"/>
            </a:endParaRPr>
          </a:p>
        </p:txBody>
      </p:sp>
      <p:sp>
        <p:nvSpPr>
          <p:cNvPr id="819" name="Google Shape;819;p39"/>
          <p:cNvSpPr txBox="1"/>
          <p:nvPr/>
        </p:nvSpPr>
        <p:spPr>
          <a:xfrm>
            <a:off x="1699413" y="3065600"/>
            <a:ext cx="1176600" cy="449100"/>
          </a:xfrm>
          <a:prstGeom prst="rect">
            <a:avLst/>
          </a:prstGeom>
          <a:no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r>
              <a:rPr lang="en" sz="1000" b="1">
                <a:solidFill>
                  <a:schemeClr val="dk1"/>
                </a:solidFill>
                <a:latin typeface="Barlow"/>
                <a:ea typeface="Barlow"/>
                <a:cs typeface="Barlow"/>
                <a:sym typeface="Barlow"/>
              </a:rPr>
              <a:t>Emma Miller</a:t>
            </a:r>
            <a:endParaRPr lang="en" sz="1000" b="1">
              <a:solidFill>
                <a:schemeClr val="dk1"/>
              </a:solidFill>
              <a:latin typeface="Barlow"/>
              <a:ea typeface="Barlow"/>
              <a:cs typeface="Barlow"/>
              <a:sym typeface="Barlow"/>
            </a:endParaRPr>
          </a:p>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Manager</a:t>
            </a:r>
            <a:endParaRPr sz="1000">
              <a:solidFill>
                <a:schemeClr val="dk1"/>
              </a:solidFill>
              <a:latin typeface="Barlow Medium"/>
              <a:ea typeface="Barlow Medium"/>
              <a:cs typeface="Barlow Medium"/>
              <a:sym typeface="Barlow Medium"/>
            </a:endParaRPr>
          </a:p>
        </p:txBody>
      </p:sp>
      <p:sp>
        <p:nvSpPr>
          <p:cNvPr id="831" name="Google Shape;831;p39"/>
          <p:cNvSpPr txBox="1"/>
          <p:nvPr/>
        </p:nvSpPr>
        <p:spPr>
          <a:xfrm>
            <a:off x="5462419" y="3964423"/>
            <a:ext cx="1176600" cy="449100"/>
          </a:xfrm>
          <a:prstGeom prst="rect">
            <a:avLst/>
          </a:prstGeom>
          <a:no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r>
              <a:rPr lang="en" sz="1000" b="1">
                <a:solidFill>
                  <a:schemeClr val="dk1"/>
                </a:solidFill>
                <a:latin typeface="Barlow"/>
                <a:ea typeface="Barlow"/>
                <a:cs typeface="Barlow"/>
                <a:sym typeface="Barlow"/>
              </a:rPr>
              <a:t>William Young</a:t>
            </a:r>
            <a:endParaRPr lang="en" sz="1000" b="1">
              <a:solidFill>
                <a:schemeClr val="dk1"/>
              </a:solidFill>
              <a:latin typeface="Barlow"/>
              <a:ea typeface="Barlow"/>
              <a:cs typeface="Barlow"/>
              <a:sym typeface="Barlow"/>
            </a:endParaRPr>
          </a:p>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Employee</a:t>
            </a:r>
            <a:endParaRPr sz="1000">
              <a:solidFill>
                <a:schemeClr val="dk1"/>
              </a:solidFill>
              <a:latin typeface="Barlow Medium"/>
              <a:ea typeface="Barlow Medium"/>
              <a:cs typeface="Barlow Medium"/>
              <a:sym typeface="Barlow Medium"/>
            </a:endParaRPr>
          </a:p>
        </p:txBody>
      </p:sp>
      <p:sp>
        <p:nvSpPr>
          <p:cNvPr id="829" name="Google Shape;829;p39"/>
          <p:cNvSpPr txBox="1"/>
          <p:nvPr/>
        </p:nvSpPr>
        <p:spPr>
          <a:xfrm>
            <a:off x="3986025" y="3964423"/>
            <a:ext cx="1176600" cy="449100"/>
          </a:xfrm>
          <a:prstGeom prst="rect">
            <a:avLst/>
          </a:prstGeom>
          <a:no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r>
              <a:rPr lang="en" sz="1000" b="1">
                <a:solidFill>
                  <a:schemeClr val="dk1"/>
                </a:solidFill>
                <a:latin typeface="Barlow"/>
                <a:ea typeface="Barlow"/>
                <a:cs typeface="Barlow"/>
                <a:sym typeface="Barlow"/>
              </a:rPr>
              <a:t>James Scott</a:t>
            </a:r>
            <a:endParaRPr lang="en" sz="1000" b="1">
              <a:solidFill>
                <a:schemeClr val="dk1"/>
              </a:solidFill>
              <a:latin typeface="Barlow"/>
              <a:ea typeface="Barlow"/>
              <a:cs typeface="Barlow"/>
              <a:sym typeface="Barlow"/>
            </a:endParaRPr>
          </a:p>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Employee</a:t>
            </a:r>
            <a:endParaRPr sz="1000">
              <a:solidFill>
                <a:schemeClr val="dk1"/>
              </a:solidFill>
              <a:latin typeface="Barlow Medium"/>
              <a:ea typeface="Barlow Medium"/>
              <a:cs typeface="Barlow Medium"/>
              <a:sym typeface="Barlow Medium"/>
            </a:endParaRPr>
          </a:p>
        </p:txBody>
      </p:sp>
      <p:sp>
        <p:nvSpPr>
          <p:cNvPr id="827" name="Google Shape;827;p39"/>
          <p:cNvSpPr txBox="1"/>
          <p:nvPr/>
        </p:nvSpPr>
        <p:spPr>
          <a:xfrm>
            <a:off x="2504981" y="3964423"/>
            <a:ext cx="1176600" cy="449100"/>
          </a:xfrm>
          <a:prstGeom prst="rect">
            <a:avLst/>
          </a:prstGeom>
          <a:no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r>
              <a:rPr lang="en" sz="1000" b="1">
                <a:solidFill>
                  <a:schemeClr val="dk1"/>
                </a:solidFill>
                <a:latin typeface="Barlow"/>
                <a:ea typeface="Barlow"/>
                <a:cs typeface="Barlow"/>
                <a:sym typeface="Barlow"/>
              </a:rPr>
              <a:t>Michelle García</a:t>
            </a:r>
            <a:endParaRPr lang="en" sz="1000" b="1">
              <a:solidFill>
                <a:schemeClr val="dk1"/>
              </a:solidFill>
              <a:latin typeface="Barlow"/>
              <a:ea typeface="Barlow"/>
              <a:cs typeface="Barlow"/>
              <a:sym typeface="Barlow"/>
            </a:endParaRPr>
          </a:p>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Employee</a:t>
            </a:r>
            <a:endParaRPr sz="1000">
              <a:solidFill>
                <a:schemeClr val="dk1"/>
              </a:solidFill>
              <a:latin typeface="Barlow Medium"/>
              <a:ea typeface="Barlow Medium"/>
              <a:cs typeface="Barlow Medium"/>
              <a:sym typeface="Barlow Medium"/>
            </a:endParaRPr>
          </a:p>
        </p:txBody>
      </p:sp>
      <p:sp>
        <p:nvSpPr>
          <p:cNvPr id="825" name="Google Shape;825;p39"/>
          <p:cNvSpPr txBox="1"/>
          <p:nvPr/>
        </p:nvSpPr>
        <p:spPr>
          <a:xfrm>
            <a:off x="1028588" y="3964423"/>
            <a:ext cx="1176600" cy="449100"/>
          </a:xfrm>
          <a:prstGeom prst="rect">
            <a:avLst/>
          </a:prstGeom>
          <a:no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r>
              <a:rPr lang="en" sz="1000" b="1">
                <a:solidFill>
                  <a:schemeClr val="dk1"/>
                </a:solidFill>
                <a:latin typeface="Barlow"/>
                <a:ea typeface="Barlow"/>
                <a:cs typeface="Barlow"/>
                <a:sym typeface="Barlow"/>
              </a:rPr>
              <a:t>Brian Clark</a:t>
            </a:r>
            <a:endParaRPr lang="en" sz="1000" b="1">
              <a:solidFill>
                <a:schemeClr val="dk1"/>
              </a:solidFill>
              <a:latin typeface="Barlow"/>
              <a:ea typeface="Barlow"/>
              <a:cs typeface="Barlow"/>
              <a:sym typeface="Barlow"/>
            </a:endParaRPr>
          </a:p>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Employee</a:t>
            </a:r>
            <a:endParaRPr sz="1000">
              <a:solidFill>
                <a:schemeClr val="dk1"/>
              </a:solidFill>
              <a:latin typeface="Barlow Medium"/>
              <a:ea typeface="Barlow Medium"/>
              <a:cs typeface="Barlow Medium"/>
              <a:sym typeface="Barlow Medium"/>
            </a:endParaRPr>
          </a:p>
        </p:txBody>
      </p:sp>
      <p:sp>
        <p:nvSpPr>
          <p:cNvPr id="833" name="Google Shape;833;p39"/>
          <p:cNvSpPr txBox="1"/>
          <p:nvPr/>
        </p:nvSpPr>
        <p:spPr>
          <a:xfrm>
            <a:off x="6938812" y="3964423"/>
            <a:ext cx="1176600" cy="449100"/>
          </a:xfrm>
          <a:prstGeom prst="rect">
            <a:avLst/>
          </a:prstGeom>
          <a:no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r>
              <a:rPr lang="en" sz="1000" b="1">
                <a:solidFill>
                  <a:schemeClr val="dk1"/>
                </a:solidFill>
                <a:latin typeface="Barlow"/>
                <a:ea typeface="Barlow"/>
                <a:cs typeface="Barlow"/>
                <a:sym typeface="Barlow"/>
              </a:rPr>
              <a:t>Alan Turner</a:t>
            </a:r>
            <a:endParaRPr lang="en" sz="1000" b="1">
              <a:solidFill>
                <a:schemeClr val="dk1"/>
              </a:solidFill>
              <a:latin typeface="Barlow"/>
              <a:ea typeface="Barlow"/>
              <a:cs typeface="Barlow"/>
              <a:sym typeface="Barlow"/>
            </a:endParaRPr>
          </a:p>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Employee</a:t>
            </a:r>
            <a:endParaRPr sz="1000">
              <a:solidFill>
                <a:schemeClr val="dk1"/>
              </a:solidFill>
              <a:latin typeface="Barlow Medium"/>
              <a:ea typeface="Barlow Medium"/>
              <a:cs typeface="Barlow Medium"/>
              <a:sym typeface="Barlow Medium"/>
            </a:endParaRPr>
          </a:p>
        </p:txBody>
      </p:sp>
      <p:grpSp>
        <p:nvGrpSpPr>
          <p:cNvPr id="834" name="Google Shape;834;p39"/>
          <p:cNvGrpSpPr/>
          <p:nvPr/>
        </p:nvGrpSpPr>
        <p:grpSpPr>
          <a:xfrm rot="0">
            <a:off x="1738925" y="4718600"/>
            <a:ext cx="5666144" cy="116400"/>
            <a:chOff x="1738925" y="4718600"/>
            <a:chExt cx="5666144" cy="116400"/>
          </a:xfrm>
        </p:grpSpPr>
        <p:sp>
          <p:nvSpPr>
            <p:cNvPr id="835" name="Google Shape;835;p39">
              <a:hlinkClick r:id="rId3"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36" name="Google Shape;836;p39">
              <a:hlinkClick r:id="rId4"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37" name="Google Shape;837;p39">
              <a:hlinkClick r:id="rId5"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38" name="Google Shape;838;p39">
              <a:hlinkClick r:id="rId6"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39" name="Google Shape;839;p39">
              <a:hlinkClick r:id="rId7"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40" name="Google Shape;840;p39">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41" name="Google Shape;841;p39">
              <a:hlinkClick r:id="rId8"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42" name="Google Shape;842;p39">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43" name="Google Shape;843;p39">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44" name="Google Shape;844;p39">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45" name="Google Shape;845;p39">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46" name="Google Shape;846;p39">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47" name="Google Shape;847;p39">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48" name="Google Shape;848;p39">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49" name="Google Shape;849;p39">
              <a:hlinkClick r:id="" action="ppaction://noaction"/>
            </p:cNvPr>
            <p:cNvSpPr/>
            <p:nvPr/>
          </p:nvSpPr>
          <p:spPr>
            <a:xfrm>
              <a:off x="6120302"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50" name="Google Shape;850;p39">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51" name="Google Shape;851;p39">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52" name="Google Shape;852;p39">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53" name="Google Shape;853;p39">
              <a:hlinkClick r:id="rId9" action="ppaction://hlinksldjump"/>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54" name="Google Shape;854;p39">
              <a:hlinkClick r:id="rId10"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859" name="Google Shape;859;p40"/>
          <p:cNvSpPr txBox="1">
            <a:spLocks noGrp="1"/>
          </p:cNvSpPr>
          <p:nvPr>
            <p:ph type="title" idx="0"/>
          </p:nvPr>
        </p:nvSpPr>
        <p:spPr>
          <a:xfrm>
            <a:off x="720000" y="521225"/>
            <a:ext cx="7704000" cy="5727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
              <a:t>Market size overview</a:t>
            </a:r>
            <a:endParaRPr/>
          </a:p>
        </p:txBody>
      </p:sp>
      <p:sp>
        <p:nvSpPr>
          <p:cNvPr id="860" name="Google Shape;860;p40"/>
          <p:cNvSpPr/>
          <p:nvPr/>
        </p:nvSpPr>
        <p:spPr>
          <a:xfrm>
            <a:off x="720000" y="1352757"/>
            <a:ext cx="3115200" cy="3115500"/>
          </a:xfrm>
          <a:prstGeom prst="ellipse">
            <a:avLst/>
          </a:prstGeom>
          <a:solidFill>
            <a:schemeClr val="accent3"/>
          </a:solidFill>
          <a:ln w="19050"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l" rtl="0">
              <a:spcBef>
                <a:spcPts val="0"/>
              </a:spcBef>
              <a:spcAft>
                <a:spcPts val="0"/>
              </a:spcAft>
              <a:buNone/>
              <a:defRPr/>
            </a:pPr>
            <a:endParaRPr/>
          </a:p>
        </p:txBody>
      </p:sp>
      <p:sp>
        <p:nvSpPr>
          <p:cNvPr id="861" name="Google Shape;861;p40"/>
          <p:cNvSpPr/>
          <p:nvPr/>
        </p:nvSpPr>
        <p:spPr>
          <a:xfrm>
            <a:off x="985624" y="1883987"/>
            <a:ext cx="2583900" cy="2583900"/>
          </a:xfrm>
          <a:prstGeom prst="ellipse">
            <a:avLst/>
          </a:prstGeom>
          <a:solidFill>
            <a:schemeClr val="dk2"/>
          </a:solidFill>
          <a:ln w="19050" cap="flat" cmpd="sng">
            <a:solidFill>
              <a:schemeClr val="lt2"/>
            </a:solidFill>
            <a:prstDash val="solid"/>
            <a:round/>
            <a:headEnd w="sm" len="sm"/>
            <a:tailEnd w="sm" len="sm"/>
          </a:ln>
        </p:spPr>
        <p:txBody>
          <a:bodyPr wrap="square" lIns="91424" tIns="91424" rIns="91424" bIns="91424" anchor="ctr" anchorCtr="0">
            <a:noAutofit/>
          </a:bodyPr>
          <a:lstStyle/>
          <a:p>
            <a:pPr marL="0" lvl="0" indent="0" algn="l" rtl="0">
              <a:spcBef>
                <a:spcPts val="0"/>
              </a:spcBef>
              <a:spcAft>
                <a:spcPts val="0"/>
              </a:spcAft>
              <a:buNone/>
              <a:defRPr/>
            </a:pPr>
            <a:endParaRPr/>
          </a:p>
        </p:txBody>
      </p:sp>
      <p:sp>
        <p:nvSpPr>
          <p:cNvPr id="862" name="Google Shape;862;p40"/>
          <p:cNvSpPr/>
          <p:nvPr/>
        </p:nvSpPr>
        <p:spPr>
          <a:xfrm>
            <a:off x="1496307" y="2905435"/>
            <a:ext cx="1562700" cy="1562700"/>
          </a:xfrm>
          <a:prstGeom prst="ellipse">
            <a:avLst/>
          </a:prstGeom>
          <a:solidFill>
            <a:schemeClr val="accent1"/>
          </a:solidFill>
          <a:ln w="19050" cap="flat" cmpd="sng">
            <a:solidFill>
              <a:schemeClr val="accent2"/>
            </a:solidFill>
            <a:prstDash val="solid"/>
            <a:round/>
            <a:headEnd w="sm" len="sm"/>
            <a:tailEnd w="sm" len="sm"/>
          </a:ln>
        </p:spPr>
        <p:txBody>
          <a:bodyPr wrap="square" lIns="91424" tIns="91424" rIns="91424" bIns="91424" anchor="ctr" anchorCtr="0">
            <a:noAutofit/>
          </a:bodyPr>
          <a:lstStyle/>
          <a:p>
            <a:pPr marL="0" lvl="0" indent="0" algn="l" rtl="0">
              <a:spcBef>
                <a:spcPts val="0"/>
              </a:spcBef>
              <a:spcAft>
                <a:spcPts val="0"/>
              </a:spcAft>
              <a:buNone/>
              <a:defRPr/>
            </a:pPr>
            <a:endParaRPr/>
          </a:p>
        </p:txBody>
      </p:sp>
      <p:sp>
        <p:nvSpPr>
          <p:cNvPr id="863" name="Google Shape;863;p40"/>
          <p:cNvSpPr txBox="1"/>
          <p:nvPr/>
        </p:nvSpPr>
        <p:spPr>
          <a:xfrm>
            <a:off x="1633242" y="1344200"/>
            <a:ext cx="1217400" cy="531000"/>
          </a:xfrm>
          <a:prstGeom prst="rect">
            <a:avLst/>
          </a:prstGeom>
          <a:noFill/>
          <a:ln>
            <a:noFill/>
          </a:ln>
        </p:spPr>
        <p:txBody>
          <a:bodyPr wrap="square" lIns="91424" tIns="91424" rIns="91424" bIns="91424" anchor="t" anchorCtr="0">
            <a:noAutofit/>
          </a:bodyPr>
          <a:lstStyle/>
          <a:p>
            <a:pPr marL="0" lvl="0" indent="0" algn="ctr" rtl="0">
              <a:spcBef>
                <a:spcPts val="0"/>
              </a:spcBef>
              <a:spcAft>
                <a:spcPts val="0"/>
              </a:spcAft>
              <a:buNone/>
              <a:defRPr/>
            </a:pPr>
            <a:r>
              <a:rPr lang="en" sz="2400">
                <a:solidFill>
                  <a:schemeClr val="dk1"/>
                </a:solidFill>
                <a:latin typeface="Darker Grotesque Black"/>
                <a:ea typeface="Darker Grotesque Black"/>
                <a:cs typeface="Darker Grotesque Black"/>
                <a:sym typeface="Darker Grotesque Black"/>
              </a:rPr>
              <a:t>$100M</a:t>
            </a:r>
            <a:endParaRPr sz="2400">
              <a:solidFill>
                <a:schemeClr val="dk1"/>
              </a:solidFill>
              <a:latin typeface="Darker Grotesque Black"/>
              <a:ea typeface="Darker Grotesque Black"/>
              <a:cs typeface="Darker Grotesque Black"/>
              <a:sym typeface="Darker Grotesque Black"/>
            </a:endParaRPr>
          </a:p>
        </p:txBody>
      </p:sp>
      <p:sp>
        <p:nvSpPr>
          <p:cNvPr id="864" name="Google Shape;864;p40"/>
          <p:cNvSpPr txBox="1"/>
          <p:nvPr/>
        </p:nvSpPr>
        <p:spPr>
          <a:xfrm>
            <a:off x="1633242" y="2189954"/>
            <a:ext cx="1217400" cy="531000"/>
          </a:xfrm>
          <a:prstGeom prst="rect">
            <a:avLst/>
          </a:prstGeom>
          <a:noFill/>
          <a:ln>
            <a:noFill/>
          </a:ln>
        </p:spPr>
        <p:txBody>
          <a:bodyPr wrap="square" lIns="91424" tIns="91424" rIns="91424" bIns="91424" anchor="t" anchorCtr="0">
            <a:noAutofit/>
          </a:bodyPr>
          <a:lstStyle/>
          <a:p>
            <a:pPr marL="0" lvl="0" indent="0" algn="ctr" rtl="0">
              <a:spcBef>
                <a:spcPts val="0"/>
              </a:spcBef>
              <a:spcAft>
                <a:spcPts val="0"/>
              </a:spcAft>
              <a:buNone/>
              <a:defRPr/>
            </a:pPr>
            <a:r>
              <a:rPr lang="en" sz="2400">
                <a:solidFill>
                  <a:schemeClr val="dk1"/>
                </a:solidFill>
                <a:latin typeface="Darker Grotesque Black"/>
                <a:ea typeface="Darker Grotesque Black"/>
                <a:cs typeface="Darker Grotesque Black"/>
                <a:sym typeface="Darker Grotesque Black"/>
              </a:rPr>
              <a:t>$20M</a:t>
            </a:r>
            <a:endParaRPr sz="2400">
              <a:solidFill>
                <a:schemeClr val="dk1"/>
              </a:solidFill>
              <a:latin typeface="Darker Grotesque Black"/>
              <a:ea typeface="Darker Grotesque Black"/>
              <a:cs typeface="Darker Grotesque Black"/>
              <a:sym typeface="Darker Grotesque Black"/>
            </a:endParaRPr>
          </a:p>
        </p:txBody>
      </p:sp>
      <p:sp>
        <p:nvSpPr>
          <p:cNvPr id="865" name="Google Shape;865;p40"/>
          <p:cNvSpPr txBox="1"/>
          <p:nvPr/>
        </p:nvSpPr>
        <p:spPr>
          <a:xfrm>
            <a:off x="1633242" y="3522642"/>
            <a:ext cx="1217400" cy="531000"/>
          </a:xfrm>
          <a:prstGeom prst="rect">
            <a:avLst/>
          </a:prstGeom>
          <a:noFill/>
          <a:ln>
            <a:noFill/>
          </a:ln>
        </p:spPr>
        <p:txBody>
          <a:bodyPr wrap="square" lIns="91424" tIns="91424" rIns="91424" bIns="91424" anchor="t" anchorCtr="0">
            <a:noAutofit/>
          </a:bodyPr>
          <a:lstStyle/>
          <a:p>
            <a:pPr marL="0" lvl="0" indent="0" algn="ctr" rtl="0">
              <a:spcBef>
                <a:spcPts val="0"/>
              </a:spcBef>
              <a:spcAft>
                <a:spcPts val="0"/>
              </a:spcAft>
              <a:buNone/>
              <a:defRPr/>
            </a:pPr>
            <a:r>
              <a:rPr lang="en" sz="2400">
                <a:solidFill>
                  <a:schemeClr val="dk1"/>
                </a:solidFill>
                <a:latin typeface="Darker Grotesque Black"/>
                <a:ea typeface="Darker Grotesque Black"/>
                <a:cs typeface="Darker Grotesque Black"/>
                <a:sym typeface="Darker Grotesque Black"/>
              </a:rPr>
              <a:t>$5M</a:t>
            </a:r>
            <a:endParaRPr sz="2400">
              <a:solidFill>
                <a:schemeClr val="dk1"/>
              </a:solidFill>
              <a:latin typeface="Darker Grotesque Black"/>
              <a:ea typeface="Darker Grotesque Black"/>
              <a:cs typeface="Darker Grotesque Black"/>
              <a:sym typeface="Darker Grotesque Black"/>
            </a:endParaRPr>
          </a:p>
        </p:txBody>
      </p:sp>
      <p:sp>
        <p:nvSpPr>
          <p:cNvPr id="866" name="Google Shape;866;p40"/>
          <p:cNvSpPr txBox="1"/>
          <p:nvPr/>
        </p:nvSpPr>
        <p:spPr>
          <a:xfrm>
            <a:off x="4204072" y="1216350"/>
            <a:ext cx="4226700" cy="460800"/>
          </a:xfrm>
          <a:prstGeom prst="rect">
            <a:avLst/>
          </a:prstGeom>
          <a:noFill/>
          <a:ln>
            <a:noFill/>
          </a:ln>
        </p:spPr>
        <p:txBody>
          <a:bodyPr wrap="square" lIns="91424" tIns="91424" rIns="91424" bIns="91424" anchor="b" anchorCtr="0">
            <a:noAutofit/>
          </a:bodyPr>
          <a:lstStyle/>
          <a:p>
            <a:pPr marL="0" lvl="0" indent="0" algn="l" rtl="0">
              <a:spcBef>
                <a:spcPts val="0"/>
              </a:spcBef>
              <a:spcAft>
                <a:spcPts val="0"/>
              </a:spcAft>
              <a:buNone/>
              <a:defRPr/>
            </a:pPr>
            <a:r>
              <a:rPr lang="en" sz="2000">
                <a:solidFill>
                  <a:schemeClr val="dk1"/>
                </a:solidFill>
                <a:latin typeface="Darker Grotesque Black"/>
                <a:ea typeface="Darker Grotesque Black"/>
                <a:cs typeface="Darker Grotesque Black"/>
                <a:sym typeface="Darker Grotesque Black"/>
              </a:rPr>
              <a:t>Outer circle</a:t>
            </a:r>
            <a:endParaRPr sz="2000">
              <a:solidFill>
                <a:schemeClr val="dk1"/>
              </a:solidFill>
              <a:latin typeface="Darker Grotesque Black"/>
              <a:ea typeface="Darker Grotesque Black"/>
              <a:cs typeface="Darker Grotesque Black"/>
              <a:sym typeface="Darker Grotesque Black"/>
            </a:endParaRPr>
          </a:p>
        </p:txBody>
      </p:sp>
      <p:sp>
        <p:nvSpPr>
          <p:cNvPr id="867" name="Google Shape;867;p40"/>
          <p:cNvSpPr txBox="1"/>
          <p:nvPr/>
        </p:nvSpPr>
        <p:spPr>
          <a:xfrm>
            <a:off x="4204075" y="1596099"/>
            <a:ext cx="4226700" cy="717000"/>
          </a:xfrm>
          <a:prstGeom prst="rect">
            <a:avLst/>
          </a:prstGeom>
          <a:noFill/>
          <a:ln>
            <a:noFill/>
          </a:ln>
        </p:spPr>
        <p:txBody>
          <a:bodyPr wrap="square" lIns="91424" tIns="91424" rIns="91424" bIns="91424" anchor="t" anchorCtr="0">
            <a:noAutofit/>
          </a:bodyPr>
          <a:lstStyle/>
          <a:p>
            <a:pPr marL="0" lvl="0" indent="0" algn="l" rtl="0">
              <a:spcBef>
                <a:spcPts val="0"/>
              </a:spcBef>
              <a:spcAft>
                <a:spcPts val="0"/>
              </a:spcAft>
              <a:buNone/>
              <a:defRPr/>
            </a:pPr>
            <a:r>
              <a:rPr lang="en" sz="1200">
                <a:solidFill>
                  <a:schemeClr val="dk1"/>
                </a:solidFill>
                <a:latin typeface="Barlow Medium"/>
                <a:ea typeface="Barlow Medium"/>
                <a:cs typeface="Barlow Medium"/>
                <a:sym typeface="Barlow Medium"/>
              </a:rPr>
              <a:t>Include the total size of the market, which represents the entire potential customer base for the product or service</a:t>
            </a:r>
            <a:endParaRPr sz="1200">
              <a:solidFill>
                <a:schemeClr val="dk1"/>
              </a:solidFill>
              <a:latin typeface="Barlow Medium"/>
              <a:ea typeface="Barlow Medium"/>
              <a:cs typeface="Barlow Medium"/>
              <a:sym typeface="Barlow Medium"/>
            </a:endParaRPr>
          </a:p>
        </p:txBody>
      </p:sp>
      <p:sp>
        <p:nvSpPr>
          <p:cNvPr id="868" name="Google Shape;868;p40"/>
          <p:cNvSpPr txBox="1"/>
          <p:nvPr/>
        </p:nvSpPr>
        <p:spPr>
          <a:xfrm>
            <a:off x="4204050" y="2361803"/>
            <a:ext cx="4226700" cy="460800"/>
          </a:xfrm>
          <a:prstGeom prst="rect">
            <a:avLst/>
          </a:prstGeom>
          <a:noFill/>
          <a:ln>
            <a:noFill/>
          </a:ln>
        </p:spPr>
        <p:txBody>
          <a:bodyPr wrap="square" lIns="91424" tIns="91424" rIns="91424" bIns="91424" anchor="b" anchorCtr="0">
            <a:noAutofit/>
          </a:bodyPr>
          <a:lstStyle/>
          <a:p>
            <a:pPr marL="0" lvl="0" indent="0" algn="l" rtl="0">
              <a:spcBef>
                <a:spcPts val="0"/>
              </a:spcBef>
              <a:spcAft>
                <a:spcPts val="0"/>
              </a:spcAft>
              <a:buNone/>
              <a:defRPr/>
            </a:pPr>
            <a:r>
              <a:rPr lang="en" sz="2000">
                <a:solidFill>
                  <a:schemeClr val="dk1"/>
                </a:solidFill>
                <a:latin typeface="Darker Grotesque Black"/>
                <a:ea typeface="Darker Grotesque Black"/>
                <a:cs typeface="Darker Grotesque Black"/>
                <a:sym typeface="Darker Grotesque Black"/>
              </a:rPr>
              <a:t>Middle circle</a:t>
            </a:r>
            <a:endParaRPr sz="2000">
              <a:solidFill>
                <a:schemeClr val="dk1"/>
              </a:solidFill>
              <a:latin typeface="Darker Grotesque Black"/>
              <a:ea typeface="Darker Grotesque Black"/>
              <a:cs typeface="Darker Grotesque Black"/>
              <a:sym typeface="Darker Grotesque Black"/>
            </a:endParaRPr>
          </a:p>
        </p:txBody>
      </p:sp>
      <p:sp>
        <p:nvSpPr>
          <p:cNvPr id="869" name="Google Shape;869;p40"/>
          <p:cNvSpPr txBox="1"/>
          <p:nvPr/>
        </p:nvSpPr>
        <p:spPr>
          <a:xfrm>
            <a:off x="4204050" y="2741549"/>
            <a:ext cx="4226700" cy="717000"/>
          </a:xfrm>
          <a:prstGeom prst="rect">
            <a:avLst/>
          </a:prstGeom>
          <a:noFill/>
          <a:ln>
            <a:noFill/>
          </a:ln>
        </p:spPr>
        <p:txBody>
          <a:bodyPr wrap="square" lIns="91424" tIns="91424" rIns="91424" bIns="91424" anchor="t" anchorCtr="0">
            <a:noAutofit/>
          </a:bodyPr>
          <a:lstStyle/>
          <a:p>
            <a:pPr marL="0" lvl="0" indent="0" algn="l" rtl="0">
              <a:spcBef>
                <a:spcPts val="0"/>
              </a:spcBef>
              <a:spcAft>
                <a:spcPts val="0"/>
              </a:spcAft>
              <a:buNone/>
              <a:defRPr/>
            </a:pPr>
            <a:r>
              <a:rPr lang="en" sz="1200">
                <a:solidFill>
                  <a:schemeClr val="dk1"/>
                </a:solidFill>
                <a:latin typeface="Barlow Medium"/>
                <a:ea typeface="Barlow Medium"/>
                <a:cs typeface="Barlow Medium"/>
                <a:sym typeface="Barlow Medium"/>
              </a:rPr>
              <a:t>Identify the target market for the product or service, which may be a subset of the total market. This could be based on factors such as demographics, geography, or specific needs</a:t>
            </a:r>
            <a:endParaRPr sz="1200">
              <a:solidFill>
                <a:schemeClr val="dk1"/>
              </a:solidFill>
              <a:latin typeface="Barlow Medium"/>
              <a:ea typeface="Barlow Medium"/>
              <a:cs typeface="Barlow Medium"/>
              <a:sym typeface="Barlow Medium"/>
            </a:endParaRPr>
          </a:p>
        </p:txBody>
      </p:sp>
      <p:sp>
        <p:nvSpPr>
          <p:cNvPr id="870" name="Google Shape;870;p40"/>
          <p:cNvSpPr txBox="1"/>
          <p:nvPr/>
        </p:nvSpPr>
        <p:spPr>
          <a:xfrm>
            <a:off x="4204057" y="3507257"/>
            <a:ext cx="4226700" cy="460800"/>
          </a:xfrm>
          <a:prstGeom prst="rect">
            <a:avLst/>
          </a:prstGeom>
          <a:noFill/>
          <a:ln>
            <a:noFill/>
          </a:ln>
        </p:spPr>
        <p:txBody>
          <a:bodyPr wrap="square" lIns="91424" tIns="91424" rIns="91424" bIns="91424" anchor="b" anchorCtr="0">
            <a:noAutofit/>
          </a:bodyPr>
          <a:lstStyle/>
          <a:p>
            <a:pPr marL="0" lvl="0" indent="0" algn="l" rtl="0">
              <a:spcBef>
                <a:spcPts val="0"/>
              </a:spcBef>
              <a:spcAft>
                <a:spcPts val="0"/>
              </a:spcAft>
              <a:buNone/>
              <a:defRPr/>
            </a:pPr>
            <a:r>
              <a:rPr lang="en" sz="2000">
                <a:solidFill>
                  <a:schemeClr val="dk1"/>
                </a:solidFill>
                <a:latin typeface="Darker Grotesque Black"/>
                <a:ea typeface="Darker Grotesque Black"/>
                <a:cs typeface="Darker Grotesque Black"/>
                <a:sym typeface="Darker Grotesque Black"/>
              </a:rPr>
              <a:t>Inner circle</a:t>
            </a:r>
            <a:endParaRPr sz="2000">
              <a:solidFill>
                <a:schemeClr val="dk1"/>
              </a:solidFill>
              <a:latin typeface="Darker Grotesque Black"/>
              <a:ea typeface="Darker Grotesque Black"/>
              <a:cs typeface="Darker Grotesque Black"/>
              <a:sym typeface="Darker Grotesque Black"/>
            </a:endParaRPr>
          </a:p>
        </p:txBody>
      </p:sp>
      <p:sp>
        <p:nvSpPr>
          <p:cNvPr id="871" name="Google Shape;871;p40"/>
          <p:cNvSpPr txBox="1"/>
          <p:nvPr/>
        </p:nvSpPr>
        <p:spPr>
          <a:xfrm>
            <a:off x="4204053" y="3887004"/>
            <a:ext cx="4226700" cy="717000"/>
          </a:xfrm>
          <a:prstGeom prst="rect">
            <a:avLst/>
          </a:prstGeom>
          <a:noFill/>
          <a:ln>
            <a:noFill/>
          </a:ln>
        </p:spPr>
        <p:txBody>
          <a:bodyPr wrap="square" lIns="91424" tIns="91424" rIns="91424" bIns="91424" anchor="t" anchorCtr="0">
            <a:noAutofit/>
          </a:bodyPr>
          <a:lstStyle/>
          <a:p>
            <a:pPr marL="0" lvl="0" indent="0" algn="l" rtl="0">
              <a:spcBef>
                <a:spcPts val="0"/>
              </a:spcBef>
              <a:spcAft>
                <a:spcPts val="0"/>
              </a:spcAft>
              <a:buNone/>
              <a:defRPr/>
            </a:pPr>
            <a:r>
              <a:rPr lang="en" sz="1200">
                <a:solidFill>
                  <a:schemeClr val="dk1"/>
                </a:solidFill>
                <a:latin typeface="Barlow Medium"/>
                <a:ea typeface="Barlow Medium"/>
                <a:cs typeface="Barlow Medium"/>
                <a:sym typeface="Barlow Medium"/>
              </a:rPr>
              <a:t>Indicate the current market size, which represents the portion of the target market that the company has successfully captured</a:t>
            </a:r>
            <a:endParaRPr sz="1200">
              <a:solidFill>
                <a:schemeClr val="dk1"/>
              </a:solidFill>
              <a:latin typeface="Barlow Medium"/>
              <a:ea typeface="Barlow Medium"/>
              <a:cs typeface="Barlow Medium"/>
              <a:sym typeface="Barlow Medium"/>
            </a:endParaRPr>
          </a:p>
        </p:txBody>
      </p:sp>
      <p:grpSp>
        <p:nvGrpSpPr>
          <p:cNvPr id="872" name="Google Shape;872;p40"/>
          <p:cNvGrpSpPr/>
          <p:nvPr/>
        </p:nvGrpSpPr>
        <p:grpSpPr>
          <a:xfrm rot="0">
            <a:off x="1738925" y="4718600"/>
            <a:ext cx="5666144" cy="116400"/>
            <a:chOff x="1738925" y="4718600"/>
            <a:chExt cx="5666144" cy="116400"/>
          </a:xfrm>
        </p:grpSpPr>
        <p:sp>
          <p:nvSpPr>
            <p:cNvPr id="873" name="Google Shape;873;p40">
              <a:hlinkClick r:id="rId3"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74" name="Google Shape;874;p40">
              <a:hlinkClick r:id="rId4"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75" name="Google Shape;875;p40">
              <a:hlinkClick r:id="rId5"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76" name="Google Shape;876;p40">
              <a:hlinkClick r:id="rId6"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77" name="Google Shape;877;p40">
              <a:hlinkClick r:id="rId7"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78" name="Google Shape;878;p40">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79" name="Google Shape;879;p40">
              <a:hlinkClick r:id="rId8"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80" name="Google Shape;880;p40">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81" name="Google Shape;881;p40">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82" name="Google Shape;882;p40">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83" name="Google Shape;883;p40">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84" name="Google Shape;884;p40">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85" name="Google Shape;885;p40">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86" name="Google Shape;886;p40">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87" name="Google Shape;887;p40">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88" name="Google Shape;888;p40">
              <a:hlinkClick r:id="" action="ppaction://noaction"/>
            </p:cNvPr>
            <p:cNvSpPr/>
            <p:nvPr/>
          </p:nvSpPr>
          <p:spPr>
            <a:xfrm>
              <a:off x="6412393"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89" name="Google Shape;889;p40">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90" name="Google Shape;890;p40">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91" name="Google Shape;891;p40">
              <a:hlinkClick r:id="rId9" action="ppaction://hlinksldjump"/>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892" name="Google Shape;892;p40">
              <a:hlinkClick r:id="rId10"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897" name="Google Shape;897;p41"/>
          <p:cNvSpPr txBox="1">
            <a:spLocks noGrp="1"/>
          </p:cNvSpPr>
          <p:nvPr>
            <p:ph type="title" idx="0"/>
          </p:nvPr>
        </p:nvSpPr>
        <p:spPr>
          <a:xfrm>
            <a:off x="720000" y="521225"/>
            <a:ext cx="7704000" cy="5727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
              <a:t>Roadmap infographic</a:t>
            </a:r>
            <a:endParaRPr/>
          </a:p>
        </p:txBody>
      </p:sp>
      <p:graphicFrame>
        <p:nvGraphicFramePr>
          <p:cNvPr id="898" name="Google Shape;898;p41"/>
          <p:cNvGraphicFramePr/>
          <p:nvPr/>
        </p:nvGraphicFramePr>
        <p:xfrm>
          <a:off x="726875" y="1224388"/>
          <a:ext cx="7703900" cy="3342250"/>
        </p:xfrm>
        <a:graphic>
          <a:graphicData uri="http://schemas.openxmlformats.org/drawingml/2006/table">
            <a:tbl>
              <a:tblPr>
                <a:noFill/>
                <a:tableStyleId>{12E8A2F2-3AEE-4975-ACBF-8FDBF47D2396}</a:tableStyleId>
              </a:tblPr>
              <a:tblGrid>
                <a:gridCol w="1361775"/>
                <a:gridCol w="2021825"/>
                <a:gridCol w="360025"/>
                <a:gridCol w="360025"/>
                <a:gridCol w="360025"/>
                <a:gridCol w="360025"/>
                <a:gridCol w="360025"/>
                <a:gridCol w="360025"/>
                <a:gridCol w="360025"/>
                <a:gridCol w="360025"/>
                <a:gridCol w="360025"/>
                <a:gridCol w="360025"/>
                <a:gridCol w="360025"/>
                <a:gridCol w="360025"/>
              </a:tblGrid>
              <a:tr h="441850">
                <a:tc>
                  <a:txBody>
                    <a:bodyPr vert="horz" lIns="91424" tIns="68575" rIns="91424" bIns="68575" anchor="ctr" anchorCtr="0"/>
                    <a:p>
                      <a:pPr marL="0" lvl="0" indent="0" algn="ctr" rtl="0">
                        <a:spcBef>
                          <a:spcPts val="0"/>
                        </a:spcBef>
                        <a:spcAft>
                          <a:spcPts val="0"/>
                        </a:spcAft>
                        <a:buNone/>
                        <a:defRPr/>
                      </a:pPr>
                      <a:r>
                        <a:rPr lang="en" sz="1200">
                          <a:solidFill>
                            <a:schemeClr val="accent5"/>
                          </a:solidFill>
                          <a:latin typeface="Darker Grotesque Black"/>
                          <a:ea typeface="Darker Grotesque Black"/>
                          <a:cs typeface="Darker Grotesque Black"/>
                          <a:sym typeface="Darker Grotesque Black"/>
                        </a:rPr>
                        <a:t>Initiative</a:t>
                      </a:r>
                      <a:endParaRPr sz="1800">
                        <a:solidFill>
                          <a:schemeClr val="accent5"/>
                        </a:solidFill>
                        <a:latin typeface="Darker Grotesque Black"/>
                        <a:ea typeface="Darker Grotesque Black"/>
                        <a:cs typeface="Darker Grotesque Black"/>
                        <a:sym typeface="Darker Grotesque Black"/>
                      </a:endParaRPr>
                    </a:p>
                  </a:txBody>
                  <a:tcPr marL="91425" marR="91425" marT="68575" marB="68575"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dk1"/>
                    </a:solidFill>
                  </a:tcPr>
                </a:tc>
                <a:tc>
                  <a:txBody>
                    <a:bodyPr vert="horz" lIns="0" tIns="0" rIns="0" bIns="0" anchor="ctr" anchorCtr="0"/>
                    <a:p>
                      <a:pPr marL="0" lvl="0" indent="0" algn="ctr" rtl="0">
                        <a:spcBef>
                          <a:spcPts val="0"/>
                        </a:spcBef>
                        <a:spcAft>
                          <a:spcPts val="0"/>
                        </a:spcAft>
                        <a:buNone/>
                        <a:defRPr/>
                      </a:pPr>
                      <a:r>
                        <a:rPr lang="en" sz="1200">
                          <a:solidFill>
                            <a:schemeClr val="accent5"/>
                          </a:solidFill>
                          <a:latin typeface="Darker Grotesque Black"/>
                          <a:ea typeface="Darker Grotesque Black"/>
                          <a:cs typeface="Darker Grotesque Black"/>
                          <a:sym typeface="Darker Grotesque Black"/>
                        </a:rPr>
                        <a:t>Objective</a:t>
                      </a:r>
                      <a:endParaRPr sz="1200">
                        <a:solidFill>
                          <a:schemeClr val="accent5"/>
                        </a:solidFill>
                        <a:latin typeface="Darker Grotesque Black"/>
                        <a:ea typeface="Darker Grotesque Black"/>
                        <a:cs typeface="Darker Grotesque Black"/>
                        <a:sym typeface="Darker Grotesque Black"/>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dk1"/>
                    </a:solidFill>
                  </a:tcPr>
                </a:tc>
                <a:tc>
                  <a:txBody>
                    <a:bodyPr vert="horz" lIns="0" tIns="0" rIns="0" bIns="0" anchor="ctr" anchorCtr="0"/>
                    <a:p>
                      <a:pPr marL="0" lvl="0" indent="0" algn="ctr" rtl="0">
                        <a:spcBef>
                          <a:spcPts val="0"/>
                        </a:spcBef>
                        <a:spcAft>
                          <a:spcPts val="0"/>
                        </a:spcAft>
                        <a:buNone/>
                        <a:defRPr/>
                      </a:pPr>
                      <a:r>
                        <a:rPr lang="en" sz="1200">
                          <a:solidFill>
                            <a:schemeClr val="accent5"/>
                          </a:solidFill>
                          <a:latin typeface="Darker Grotesque Black"/>
                          <a:ea typeface="Darker Grotesque Black"/>
                          <a:cs typeface="Darker Grotesque Black"/>
                          <a:sym typeface="Darker Grotesque Black"/>
                        </a:rPr>
                        <a:t>Jan</a:t>
                      </a:r>
                      <a:endParaRPr sz="1200">
                        <a:solidFill>
                          <a:schemeClr val="accent5"/>
                        </a:solidFill>
                        <a:latin typeface="Darker Grotesque Black"/>
                        <a:ea typeface="Darker Grotesque Black"/>
                        <a:cs typeface="Darker Grotesque Black"/>
                        <a:sym typeface="Darker Grotesque Black"/>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dk1"/>
                    </a:solidFill>
                  </a:tcPr>
                </a:tc>
                <a:tc>
                  <a:txBody>
                    <a:bodyPr vert="horz" lIns="0" tIns="0" rIns="0" bIns="0" anchor="ctr" anchorCtr="0"/>
                    <a:p>
                      <a:pPr marL="0" lvl="0" indent="0" algn="ctr" rtl="0">
                        <a:spcBef>
                          <a:spcPts val="0"/>
                        </a:spcBef>
                        <a:spcAft>
                          <a:spcPts val="0"/>
                        </a:spcAft>
                        <a:buNone/>
                        <a:defRPr/>
                      </a:pPr>
                      <a:r>
                        <a:rPr lang="en" sz="1200">
                          <a:solidFill>
                            <a:schemeClr val="accent5"/>
                          </a:solidFill>
                          <a:latin typeface="Darker Grotesque Black"/>
                          <a:ea typeface="Darker Grotesque Black"/>
                          <a:cs typeface="Darker Grotesque Black"/>
                          <a:sym typeface="Darker Grotesque Black"/>
                        </a:rPr>
                        <a:t>Feb</a:t>
                      </a:r>
                      <a:endParaRPr sz="1200">
                        <a:solidFill>
                          <a:schemeClr val="accent5"/>
                        </a:solidFill>
                        <a:latin typeface="Darker Grotesque Black"/>
                        <a:ea typeface="Darker Grotesque Black"/>
                        <a:cs typeface="Darker Grotesque Black"/>
                        <a:sym typeface="Darker Grotesque Black"/>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dk1"/>
                    </a:solidFill>
                  </a:tcPr>
                </a:tc>
                <a:tc>
                  <a:txBody>
                    <a:bodyPr vert="horz" lIns="0" tIns="0" rIns="0" bIns="0" anchor="ctr" anchorCtr="0"/>
                    <a:p>
                      <a:pPr marL="0" lvl="0" indent="0" algn="ctr" rtl="0">
                        <a:spcBef>
                          <a:spcPts val="0"/>
                        </a:spcBef>
                        <a:spcAft>
                          <a:spcPts val="0"/>
                        </a:spcAft>
                        <a:buNone/>
                        <a:defRPr/>
                      </a:pPr>
                      <a:r>
                        <a:rPr lang="en" sz="1200">
                          <a:solidFill>
                            <a:schemeClr val="accent5"/>
                          </a:solidFill>
                          <a:latin typeface="Darker Grotesque Black"/>
                          <a:ea typeface="Darker Grotesque Black"/>
                          <a:cs typeface="Darker Grotesque Black"/>
                          <a:sym typeface="Darker Grotesque Black"/>
                        </a:rPr>
                        <a:t>Mar</a:t>
                      </a:r>
                      <a:endParaRPr sz="1200">
                        <a:solidFill>
                          <a:schemeClr val="accent5"/>
                        </a:solidFill>
                        <a:latin typeface="Darker Grotesque Black"/>
                        <a:ea typeface="Darker Grotesque Black"/>
                        <a:cs typeface="Darker Grotesque Black"/>
                        <a:sym typeface="Darker Grotesque Black"/>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dk1"/>
                    </a:solidFill>
                  </a:tcPr>
                </a:tc>
                <a:tc>
                  <a:txBody>
                    <a:bodyPr vert="horz" lIns="0" tIns="0" rIns="0" bIns="0" anchor="ctr" anchorCtr="0"/>
                    <a:p>
                      <a:pPr marL="0" lvl="0" indent="0" algn="ctr" rtl="0">
                        <a:spcBef>
                          <a:spcPts val="0"/>
                        </a:spcBef>
                        <a:spcAft>
                          <a:spcPts val="0"/>
                        </a:spcAft>
                        <a:buClr>
                          <a:srgbClr val="000000"/>
                        </a:buClr>
                        <a:buSzPct val="25000"/>
                        <a:buFont typeface="Arial"/>
                        <a:buNone/>
                        <a:defRPr/>
                      </a:pPr>
                      <a:r>
                        <a:rPr lang="en" sz="1200">
                          <a:solidFill>
                            <a:schemeClr val="accent5"/>
                          </a:solidFill>
                          <a:latin typeface="Darker Grotesque Black"/>
                          <a:ea typeface="Darker Grotesque Black"/>
                          <a:cs typeface="Darker Grotesque Black"/>
                          <a:sym typeface="Darker Grotesque Black"/>
                        </a:rPr>
                        <a:t>Apr</a:t>
                      </a:r>
                      <a:endParaRPr sz="1200">
                        <a:solidFill>
                          <a:schemeClr val="accent5"/>
                        </a:solidFill>
                        <a:latin typeface="Darker Grotesque Black"/>
                        <a:ea typeface="Darker Grotesque Black"/>
                        <a:cs typeface="Darker Grotesque Black"/>
                        <a:sym typeface="Darker Grotesque Black"/>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dk1"/>
                    </a:solidFill>
                  </a:tcPr>
                </a:tc>
                <a:tc>
                  <a:txBody>
                    <a:bodyPr vert="horz" lIns="0" tIns="0" rIns="0" bIns="0" anchor="ctr" anchorCtr="0"/>
                    <a:p>
                      <a:pPr marL="0" lvl="0" indent="0" algn="ctr" rtl="0">
                        <a:spcBef>
                          <a:spcPts val="0"/>
                        </a:spcBef>
                        <a:spcAft>
                          <a:spcPts val="0"/>
                        </a:spcAft>
                        <a:buNone/>
                        <a:defRPr/>
                      </a:pPr>
                      <a:r>
                        <a:rPr lang="en" sz="1200">
                          <a:solidFill>
                            <a:schemeClr val="accent5"/>
                          </a:solidFill>
                          <a:latin typeface="Darker Grotesque Black"/>
                          <a:ea typeface="Darker Grotesque Black"/>
                          <a:cs typeface="Darker Grotesque Black"/>
                          <a:sym typeface="Darker Grotesque Black"/>
                        </a:rPr>
                        <a:t>May</a:t>
                      </a:r>
                      <a:endParaRPr sz="1200">
                        <a:solidFill>
                          <a:schemeClr val="accent5"/>
                        </a:solidFill>
                        <a:latin typeface="Darker Grotesque Black"/>
                        <a:ea typeface="Darker Grotesque Black"/>
                        <a:cs typeface="Darker Grotesque Black"/>
                        <a:sym typeface="Darker Grotesque Black"/>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dk1"/>
                    </a:solidFill>
                  </a:tcPr>
                </a:tc>
                <a:tc>
                  <a:txBody>
                    <a:bodyPr vert="horz" lIns="0" tIns="0" rIns="0" bIns="0" anchor="ctr" anchorCtr="0"/>
                    <a:p>
                      <a:pPr marL="0" lvl="0" indent="0" algn="ctr" rtl="0">
                        <a:spcBef>
                          <a:spcPts val="0"/>
                        </a:spcBef>
                        <a:spcAft>
                          <a:spcPts val="0"/>
                        </a:spcAft>
                        <a:buNone/>
                        <a:defRPr/>
                      </a:pPr>
                      <a:r>
                        <a:rPr lang="en" sz="1200">
                          <a:solidFill>
                            <a:schemeClr val="accent5"/>
                          </a:solidFill>
                          <a:latin typeface="Darker Grotesque Black"/>
                          <a:ea typeface="Darker Grotesque Black"/>
                          <a:cs typeface="Darker Grotesque Black"/>
                          <a:sym typeface="Darker Grotesque Black"/>
                        </a:rPr>
                        <a:t>Jun</a:t>
                      </a:r>
                      <a:endParaRPr sz="1200">
                        <a:solidFill>
                          <a:schemeClr val="accent5"/>
                        </a:solidFill>
                        <a:latin typeface="Darker Grotesque Black"/>
                        <a:ea typeface="Darker Grotesque Black"/>
                        <a:cs typeface="Darker Grotesque Black"/>
                        <a:sym typeface="Darker Grotesque Black"/>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dk1"/>
                    </a:solidFill>
                  </a:tcPr>
                </a:tc>
                <a:tc>
                  <a:txBody>
                    <a:bodyPr vert="horz" lIns="0" tIns="0" rIns="0" bIns="0" anchor="ctr" anchorCtr="0"/>
                    <a:p>
                      <a:pPr marL="0" lvl="0" indent="0" algn="ctr" rtl="0">
                        <a:spcBef>
                          <a:spcPts val="0"/>
                        </a:spcBef>
                        <a:spcAft>
                          <a:spcPts val="0"/>
                        </a:spcAft>
                        <a:buNone/>
                        <a:defRPr/>
                      </a:pPr>
                      <a:r>
                        <a:rPr lang="en" sz="1200">
                          <a:solidFill>
                            <a:schemeClr val="accent5"/>
                          </a:solidFill>
                          <a:latin typeface="Darker Grotesque Black"/>
                          <a:ea typeface="Darker Grotesque Black"/>
                          <a:cs typeface="Darker Grotesque Black"/>
                          <a:sym typeface="Darker Grotesque Black"/>
                        </a:rPr>
                        <a:t>Jul</a:t>
                      </a:r>
                      <a:endParaRPr sz="1200">
                        <a:solidFill>
                          <a:schemeClr val="accent5"/>
                        </a:solidFill>
                        <a:latin typeface="Darker Grotesque Black"/>
                        <a:ea typeface="Darker Grotesque Black"/>
                        <a:cs typeface="Darker Grotesque Black"/>
                        <a:sym typeface="Darker Grotesque Black"/>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dk1"/>
                    </a:solidFill>
                  </a:tcPr>
                </a:tc>
                <a:tc>
                  <a:txBody>
                    <a:bodyPr vert="horz" lIns="0" tIns="0" rIns="0" bIns="0" anchor="ctr" anchorCtr="0"/>
                    <a:p>
                      <a:pPr marL="0" lvl="0" indent="0" algn="ctr" rtl="0">
                        <a:spcBef>
                          <a:spcPts val="0"/>
                        </a:spcBef>
                        <a:spcAft>
                          <a:spcPts val="0"/>
                        </a:spcAft>
                        <a:buNone/>
                        <a:defRPr/>
                      </a:pPr>
                      <a:r>
                        <a:rPr lang="en" sz="1200">
                          <a:solidFill>
                            <a:schemeClr val="accent5"/>
                          </a:solidFill>
                          <a:latin typeface="Darker Grotesque Black"/>
                          <a:ea typeface="Darker Grotesque Black"/>
                          <a:cs typeface="Darker Grotesque Black"/>
                          <a:sym typeface="Darker Grotesque Black"/>
                        </a:rPr>
                        <a:t>Aug</a:t>
                      </a:r>
                      <a:endParaRPr sz="1200">
                        <a:solidFill>
                          <a:schemeClr val="accent5"/>
                        </a:solidFill>
                        <a:latin typeface="Darker Grotesque Black"/>
                        <a:ea typeface="Darker Grotesque Black"/>
                        <a:cs typeface="Darker Grotesque Black"/>
                        <a:sym typeface="Darker Grotesque Black"/>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dk1"/>
                    </a:solidFill>
                  </a:tcPr>
                </a:tc>
                <a:tc>
                  <a:txBody>
                    <a:bodyPr vert="horz" lIns="0" tIns="0" rIns="0" bIns="0" anchor="ctr" anchorCtr="0"/>
                    <a:p>
                      <a:pPr marL="0" lvl="0" indent="0" algn="ctr" rtl="0">
                        <a:spcBef>
                          <a:spcPts val="0"/>
                        </a:spcBef>
                        <a:spcAft>
                          <a:spcPts val="0"/>
                        </a:spcAft>
                        <a:buNone/>
                        <a:defRPr/>
                      </a:pPr>
                      <a:r>
                        <a:rPr lang="en" sz="1200">
                          <a:solidFill>
                            <a:schemeClr val="accent5"/>
                          </a:solidFill>
                          <a:latin typeface="Darker Grotesque Black"/>
                          <a:ea typeface="Darker Grotesque Black"/>
                          <a:cs typeface="Darker Grotesque Black"/>
                          <a:sym typeface="Darker Grotesque Black"/>
                        </a:rPr>
                        <a:t>Sep</a:t>
                      </a:r>
                      <a:endParaRPr sz="1200">
                        <a:solidFill>
                          <a:schemeClr val="accent5"/>
                        </a:solidFill>
                        <a:latin typeface="Darker Grotesque Black"/>
                        <a:ea typeface="Darker Grotesque Black"/>
                        <a:cs typeface="Darker Grotesque Black"/>
                        <a:sym typeface="Darker Grotesque Black"/>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dk1"/>
                    </a:solidFill>
                  </a:tcPr>
                </a:tc>
                <a:tc>
                  <a:txBody>
                    <a:bodyPr vert="horz" lIns="0" tIns="0" rIns="0" bIns="0" anchor="ctr" anchorCtr="0"/>
                    <a:p>
                      <a:pPr marL="0" lvl="0" indent="0" algn="ctr" rtl="0">
                        <a:spcBef>
                          <a:spcPts val="0"/>
                        </a:spcBef>
                        <a:spcAft>
                          <a:spcPts val="0"/>
                        </a:spcAft>
                        <a:buNone/>
                        <a:defRPr/>
                      </a:pPr>
                      <a:r>
                        <a:rPr lang="en" sz="1200">
                          <a:solidFill>
                            <a:schemeClr val="accent5"/>
                          </a:solidFill>
                          <a:latin typeface="Darker Grotesque Black"/>
                          <a:ea typeface="Darker Grotesque Black"/>
                          <a:cs typeface="Darker Grotesque Black"/>
                          <a:sym typeface="Darker Grotesque Black"/>
                        </a:rPr>
                        <a:t>Oct</a:t>
                      </a:r>
                      <a:endParaRPr sz="1200">
                        <a:solidFill>
                          <a:schemeClr val="accent5"/>
                        </a:solidFill>
                        <a:latin typeface="Darker Grotesque Black"/>
                        <a:ea typeface="Darker Grotesque Black"/>
                        <a:cs typeface="Darker Grotesque Black"/>
                        <a:sym typeface="Darker Grotesque Black"/>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dk1"/>
                    </a:solidFill>
                  </a:tcPr>
                </a:tc>
                <a:tc>
                  <a:txBody>
                    <a:bodyPr vert="horz" lIns="0" tIns="0" rIns="0" bIns="0" anchor="ctr" anchorCtr="0"/>
                    <a:p>
                      <a:pPr marL="0" lvl="0" indent="0" algn="ctr" rtl="0">
                        <a:spcBef>
                          <a:spcPts val="0"/>
                        </a:spcBef>
                        <a:spcAft>
                          <a:spcPts val="0"/>
                        </a:spcAft>
                        <a:buNone/>
                        <a:defRPr/>
                      </a:pPr>
                      <a:r>
                        <a:rPr lang="en" sz="1200">
                          <a:solidFill>
                            <a:schemeClr val="accent5"/>
                          </a:solidFill>
                          <a:latin typeface="Darker Grotesque Black"/>
                          <a:ea typeface="Darker Grotesque Black"/>
                          <a:cs typeface="Darker Grotesque Black"/>
                          <a:sym typeface="Darker Grotesque Black"/>
                        </a:rPr>
                        <a:t>Nov</a:t>
                      </a:r>
                      <a:endParaRPr sz="1200">
                        <a:solidFill>
                          <a:schemeClr val="accent5"/>
                        </a:solidFill>
                        <a:latin typeface="Darker Grotesque Black"/>
                        <a:ea typeface="Darker Grotesque Black"/>
                        <a:cs typeface="Darker Grotesque Black"/>
                        <a:sym typeface="Darker Grotesque Black"/>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dk1"/>
                    </a:solidFill>
                  </a:tcPr>
                </a:tc>
                <a:tc>
                  <a:txBody>
                    <a:bodyPr vert="horz" lIns="0" tIns="0" rIns="0" bIns="0" anchor="ctr" anchorCtr="0"/>
                    <a:p>
                      <a:pPr marL="0" lvl="0" indent="0" algn="ctr" rtl="0">
                        <a:spcBef>
                          <a:spcPts val="0"/>
                        </a:spcBef>
                        <a:spcAft>
                          <a:spcPts val="0"/>
                        </a:spcAft>
                        <a:buClr>
                          <a:srgbClr val="000000"/>
                        </a:buClr>
                        <a:buSzPct val="25000"/>
                        <a:buFont typeface="Arial"/>
                        <a:buNone/>
                        <a:defRPr/>
                      </a:pPr>
                      <a:r>
                        <a:rPr lang="en" sz="1200">
                          <a:solidFill>
                            <a:schemeClr val="accent5"/>
                          </a:solidFill>
                          <a:latin typeface="Darker Grotesque Black"/>
                          <a:ea typeface="Darker Grotesque Black"/>
                          <a:cs typeface="Darker Grotesque Black"/>
                          <a:sym typeface="Darker Grotesque Black"/>
                        </a:rPr>
                        <a:t>Dec</a:t>
                      </a:r>
                      <a:endParaRPr sz="1200">
                        <a:solidFill>
                          <a:schemeClr val="accent5"/>
                        </a:solidFill>
                        <a:latin typeface="Darker Grotesque Black"/>
                        <a:ea typeface="Darker Grotesque Black"/>
                        <a:cs typeface="Darker Grotesque Black"/>
                        <a:sym typeface="Darker Grotesque Black"/>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dk1"/>
                    </a:solidFill>
                  </a:tcPr>
                </a:tc>
              </a:tr>
              <a:tr h="450800">
                <a:tc>
                  <a:txBody>
                    <a:bodyPr vert="horz" lIns="45700" tIns="45700" rIns="45700" bIns="4570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Understanding</a:t>
                      </a:r>
                      <a:endParaRPr sz="1000">
                        <a:solidFill>
                          <a:schemeClr val="dk1"/>
                        </a:solidFill>
                        <a:latin typeface="Barlow Medium"/>
                        <a:ea typeface="Barlow Medium"/>
                        <a:cs typeface="Barlow Medium"/>
                        <a:sym typeface="Barlow Medium"/>
                      </a:endParaRPr>
                    </a:p>
                  </a:txBody>
                  <a:tcPr marL="45700" marR="45700" marT="45700" marB="4570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45700" tIns="45700" rIns="45700" bIns="4570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Analyze and understand the needs of your target audience</a:t>
                      </a:r>
                      <a:endParaRPr sz="1000">
                        <a:solidFill>
                          <a:schemeClr val="dk1"/>
                        </a:solidFill>
                        <a:latin typeface="Barlow Medium"/>
                        <a:ea typeface="Barlow Medium"/>
                        <a:cs typeface="Barlow Medium"/>
                        <a:sym typeface="Barlow Medium"/>
                      </a:endParaRPr>
                    </a:p>
                  </a:txBody>
                  <a:tcPr marL="45700" marR="45700" marT="45700" marB="4570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accent3"/>
                    </a:solidFill>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r>
              <a:tr h="450800">
                <a:tc>
                  <a:txBody>
                    <a:bodyPr vert="horz" lIns="45700" tIns="45700" rIns="45700" bIns="4570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Conduct research</a:t>
                      </a:r>
                      <a:endParaRPr sz="1000">
                        <a:solidFill>
                          <a:schemeClr val="dk1"/>
                        </a:solidFill>
                        <a:latin typeface="Barlow Medium"/>
                        <a:ea typeface="Barlow Medium"/>
                        <a:cs typeface="Barlow Medium"/>
                        <a:sym typeface="Barlow Medium"/>
                      </a:endParaRPr>
                    </a:p>
                  </a:txBody>
                  <a:tcPr marL="45700" marR="45700" marT="45700" marB="4570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45700" tIns="45700" rIns="45700" bIns="4570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Research existing products in the industry and analyze how successful they are</a:t>
                      </a:r>
                      <a:endParaRPr sz="1000">
                        <a:solidFill>
                          <a:schemeClr val="dk1"/>
                        </a:solidFill>
                        <a:latin typeface="Barlow Medium"/>
                        <a:ea typeface="Barlow Medium"/>
                        <a:cs typeface="Barlow Medium"/>
                        <a:sym typeface="Barlow Medium"/>
                      </a:endParaRPr>
                    </a:p>
                  </a:txBody>
                  <a:tcPr marL="45700" marR="45700" marT="45700" marB="4570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accent3"/>
                    </a:solidFill>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accent3"/>
                    </a:solidFill>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r>
              <a:tr h="450800">
                <a:tc>
                  <a:txBody>
                    <a:bodyPr vert="horz" lIns="45700" tIns="45700" rIns="45700" bIns="4570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Brainstorm ideas</a:t>
                      </a:r>
                      <a:endParaRPr sz="1000">
                        <a:solidFill>
                          <a:schemeClr val="dk1"/>
                        </a:solidFill>
                        <a:latin typeface="Barlow Medium"/>
                        <a:ea typeface="Barlow Medium"/>
                        <a:cs typeface="Barlow Medium"/>
                        <a:sym typeface="Barlow Medium"/>
                      </a:endParaRPr>
                    </a:p>
                  </a:txBody>
                  <a:tcPr marL="45700" marR="45700" marT="45700" marB="4570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45700" tIns="45700" rIns="45700" bIns="4570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Generate ideas based on user feedback and research findings</a:t>
                      </a:r>
                      <a:endParaRPr sz="1000">
                        <a:solidFill>
                          <a:schemeClr val="dk1"/>
                        </a:solidFill>
                        <a:latin typeface="Barlow Medium"/>
                        <a:ea typeface="Barlow Medium"/>
                        <a:cs typeface="Barlow Medium"/>
                        <a:sym typeface="Barlow Medium"/>
                      </a:endParaRPr>
                    </a:p>
                  </a:txBody>
                  <a:tcPr marL="45700" marR="45700" marT="45700" marB="4570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accent3"/>
                    </a:solidFill>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accent3"/>
                    </a:solidFill>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accent3"/>
                    </a:solidFill>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r>
              <a:tr h="450800">
                <a:tc>
                  <a:txBody>
                    <a:bodyPr vert="horz" lIns="45700" tIns="45700" rIns="45700" bIns="4570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Develop a prototype</a:t>
                      </a:r>
                      <a:endParaRPr sz="1000">
                        <a:solidFill>
                          <a:schemeClr val="dk1"/>
                        </a:solidFill>
                        <a:latin typeface="Barlow Medium"/>
                        <a:ea typeface="Barlow Medium"/>
                        <a:cs typeface="Barlow Medium"/>
                        <a:sym typeface="Barlow Medium"/>
                      </a:endParaRPr>
                    </a:p>
                  </a:txBody>
                  <a:tcPr marL="45700" marR="45700" marT="45700" marB="4570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45700" tIns="45700" rIns="45700" bIns="4570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Create a basic version of the product to show investors</a:t>
                      </a:r>
                      <a:endParaRPr sz="1000">
                        <a:solidFill>
                          <a:schemeClr val="dk1"/>
                        </a:solidFill>
                        <a:latin typeface="Barlow Medium"/>
                        <a:ea typeface="Barlow Medium"/>
                        <a:cs typeface="Barlow Medium"/>
                        <a:sym typeface="Barlow Medium"/>
                      </a:endParaRPr>
                    </a:p>
                  </a:txBody>
                  <a:tcPr marL="45700" marR="45700" marT="45700" marB="4570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accent3"/>
                    </a:solidFill>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r>
              <a:tr h="450800">
                <a:tc>
                  <a:txBody>
                    <a:bodyPr vert="horz" lIns="45700" tIns="45700" rIns="45700" bIns="4570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Test for usability</a:t>
                      </a:r>
                      <a:endParaRPr sz="1000">
                        <a:solidFill>
                          <a:schemeClr val="dk1"/>
                        </a:solidFill>
                        <a:latin typeface="Barlow Medium"/>
                        <a:ea typeface="Barlow Medium"/>
                        <a:cs typeface="Barlow Medium"/>
                        <a:sym typeface="Barlow Medium"/>
                      </a:endParaRPr>
                    </a:p>
                  </a:txBody>
                  <a:tcPr marL="45700" marR="45700" marT="45700" marB="4570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45700" tIns="45700" rIns="45700" bIns="4570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Put the prototype through rigorous testing processes to ensure that it meets user requirements </a:t>
                      </a:r>
                      <a:endParaRPr sz="1000">
                        <a:solidFill>
                          <a:schemeClr val="dk1"/>
                        </a:solidFill>
                        <a:latin typeface="Barlow Medium"/>
                        <a:ea typeface="Barlow Medium"/>
                        <a:cs typeface="Barlow Medium"/>
                        <a:sym typeface="Barlow Medium"/>
                      </a:endParaRPr>
                    </a:p>
                  </a:txBody>
                  <a:tcPr marL="45700" marR="45700" marT="45700" marB="4570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accent3"/>
                    </a:solidFill>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accent3"/>
                    </a:solidFill>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accent3"/>
                    </a:solidFill>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r>
              <a:tr h="450800">
                <a:tc>
                  <a:txBody>
                    <a:bodyPr vert="horz" lIns="45700" tIns="45700" rIns="45700" bIns="4570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Analyze feedback</a:t>
                      </a:r>
                      <a:endParaRPr sz="1000">
                        <a:solidFill>
                          <a:schemeClr val="dk1"/>
                        </a:solidFill>
                        <a:latin typeface="Barlow Medium"/>
                        <a:ea typeface="Barlow Medium"/>
                        <a:cs typeface="Barlow Medium"/>
                        <a:sym typeface="Barlow Medium"/>
                      </a:endParaRPr>
                    </a:p>
                  </a:txBody>
                  <a:tcPr marL="45700" marR="45700" marT="45700" marB="4570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45700" tIns="45700" rIns="45700" bIns="4570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Understand the opinion of the users who tried your product</a:t>
                      </a:r>
                      <a:endParaRPr sz="1000">
                        <a:solidFill>
                          <a:schemeClr val="dk1"/>
                        </a:solidFill>
                        <a:latin typeface="Barlow Medium"/>
                        <a:ea typeface="Barlow Medium"/>
                        <a:cs typeface="Barlow Medium"/>
                        <a:sym typeface="Barlow Medium"/>
                      </a:endParaRPr>
                    </a:p>
                  </a:txBody>
                  <a:tcPr marL="45700" marR="45700" marT="45700" marB="4570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accent3"/>
                    </a:solidFill>
                  </a:tcPr>
                </a:tc>
                <a:tc>
                  <a:txBody>
                    <a:bodyPr vert="horz" lIns="0" tIns="0" rIns="0" bIns="0" anchor="ctr" anchorCtr="0"/>
                    <a:p>
                      <a:pPr marL="0" lvl="0" indent="0" algn="ctr" rtl="0">
                        <a:spcBef>
                          <a:spcPts val="0"/>
                        </a:spcBef>
                        <a:spcAft>
                          <a:spcPts val="0"/>
                        </a:spcAft>
                        <a:buNone/>
                        <a:defRPr/>
                      </a:pPr>
                      <a:endParaRPr sz="1000">
                        <a:solidFill>
                          <a:srgbClr val="191919"/>
                        </a:solidFill>
                        <a:latin typeface="Barlow Medium"/>
                        <a:ea typeface="Barlow Medium"/>
                        <a:cs typeface="Barlow Medium"/>
                        <a:sym typeface="Barlow Medium"/>
                      </a:endParaRPr>
                    </a:p>
                  </a:txBody>
                  <a:tcPr marL="0" marR="0"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accent3"/>
                    </a:solidFill>
                  </a:tcPr>
                </a:tc>
              </a:tr>
            </a:tbl>
          </a:graphicData>
        </a:graphic>
      </p:graphicFrame>
      <p:grpSp>
        <p:nvGrpSpPr>
          <p:cNvPr id="899" name="Google Shape;899;p41"/>
          <p:cNvGrpSpPr/>
          <p:nvPr/>
        </p:nvGrpSpPr>
        <p:grpSpPr>
          <a:xfrm rot="0">
            <a:off x="1738925" y="4718600"/>
            <a:ext cx="5666144" cy="116400"/>
            <a:chOff x="1738925" y="4718600"/>
            <a:chExt cx="5666144" cy="116400"/>
          </a:xfrm>
        </p:grpSpPr>
        <p:sp>
          <p:nvSpPr>
            <p:cNvPr id="900" name="Google Shape;900;p41">
              <a:hlinkClick r:id="rId3"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01" name="Google Shape;901;p41">
              <a:hlinkClick r:id="rId4"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02" name="Google Shape;902;p41">
              <a:hlinkClick r:id="rId5"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03" name="Google Shape;903;p41">
              <a:hlinkClick r:id="rId6"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04" name="Google Shape;904;p41">
              <a:hlinkClick r:id="rId7"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05" name="Google Shape;905;p41">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06" name="Google Shape;906;p41">
              <a:hlinkClick r:id="rId8"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07" name="Google Shape;907;p41">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08" name="Google Shape;908;p41">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09" name="Google Shape;909;p41">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10" name="Google Shape;910;p41">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11" name="Google Shape;911;p41">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12" name="Google Shape;912;p41">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13" name="Google Shape;913;p41">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14" name="Google Shape;914;p41">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15" name="Google Shape;915;p41">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16" name="Google Shape;916;p41">
              <a:hlinkClick r:id="" action="ppaction://noaction"/>
            </p:cNvPr>
            <p:cNvSpPr/>
            <p:nvPr/>
          </p:nvSpPr>
          <p:spPr>
            <a:xfrm>
              <a:off x="6704485"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17" name="Google Shape;917;p41">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18" name="Google Shape;918;p41">
              <a:hlinkClick r:id="rId9" action="ppaction://hlinksldjump"/>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19" name="Google Shape;919;p41">
              <a:hlinkClick r:id="rId10"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924" name="Google Shape;924;p42"/>
          <p:cNvSpPr txBox="1">
            <a:spLocks noGrp="1"/>
          </p:cNvSpPr>
          <p:nvPr>
            <p:ph type="title" idx="0"/>
          </p:nvPr>
        </p:nvSpPr>
        <p:spPr>
          <a:xfrm>
            <a:off x="720000" y="521225"/>
            <a:ext cx="7704000" cy="5727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
              <a:t>KPI dashboard</a:t>
            </a:r>
            <a:endParaRPr/>
          </a:p>
        </p:txBody>
      </p:sp>
      <p:graphicFrame>
        <p:nvGraphicFramePr>
          <p:cNvPr id="925" name="Google Shape;925;p42"/>
          <p:cNvGraphicFramePr/>
          <p:nvPr/>
        </p:nvGraphicFramePr>
        <p:xfrm>
          <a:off x="720000" y="1186325"/>
          <a:ext cx="3439600" cy="3320450"/>
        </p:xfrm>
        <a:graphic>
          <a:graphicData uri="http://schemas.openxmlformats.org/drawingml/2006/table">
            <a:tbl>
              <a:tblPr>
                <a:noFill/>
                <a:tableStyleId>{A0B5D7BB-96D3-4553-8684-4C32CAD51E38}</a:tableStyleId>
              </a:tblPr>
              <a:tblGrid>
                <a:gridCol w="961450"/>
                <a:gridCol w="826050"/>
                <a:gridCol w="826050"/>
                <a:gridCol w="826050"/>
              </a:tblGrid>
              <a:tr h="370850">
                <a:tc>
                  <a:txBody>
                    <a:bodyPr vert="horz" lIns="91424" tIns="45700" rIns="91424" bIns="45700" anchor="ctr" anchorCtr="0"/>
                    <a:p>
                      <a:pPr marL="0" lvl="0" indent="0" algn="ctr" rtl="0">
                        <a:spcBef>
                          <a:spcPts val="0"/>
                        </a:spcBef>
                        <a:spcAft>
                          <a:spcPts val="0"/>
                        </a:spcAft>
                        <a:buNone/>
                        <a:defRPr/>
                      </a:pPr>
                      <a:r>
                        <a:rPr lang="en" sz="1200">
                          <a:solidFill>
                            <a:schemeClr val="accent5"/>
                          </a:solidFill>
                          <a:latin typeface="Darker Grotesque Black"/>
                          <a:ea typeface="Darker Grotesque Black"/>
                          <a:cs typeface="Darker Grotesque Black"/>
                          <a:sym typeface="Darker Grotesque Black"/>
                        </a:rPr>
                        <a:t>Product</a:t>
                      </a:r>
                      <a:endParaRPr sz="1200">
                        <a:solidFill>
                          <a:schemeClr val="accent5"/>
                        </a:solidFill>
                        <a:latin typeface="Darker Grotesque Black"/>
                        <a:ea typeface="Darker Grotesque Black"/>
                        <a:cs typeface="Darker Grotesque Black"/>
                        <a:sym typeface="Darker Grotesque Black"/>
                      </a:endParaRPr>
                    </a:p>
                  </a:txBody>
                  <a:tcPr marL="91425" marR="91425" marT="45700" marB="4570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dk1"/>
                    </a:solidFill>
                  </a:tcPr>
                </a:tc>
                <a:tc>
                  <a:txBody>
                    <a:bodyPr vert="horz" lIns="91424" tIns="45700" rIns="91424" bIns="45700" anchor="ctr" anchorCtr="0"/>
                    <a:p>
                      <a:pPr marL="0" lvl="0" indent="0" algn="ctr" rtl="0">
                        <a:spcBef>
                          <a:spcPts val="0"/>
                        </a:spcBef>
                        <a:spcAft>
                          <a:spcPts val="0"/>
                        </a:spcAft>
                        <a:buNone/>
                        <a:defRPr/>
                      </a:pPr>
                      <a:r>
                        <a:rPr lang="en" sz="1200">
                          <a:solidFill>
                            <a:schemeClr val="accent5"/>
                          </a:solidFill>
                          <a:latin typeface="Darker Grotesque Black"/>
                          <a:ea typeface="Darker Grotesque Black"/>
                          <a:cs typeface="Darker Grotesque Black"/>
                          <a:sym typeface="Darker Grotesque Black"/>
                        </a:rPr>
                        <a:t>Units</a:t>
                      </a:r>
                      <a:endParaRPr sz="1200">
                        <a:solidFill>
                          <a:schemeClr val="accent5"/>
                        </a:solidFill>
                        <a:latin typeface="Darker Grotesque Black"/>
                        <a:ea typeface="Darker Grotesque Black"/>
                        <a:cs typeface="Darker Grotesque Black"/>
                        <a:sym typeface="Darker Grotesque Black"/>
                      </a:endParaRPr>
                    </a:p>
                  </a:txBody>
                  <a:tcPr marL="91425" marR="91425" marT="45700" marB="4570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dk1"/>
                    </a:solidFill>
                  </a:tcPr>
                </a:tc>
                <a:tc>
                  <a:txBody>
                    <a:bodyPr vert="horz" lIns="91424" tIns="45700" rIns="91424" bIns="45700" anchor="ctr" anchorCtr="0"/>
                    <a:p>
                      <a:pPr marL="0" lvl="0" indent="0" algn="ctr" rtl="0">
                        <a:spcBef>
                          <a:spcPts val="0"/>
                        </a:spcBef>
                        <a:spcAft>
                          <a:spcPts val="0"/>
                        </a:spcAft>
                        <a:buNone/>
                        <a:defRPr/>
                      </a:pPr>
                      <a:r>
                        <a:rPr lang="en" sz="1200">
                          <a:solidFill>
                            <a:schemeClr val="accent5"/>
                          </a:solidFill>
                          <a:latin typeface="Darker Grotesque Black"/>
                          <a:ea typeface="Darker Grotesque Black"/>
                          <a:cs typeface="Darker Grotesque Black"/>
                          <a:sym typeface="Darker Grotesque Black"/>
                        </a:rPr>
                        <a:t>Revenue</a:t>
                      </a:r>
                      <a:endParaRPr sz="1200">
                        <a:solidFill>
                          <a:schemeClr val="accent5"/>
                        </a:solidFill>
                        <a:latin typeface="Darker Grotesque Black"/>
                        <a:ea typeface="Darker Grotesque Black"/>
                        <a:cs typeface="Darker Grotesque Black"/>
                        <a:sym typeface="Darker Grotesque Black"/>
                      </a:endParaRPr>
                    </a:p>
                  </a:txBody>
                  <a:tcPr marL="91425" marR="91425" marT="45700" marB="4570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dk1"/>
                    </a:solidFill>
                  </a:tcPr>
                </a:tc>
                <a:tc>
                  <a:txBody>
                    <a:bodyPr vert="horz" lIns="91424" tIns="45700" rIns="91424" bIns="45700" anchor="ctr" anchorCtr="0"/>
                    <a:p>
                      <a:pPr marL="0" lvl="0" indent="0" algn="ctr" rtl="0">
                        <a:spcBef>
                          <a:spcPts val="0"/>
                        </a:spcBef>
                        <a:spcAft>
                          <a:spcPts val="0"/>
                        </a:spcAft>
                        <a:buNone/>
                        <a:defRPr/>
                      </a:pPr>
                      <a:r>
                        <a:rPr lang="en" sz="1200">
                          <a:solidFill>
                            <a:schemeClr val="accent5"/>
                          </a:solidFill>
                          <a:latin typeface="Darker Grotesque Black"/>
                          <a:ea typeface="Darker Grotesque Black"/>
                          <a:cs typeface="Darker Grotesque Black"/>
                          <a:sym typeface="Darker Grotesque Black"/>
                        </a:rPr>
                        <a:t>Returns</a:t>
                      </a:r>
                      <a:endParaRPr>
                        <a:solidFill>
                          <a:schemeClr val="accent5"/>
                        </a:solidFill>
                        <a:latin typeface="Darker Grotesque Black"/>
                        <a:ea typeface="Darker Grotesque Black"/>
                        <a:cs typeface="Darker Grotesque Black"/>
                        <a:sym typeface="Darker Grotesque Black"/>
                      </a:endParaRPr>
                    </a:p>
                  </a:txBody>
                  <a:tcPr marL="91425" marR="91425" marT="45700" marB="4570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solidFill>
                      <a:schemeClr val="dk1"/>
                    </a:solidFill>
                  </a:tcPr>
                </a:tc>
              </a:tr>
              <a:tr h="368700">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Item 1</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500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2,000,000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40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r>
              <a:tr h="368700">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Item 2</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1,000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50,750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10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r>
              <a:tr h="368700">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Item 3</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250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1,500,000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300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r>
              <a:tr h="368700">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Item 4</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500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2,000,000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40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r>
              <a:tr h="368700">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Item 5</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1,000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50,750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10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r>
              <a:tr h="368700">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Item 6</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250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1,500,000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300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r>
              <a:tr h="368700">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Item 7</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500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2,000,000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40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r>
              <a:tr h="368700">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Item 8</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1,000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50,750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c>
                  <a:txBody>
                    <a:bodyPr vert="horz" lIns="91424" tIns="0" rIns="91424" bIns="0" anchor="ctr" anchorCtr="0"/>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10</a:t>
                      </a:r>
                      <a:endParaRPr sz="1000">
                        <a:solidFill>
                          <a:schemeClr val="dk1"/>
                        </a:solidFill>
                        <a:latin typeface="Barlow Medium"/>
                        <a:ea typeface="Barlow Medium"/>
                        <a:cs typeface="Barlow Medium"/>
                        <a:sym typeface="Barlow Medium"/>
                      </a:endParaRPr>
                    </a:p>
                  </a:txBody>
                  <a:tcPr marL="91425" marR="91425" marT="0" marB="0" anchor="ctr">
                    <a:lnL w="19050" cap="flat" cmpd="sng">
                      <a:solidFill>
                        <a:schemeClr val="accent4"/>
                      </a:solidFill>
                      <a:prstDash val="solid"/>
                      <a:round/>
                      <a:headEnd w="sm" len="sm"/>
                      <a:tailEnd w="sm" len="sm"/>
                    </a:lnL>
                    <a:lnR w="19050" cap="flat" cmpd="sng">
                      <a:solidFill>
                        <a:schemeClr val="accent4"/>
                      </a:solidFill>
                      <a:prstDash val="solid"/>
                      <a:round/>
                      <a:headEnd w="sm" len="sm"/>
                      <a:tailEnd w="sm" len="sm"/>
                    </a:lnR>
                    <a:lnT w="19050" cap="flat" cmpd="sng">
                      <a:solidFill>
                        <a:schemeClr val="accent4"/>
                      </a:solidFill>
                      <a:prstDash val="solid"/>
                      <a:round/>
                      <a:headEnd w="sm" len="sm"/>
                      <a:tailEnd w="sm" len="sm"/>
                    </a:lnT>
                    <a:lnB w="19050" cap="flat" cmpd="sng">
                      <a:solidFill>
                        <a:schemeClr val="accent4"/>
                      </a:solidFill>
                      <a:prstDash val="solid"/>
                      <a:round/>
                      <a:headEnd w="sm" len="sm"/>
                      <a:tailEnd w="sm" len="sm"/>
                    </a:lnB>
                  </a:tcPr>
                </a:tc>
              </a:tr>
            </a:tbl>
          </a:graphicData>
        </a:graphic>
      </p:graphicFrame>
      <p:sp>
        <p:nvSpPr>
          <p:cNvPr id="926" name="Google Shape;926;p42"/>
          <p:cNvSpPr txBox="1"/>
          <p:nvPr/>
        </p:nvSpPr>
        <p:spPr>
          <a:xfrm>
            <a:off x="4310950" y="1186325"/>
            <a:ext cx="1373100" cy="400200"/>
          </a:xfrm>
          <a:prstGeom prst="rect">
            <a:avLst/>
          </a:prstGeom>
          <a:noFill/>
          <a:ln w="9525"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r>
              <a:rPr lang="en" sz="1800">
                <a:solidFill>
                  <a:schemeClr val="dk1"/>
                </a:solidFill>
                <a:latin typeface="Darker Grotesque Black"/>
                <a:ea typeface="Darker Grotesque Black"/>
                <a:cs typeface="Darker Grotesque Black"/>
                <a:sym typeface="Darker Grotesque Black"/>
              </a:rPr>
              <a:t>$4,000,000</a:t>
            </a:r>
            <a:endParaRPr sz="1800">
              <a:solidFill>
                <a:schemeClr val="dk1"/>
              </a:solidFill>
              <a:latin typeface="Darker Grotesque Black"/>
              <a:ea typeface="Darker Grotesque Black"/>
              <a:cs typeface="Darker Grotesque Black"/>
              <a:sym typeface="Darker Grotesque Black"/>
            </a:endParaRPr>
          </a:p>
        </p:txBody>
      </p:sp>
      <p:sp>
        <p:nvSpPr>
          <p:cNvPr id="927" name="Google Shape;927;p42"/>
          <p:cNvSpPr txBox="1"/>
          <p:nvPr/>
        </p:nvSpPr>
        <p:spPr>
          <a:xfrm>
            <a:off x="5684150" y="1186325"/>
            <a:ext cx="1373100" cy="400200"/>
          </a:xfrm>
          <a:prstGeom prst="rect">
            <a:avLst/>
          </a:prstGeom>
          <a:noFill/>
          <a:ln w="9525"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r>
              <a:rPr lang="en" sz="1800">
                <a:solidFill>
                  <a:schemeClr val="dk1"/>
                </a:solidFill>
                <a:latin typeface="Darker Grotesque Black"/>
                <a:ea typeface="Darker Grotesque Black"/>
                <a:cs typeface="Darker Grotesque Black"/>
                <a:sym typeface="Darker Grotesque Black"/>
              </a:rPr>
              <a:t>$100,000</a:t>
            </a:r>
            <a:endParaRPr sz="1800">
              <a:solidFill>
                <a:schemeClr val="dk1"/>
              </a:solidFill>
              <a:latin typeface="Darker Grotesque Black"/>
              <a:ea typeface="Darker Grotesque Black"/>
              <a:cs typeface="Darker Grotesque Black"/>
              <a:sym typeface="Darker Grotesque Black"/>
            </a:endParaRPr>
          </a:p>
        </p:txBody>
      </p:sp>
      <p:sp>
        <p:nvSpPr>
          <p:cNvPr id="928" name="Google Shape;928;p42"/>
          <p:cNvSpPr txBox="1"/>
          <p:nvPr/>
        </p:nvSpPr>
        <p:spPr>
          <a:xfrm>
            <a:off x="7057350" y="1186325"/>
            <a:ext cx="1373100" cy="400200"/>
          </a:xfrm>
          <a:prstGeom prst="rect">
            <a:avLst/>
          </a:prstGeom>
          <a:noFill/>
          <a:ln w="9525" cap="flat" cmpd="sng">
            <a:solidFill>
              <a:schemeClr val="accent4"/>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r>
              <a:rPr lang="en" sz="1800">
                <a:solidFill>
                  <a:schemeClr val="dk1"/>
                </a:solidFill>
                <a:latin typeface="Darker Grotesque Black"/>
                <a:ea typeface="Darker Grotesque Black"/>
                <a:cs typeface="Darker Grotesque Black"/>
                <a:sym typeface="Darker Grotesque Black"/>
              </a:rPr>
              <a:t>$5,000</a:t>
            </a:r>
            <a:endParaRPr sz="1800">
              <a:solidFill>
                <a:schemeClr val="dk1"/>
              </a:solidFill>
              <a:latin typeface="Darker Grotesque Black"/>
              <a:ea typeface="Darker Grotesque Black"/>
              <a:cs typeface="Darker Grotesque Black"/>
              <a:sym typeface="Darker Grotesque Black"/>
            </a:endParaRPr>
          </a:p>
        </p:txBody>
      </p:sp>
      <p:sp>
        <p:nvSpPr>
          <p:cNvPr id="929" name="Google Shape;929;p42"/>
          <p:cNvSpPr txBox="1"/>
          <p:nvPr/>
        </p:nvSpPr>
        <p:spPr>
          <a:xfrm>
            <a:off x="4310950" y="1586525"/>
            <a:ext cx="1373100" cy="273300"/>
          </a:xfrm>
          <a:prstGeom prst="rect">
            <a:avLst/>
          </a:prstGeom>
          <a:noFill/>
          <a:ln>
            <a:noFill/>
          </a:ln>
        </p:spPr>
        <p:txBody>
          <a:bodyPr wrap="square" lIns="91424" tIns="91424" rIns="91424" bIns="91424" anchor="ctr" anchorCtr="0">
            <a:noAutofit/>
          </a:bodyPr>
          <a:lstStyle/>
          <a:p>
            <a:pPr marL="0" lvl="0" indent="0" algn="ctr" rtl="0">
              <a:spcBef>
                <a:spcPts val="0"/>
              </a:spcBef>
              <a:spcAft>
                <a:spcPts val="0"/>
              </a:spcAft>
              <a:buNone/>
              <a:defRPr/>
            </a:pPr>
            <a:r>
              <a:rPr lang="en" sz="1200">
                <a:solidFill>
                  <a:schemeClr val="dk1"/>
                </a:solidFill>
                <a:latin typeface="Barlow Medium"/>
                <a:ea typeface="Barlow Medium"/>
                <a:cs typeface="Barlow Medium"/>
                <a:sym typeface="Barlow Medium"/>
              </a:rPr>
              <a:t>Revenue</a:t>
            </a:r>
            <a:endParaRPr sz="1200">
              <a:solidFill>
                <a:schemeClr val="dk1"/>
              </a:solidFill>
              <a:latin typeface="Barlow Medium"/>
              <a:ea typeface="Barlow Medium"/>
              <a:cs typeface="Barlow Medium"/>
              <a:sym typeface="Barlow Medium"/>
            </a:endParaRPr>
          </a:p>
        </p:txBody>
      </p:sp>
      <p:sp>
        <p:nvSpPr>
          <p:cNvPr id="930" name="Google Shape;930;p42"/>
          <p:cNvSpPr txBox="1"/>
          <p:nvPr/>
        </p:nvSpPr>
        <p:spPr>
          <a:xfrm>
            <a:off x="5684150" y="1586525"/>
            <a:ext cx="1373100" cy="273300"/>
          </a:xfrm>
          <a:prstGeom prst="rect">
            <a:avLst/>
          </a:prstGeom>
          <a:noFill/>
          <a:ln>
            <a:noFill/>
          </a:ln>
        </p:spPr>
        <p:txBody>
          <a:bodyPr wrap="square" lIns="91424" tIns="91424" rIns="91424" bIns="91424" anchor="ctr" anchorCtr="0">
            <a:noAutofit/>
          </a:bodyPr>
          <a:lstStyle/>
          <a:p>
            <a:pPr marL="0" lvl="0" indent="0" algn="ctr" rtl="0">
              <a:spcBef>
                <a:spcPts val="0"/>
              </a:spcBef>
              <a:spcAft>
                <a:spcPts val="0"/>
              </a:spcAft>
              <a:buNone/>
              <a:defRPr/>
            </a:pPr>
            <a:r>
              <a:rPr lang="en" sz="1200">
                <a:solidFill>
                  <a:schemeClr val="dk1"/>
                </a:solidFill>
                <a:latin typeface="Barlow Medium"/>
                <a:ea typeface="Barlow Medium"/>
                <a:cs typeface="Barlow Medium"/>
                <a:sym typeface="Barlow Medium"/>
              </a:rPr>
              <a:t>General costs</a:t>
            </a:r>
            <a:endParaRPr sz="1200">
              <a:solidFill>
                <a:schemeClr val="dk1"/>
              </a:solidFill>
              <a:latin typeface="Barlow Medium"/>
              <a:ea typeface="Barlow Medium"/>
              <a:cs typeface="Barlow Medium"/>
              <a:sym typeface="Barlow Medium"/>
            </a:endParaRPr>
          </a:p>
        </p:txBody>
      </p:sp>
      <p:sp>
        <p:nvSpPr>
          <p:cNvPr id="931" name="Google Shape;931;p42"/>
          <p:cNvSpPr txBox="1"/>
          <p:nvPr/>
        </p:nvSpPr>
        <p:spPr>
          <a:xfrm>
            <a:off x="7057350" y="1586525"/>
            <a:ext cx="1373100" cy="273300"/>
          </a:xfrm>
          <a:prstGeom prst="rect">
            <a:avLst/>
          </a:prstGeom>
          <a:noFill/>
          <a:ln>
            <a:noFill/>
          </a:ln>
        </p:spPr>
        <p:txBody>
          <a:bodyPr wrap="square" lIns="91424" tIns="91424" rIns="91424" bIns="91424" anchor="ctr" anchorCtr="0">
            <a:noAutofit/>
          </a:bodyPr>
          <a:lstStyle/>
          <a:p>
            <a:pPr marL="0" lvl="0" indent="0" algn="ctr" rtl="0">
              <a:spcBef>
                <a:spcPts val="0"/>
              </a:spcBef>
              <a:spcAft>
                <a:spcPts val="0"/>
              </a:spcAft>
              <a:buNone/>
              <a:defRPr/>
            </a:pPr>
            <a:r>
              <a:rPr lang="en" sz="1200">
                <a:solidFill>
                  <a:schemeClr val="dk1"/>
                </a:solidFill>
                <a:latin typeface="Barlow Medium"/>
                <a:ea typeface="Barlow Medium"/>
                <a:cs typeface="Barlow Medium"/>
                <a:sym typeface="Barlow Medium"/>
              </a:rPr>
              <a:t>Profit</a:t>
            </a:r>
            <a:endParaRPr sz="1200">
              <a:solidFill>
                <a:schemeClr val="dk1"/>
              </a:solidFill>
              <a:latin typeface="Barlow Medium"/>
              <a:ea typeface="Barlow Medium"/>
              <a:cs typeface="Barlow Medium"/>
              <a:sym typeface="Barlow Medium"/>
            </a:endParaRPr>
          </a:p>
        </p:txBody>
      </p:sp>
      <p:sp>
        <p:nvSpPr>
          <p:cNvPr id="932" name="Google Shape;932;p42"/>
          <p:cNvSpPr txBox="1"/>
          <p:nvPr/>
        </p:nvSpPr>
        <p:spPr>
          <a:xfrm>
            <a:off x="4555475" y="4138075"/>
            <a:ext cx="3696000" cy="345900"/>
          </a:xfrm>
          <a:prstGeom prst="rect">
            <a:avLst/>
          </a:prstGeom>
          <a:noFill/>
          <a:ln>
            <a:noFill/>
          </a:ln>
        </p:spPr>
        <p:txBody>
          <a:bodyPr wrap="square" lIns="91424" tIns="91424" rIns="91424" bIns="91424" anchor="ctr" anchorCtr="0">
            <a:noAutofit/>
          </a:bodyPr>
          <a:lstStyle/>
          <a:p>
            <a:pPr marL="0" lvl="0" indent="0" algn="ctr" rtl="0">
              <a:spcBef>
                <a:spcPts val="0"/>
              </a:spcBef>
              <a:spcAft>
                <a:spcPts val="0"/>
              </a:spcAft>
              <a:buNone/>
              <a:defRPr/>
            </a:pPr>
            <a:r>
              <a:rPr lang="en" sz="1000">
                <a:solidFill>
                  <a:schemeClr val="dk1"/>
                </a:solidFill>
                <a:latin typeface="Barlow Medium"/>
                <a:ea typeface="Barlow Medium"/>
                <a:cs typeface="Barlow Medium"/>
                <a:sym typeface="Barlow Medium"/>
              </a:rPr>
              <a:t>Follow the link in the graph to modify its data and then paste the new one here.</a:t>
            </a:r>
            <a:r>
              <a:rPr lang="en" sz="1000" b="1">
                <a:solidFill>
                  <a:schemeClr val="dk1"/>
                </a:solidFill>
                <a:latin typeface="Barlow"/>
                <a:ea typeface="Barlow"/>
                <a:cs typeface="Barlow"/>
                <a:sym typeface="Barlow"/>
              </a:rPr>
              <a:t> </a:t>
            </a:r>
            <a:r>
              <a:rPr lang="en" sz="1000" b="1" u="sng">
                <a:solidFill>
                  <a:schemeClr val="dk1"/>
                </a:solidFill>
                <a:latin typeface="Barlow"/>
                <a:ea typeface="Barlow"/>
                <a:cs typeface="Barlow"/>
                <a:sym typeface="Barlow"/>
                <a:hlinkClick r:id="rId3"/>
              </a:rPr>
              <a:t>For more info, click here</a:t>
            </a:r>
            <a:endParaRPr sz="1000" b="1" u="sng">
              <a:solidFill>
                <a:schemeClr val="dk1"/>
              </a:solidFill>
              <a:latin typeface="Barlow"/>
              <a:ea typeface="Barlow"/>
              <a:cs typeface="Barlow"/>
              <a:sym typeface="Barlow"/>
            </a:endParaRPr>
          </a:p>
        </p:txBody>
      </p:sp>
      <p:pic>
        <p:nvPicPr>
          <p:cNvPr id="933" name="Google Shape;933;p42" title="Chart">
            <a:hlinkClick r:id="rId4"/>
          </p:cNvPr>
          <p:cNvPicPr/>
          <p:nvPr/>
        </p:nvPicPr>
        <p:blipFill rotWithShape="1">
          <a:blip r:embed="rId5">
            <a:alphaModFix/>
          </a:blip>
          <a:stretch>
            <a:fillRect/>
          </a:stretch>
        </p:blipFill>
        <p:spPr>
          <a:xfrm>
            <a:off x="4568450" y="1884550"/>
            <a:ext cx="3604500" cy="2228799"/>
          </a:xfrm>
          <a:prstGeom prst="rect">
            <a:avLst/>
          </a:prstGeom>
          <a:noFill/>
          <a:ln>
            <a:noFill/>
          </a:ln>
        </p:spPr>
      </p:pic>
      <p:grpSp>
        <p:nvGrpSpPr>
          <p:cNvPr id="934" name="Google Shape;934;p42"/>
          <p:cNvGrpSpPr/>
          <p:nvPr/>
        </p:nvGrpSpPr>
        <p:grpSpPr>
          <a:xfrm rot="0">
            <a:off x="1738925" y="4718600"/>
            <a:ext cx="5666144" cy="116400"/>
            <a:chOff x="1738925" y="4718600"/>
            <a:chExt cx="5666144" cy="116400"/>
          </a:xfrm>
        </p:grpSpPr>
        <p:sp>
          <p:nvSpPr>
            <p:cNvPr id="935" name="Google Shape;935;p42">
              <a:hlinkClick r:id="rId6"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36" name="Google Shape;936;p42">
              <a:hlinkClick r:id="rId7"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37" name="Google Shape;937;p42">
              <a:hlinkClick r:id="rId8"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38" name="Google Shape;938;p42">
              <a:hlinkClick r:id="rId9"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39" name="Google Shape;939;p42">
              <a:hlinkClick r:id="rId10"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40" name="Google Shape;940;p42">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41" name="Google Shape;941;p42">
              <a:hlinkClick r:id="rId11"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42" name="Google Shape;942;p42">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43" name="Google Shape;943;p42">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44" name="Google Shape;944;p42">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45" name="Google Shape;945;p42">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46" name="Google Shape;946;p42">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47" name="Google Shape;947;p42">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48" name="Google Shape;948;p42">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49" name="Google Shape;949;p42">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50" name="Google Shape;950;p42">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51" name="Google Shape;951;p42">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52" name="Google Shape;952;p42">
              <a:hlinkClick r:id="" action="ppaction://noaction"/>
            </p:cNvPr>
            <p:cNvSpPr/>
            <p:nvPr/>
          </p:nvSpPr>
          <p:spPr>
            <a:xfrm>
              <a:off x="6996577"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53" name="Google Shape;953;p42">
              <a:hlinkClick r:id="rId12" action="ppaction://hlinksldjump"/>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54" name="Google Shape;954;p42">
              <a:hlinkClick r:id="rId13"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pSp>
        <p:nvGrpSpPr>
          <p:cNvPr id="245" name="Google Shape;245;p25"/>
          <p:cNvGrpSpPr/>
          <p:nvPr/>
        </p:nvGrpSpPr>
        <p:grpSpPr>
          <a:xfrm rot="0">
            <a:off x="1738925" y="4718600"/>
            <a:ext cx="5666144" cy="116400"/>
            <a:chOff x="1738925" y="4718600"/>
            <a:chExt cx="5666144" cy="116400"/>
          </a:xfrm>
        </p:grpSpPr>
        <p:sp>
          <p:nvSpPr>
            <p:cNvPr id="246" name="Google Shape;246;p25">
              <a:hlinkClick r:id="rId3"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47" name="Google Shape;247;p25">
              <a:hlinkClick r:id="rId4" action="ppaction://hlinksldjump"/>
            </p:cNvPr>
            <p:cNvSpPr/>
            <p:nvPr/>
          </p:nvSpPr>
          <p:spPr>
            <a:xfrm>
              <a:off x="2031017"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48" name="Google Shape;248;p25">
              <a:hlinkClick r:id="rId5"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49" name="Google Shape;249;p25">
              <a:hlinkClick r:id="rId6"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50" name="Google Shape;250;p25">
              <a:hlinkClick r:id="rId7"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51" name="Google Shape;251;p25">
              <a:hlinkClick r:id="rId8"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52" name="Google Shape;252;p25">
              <a:hlinkClick r:id="rId9" action="ppaction://hlinksldjump"/>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53" name="Google Shape;253;p25">
              <a:hlinkClick r:id="rId10"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54" name="Google Shape;254;p25">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55" name="Google Shape;255;p25">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56" name="Google Shape;256;p25">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57" name="Google Shape;257;p25">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58" name="Google Shape;258;p25">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59" name="Google Shape;259;p25">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60" name="Google Shape;260;p25">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61" name="Google Shape;261;p25">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62" name="Google Shape;262;p25">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63" name="Google Shape;263;p25">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64" name="Google Shape;264;p25">
              <a:hlinkClick r:id="rId11" action="ppaction://hlinksldjump"/>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65" name="Google Shape;265;p25">
              <a:hlinkClick r:id="rId12" action="ppaction://hlinksldjump"/>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
        <p:nvSpPr>
          <p:cNvPr id="266" name="Google Shape;55;p6"/>
          <p:cNvSpPr>
            <a:spLocks noGrp="1"/>
          </p:cNvSpPr>
          <p:nvPr>
            <p:ph type="title" idx="0"/>
          </p:nvPr>
        </p:nvSpPr>
        <p:spPr/>
        <p:txBody>
          <a:bodyPr/>
          <a:lstStyle/>
          <a:p>
            <a:pPr>
              <a:defRPr/>
            </a:pPr>
            <a:r>
              <a:rPr lang="ko-KR" altLang="en-US"/>
              <a:t>목 차</a:t>
            </a:r>
            <a:endParaRPr lang="ko-KR" altLang="en-US"/>
          </a:p>
        </p:txBody>
      </p:sp>
      <p:sp>
        <p:nvSpPr>
          <p:cNvPr id="268" name="Google Shape;271;p26"/>
          <p:cNvSpPr txBox="1"/>
          <p:nvPr/>
        </p:nvSpPr>
        <p:spPr>
          <a:xfrm>
            <a:off x="1505400" y="1504162"/>
            <a:ext cx="734700" cy="572700"/>
          </a:xfrm>
          <a:prstGeom prst="rect">
            <a:avLst/>
          </a:prstGeom>
          <a:noFill/>
          <a:ln w="19050" cap="flat" cmpd="sng">
            <a:solidFill>
              <a:srgbClr val="538786">
                <a:alpha val="100000"/>
              </a:srgbClr>
            </a:solidFill>
            <a:prstDash val="solid"/>
            <a:round/>
            <a:headEnd w="sm" len="sm"/>
            <a:tailEnd w="sm" len="sm"/>
          </a:ln>
        </p:spPr>
        <p:txBody>
          <a:bodyPr wrap="square" lIns="91424" tIns="91424" rIns="91424" bIns="91424" anchor="b" anchorCtr="0">
            <a:noAutofit/>
          </a:bodyPr>
          <a:p>
            <a:pPr marL="0" marR="0" lvl="0" indent="0" algn="ctr" rtl="0" eaLnBrk="1" latinLnBrk="0" hangingPunct="1">
              <a:lnSpc>
                <a:spcPct val="100000"/>
              </a:lnSpc>
              <a:spcBef>
                <a:spcPts val="0"/>
              </a:spcBef>
              <a:spcAft>
                <a:spcPts val="0"/>
              </a:spcAft>
              <a:buClr>
                <a:schemeClr val="dk1"/>
              </a:buClr>
              <a:buSzPct val="25000"/>
              <a:buFont typeface="Darker Grotesque Black"/>
              <a:buNone/>
              <a:defRPr/>
            </a:pPr>
            <a:r>
              <a:rPr xmlns:mc="http://schemas.openxmlformats.org/markup-compatibility/2006" xmlns:hp="http://schemas.haansoft.com/office/presentation/8.0" kumimoji="0" lang="en" sz="3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01</a:t>
            </a:r>
            <a:endParaRPr xmlns:mc="http://schemas.openxmlformats.org/markup-compatibility/2006" xmlns:hp="http://schemas.haansoft.com/office/presentation/8.0" kumimoji="0" sz="3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endParaRPr>
          </a:p>
        </p:txBody>
      </p:sp>
      <p:sp>
        <p:nvSpPr>
          <p:cNvPr id="269" name="Google Shape;272;p26"/>
          <p:cNvSpPr txBox="1"/>
          <p:nvPr/>
        </p:nvSpPr>
        <p:spPr>
          <a:xfrm>
            <a:off x="1505400" y="3090116"/>
            <a:ext cx="734700" cy="572700"/>
          </a:xfrm>
          <a:prstGeom prst="rect">
            <a:avLst/>
          </a:prstGeom>
          <a:noFill/>
          <a:ln w="19050" cap="flat" cmpd="sng">
            <a:solidFill>
              <a:srgbClr val="538786">
                <a:alpha val="100000"/>
              </a:srgbClr>
            </a:solidFill>
            <a:prstDash val="solid"/>
            <a:round/>
            <a:headEnd w="sm" len="sm"/>
            <a:tailEnd w="sm" len="sm"/>
          </a:ln>
        </p:spPr>
        <p:txBody>
          <a:bodyPr wrap="square" lIns="91424" tIns="91424" rIns="91424" bIns="91424" anchor="b" anchorCtr="0">
            <a:noAutofit/>
          </a:bodyPr>
          <a:p>
            <a:pPr marL="0" marR="0" lvl="0" indent="0" algn="ctr" rtl="0" eaLnBrk="1" latinLnBrk="0" hangingPunct="1">
              <a:lnSpc>
                <a:spcPct val="100000"/>
              </a:lnSpc>
              <a:spcBef>
                <a:spcPts val="0"/>
              </a:spcBef>
              <a:spcAft>
                <a:spcPts val="0"/>
              </a:spcAft>
              <a:buClr>
                <a:schemeClr val="dk1"/>
              </a:buClr>
              <a:buSzPct val="25000"/>
              <a:buFont typeface="Darker Grotesque Black"/>
              <a:buNone/>
              <a:defRPr/>
            </a:pPr>
            <a:r>
              <a:rPr xmlns:mc="http://schemas.openxmlformats.org/markup-compatibility/2006" xmlns:hp="http://schemas.haansoft.com/office/presentation/8.0" kumimoji="0" lang="en" sz="3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04</a:t>
            </a:r>
            <a:endParaRPr xmlns:mc="http://schemas.openxmlformats.org/markup-compatibility/2006" xmlns:hp="http://schemas.haansoft.com/office/presentation/8.0" kumimoji="0" sz="3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endParaRPr>
          </a:p>
        </p:txBody>
      </p:sp>
      <p:sp>
        <p:nvSpPr>
          <p:cNvPr id="270" name="Google Shape;273;p26"/>
          <p:cNvSpPr txBox="1"/>
          <p:nvPr/>
        </p:nvSpPr>
        <p:spPr>
          <a:xfrm>
            <a:off x="4204675" y="1504162"/>
            <a:ext cx="734700" cy="572700"/>
          </a:xfrm>
          <a:prstGeom prst="rect">
            <a:avLst/>
          </a:prstGeom>
          <a:noFill/>
          <a:ln w="19050" cap="flat" cmpd="sng">
            <a:solidFill>
              <a:srgbClr val="538786">
                <a:alpha val="100000"/>
              </a:srgbClr>
            </a:solidFill>
            <a:prstDash val="solid"/>
            <a:round/>
            <a:headEnd w="sm" len="sm"/>
            <a:tailEnd w="sm" len="sm"/>
          </a:ln>
        </p:spPr>
        <p:txBody>
          <a:bodyPr wrap="square" lIns="91424" tIns="91424" rIns="91424" bIns="91424" anchor="b" anchorCtr="0">
            <a:noAutofit/>
          </a:bodyPr>
          <a:p>
            <a:pPr marL="0" marR="0" lvl="0" indent="0" algn="ctr" rtl="0" eaLnBrk="1" latinLnBrk="0" hangingPunct="1">
              <a:lnSpc>
                <a:spcPct val="100000"/>
              </a:lnSpc>
              <a:spcBef>
                <a:spcPts val="0"/>
              </a:spcBef>
              <a:spcAft>
                <a:spcPts val="0"/>
              </a:spcAft>
              <a:buClr>
                <a:schemeClr val="dk1"/>
              </a:buClr>
              <a:buSzPct val="25000"/>
              <a:buFont typeface="Darker Grotesque Black"/>
              <a:buNone/>
              <a:defRPr/>
            </a:pPr>
            <a:r>
              <a:rPr xmlns:mc="http://schemas.openxmlformats.org/markup-compatibility/2006" xmlns:hp="http://schemas.haansoft.com/office/presentation/8.0" kumimoji="0" lang="en" sz="3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02</a:t>
            </a:r>
            <a:endParaRPr xmlns:mc="http://schemas.openxmlformats.org/markup-compatibility/2006" xmlns:hp="http://schemas.haansoft.com/office/presentation/8.0" kumimoji="0" sz="3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endParaRPr>
          </a:p>
        </p:txBody>
      </p:sp>
      <p:sp>
        <p:nvSpPr>
          <p:cNvPr id="271" name="Google Shape;274;p26"/>
          <p:cNvSpPr txBox="1"/>
          <p:nvPr/>
        </p:nvSpPr>
        <p:spPr>
          <a:xfrm>
            <a:off x="4204675" y="3090116"/>
            <a:ext cx="734700" cy="572700"/>
          </a:xfrm>
          <a:prstGeom prst="rect">
            <a:avLst/>
          </a:prstGeom>
          <a:noFill/>
          <a:ln w="19050" cap="flat" cmpd="sng">
            <a:solidFill>
              <a:srgbClr val="538786">
                <a:alpha val="100000"/>
              </a:srgbClr>
            </a:solidFill>
            <a:prstDash val="solid"/>
            <a:round/>
            <a:headEnd w="sm" len="sm"/>
            <a:tailEnd w="sm" len="sm"/>
          </a:ln>
        </p:spPr>
        <p:txBody>
          <a:bodyPr wrap="square" lIns="91424" tIns="91424" rIns="91424" bIns="91424" anchor="b" anchorCtr="0">
            <a:noAutofit/>
          </a:bodyPr>
          <a:p>
            <a:pPr marL="0" marR="0" lvl="0" indent="0" algn="ctr" rtl="0" eaLnBrk="1" latinLnBrk="0" hangingPunct="1">
              <a:lnSpc>
                <a:spcPct val="100000"/>
              </a:lnSpc>
              <a:spcBef>
                <a:spcPts val="0"/>
              </a:spcBef>
              <a:spcAft>
                <a:spcPts val="0"/>
              </a:spcAft>
              <a:buClr>
                <a:schemeClr val="dk1"/>
              </a:buClr>
              <a:buSzPct val="25000"/>
              <a:buFont typeface="Darker Grotesque Black"/>
              <a:buNone/>
              <a:defRPr/>
            </a:pPr>
            <a:r>
              <a:rPr xmlns:mc="http://schemas.openxmlformats.org/markup-compatibility/2006" xmlns:hp="http://schemas.haansoft.com/office/presentation/8.0" kumimoji="0" lang="en" sz="3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05</a:t>
            </a:r>
            <a:endParaRPr xmlns:mc="http://schemas.openxmlformats.org/markup-compatibility/2006" xmlns:hp="http://schemas.haansoft.com/office/presentation/8.0" kumimoji="0" sz="3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endParaRPr>
          </a:p>
        </p:txBody>
      </p:sp>
      <p:sp>
        <p:nvSpPr>
          <p:cNvPr id="272" name="Google Shape;275;p26"/>
          <p:cNvSpPr txBox="1"/>
          <p:nvPr/>
        </p:nvSpPr>
        <p:spPr>
          <a:xfrm>
            <a:off x="6903950" y="1504162"/>
            <a:ext cx="734700" cy="572700"/>
          </a:xfrm>
          <a:prstGeom prst="rect">
            <a:avLst/>
          </a:prstGeom>
          <a:noFill/>
          <a:ln w="19050" cap="flat" cmpd="sng">
            <a:solidFill>
              <a:srgbClr val="538786">
                <a:alpha val="100000"/>
              </a:srgbClr>
            </a:solidFill>
            <a:prstDash val="solid"/>
            <a:round/>
            <a:headEnd w="sm" len="sm"/>
            <a:tailEnd w="sm" len="sm"/>
          </a:ln>
        </p:spPr>
        <p:txBody>
          <a:bodyPr wrap="square" lIns="91424" tIns="91424" rIns="91424" bIns="91424" anchor="b" anchorCtr="0">
            <a:noAutofit/>
          </a:bodyPr>
          <a:p>
            <a:pPr marL="0" marR="0" lvl="0" indent="0" algn="ctr" rtl="0" eaLnBrk="1" latinLnBrk="0" hangingPunct="1">
              <a:lnSpc>
                <a:spcPct val="100000"/>
              </a:lnSpc>
              <a:spcBef>
                <a:spcPts val="0"/>
              </a:spcBef>
              <a:spcAft>
                <a:spcPts val="0"/>
              </a:spcAft>
              <a:buClr>
                <a:schemeClr val="dk1"/>
              </a:buClr>
              <a:buSzPct val="25000"/>
              <a:buFont typeface="Darker Grotesque Black"/>
              <a:buNone/>
              <a:defRPr/>
            </a:pPr>
            <a:r>
              <a:rPr xmlns:mc="http://schemas.openxmlformats.org/markup-compatibility/2006" xmlns:hp="http://schemas.haansoft.com/office/presentation/8.0" kumimoji="0" lang="en" sz="3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03</a:t>
            </a:r>
            <a:endParaRPr xmlns:mc="http://schemas.openxmlformats.org/markup-compatibility/2006" xmlns:hp="http://schemas.haansoft.com/office/presentation/8.0" kumimoji="0" sz="3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endParaRPr>
          </a:p>
        </p:txBody>
      </p:sp>
      <p:sp>
        <p:nvSpPr>
          <p:cNvPr id="273" name="Google Shape;276;p26"/>
          <p:cNvSpPr txBox="1"/>
          <p:nvPr/>
        </p:nvSpPr>
        <p:spPr>
          <a:xfrm>
            <a:off x="6903950" y="3090116"/>
            <a:ext cx="734700" cy="572700"/>
          </a:xfrm>
          <a:prstGeom prst="rect">
            <a:avLst/>
          </a:prstGeom>
          <a:noFill/>
          <a:ln w="19050" cap="flat" cmpd="sng">
            <a:solidFill>
              <a:srgbClr val="538786">
                <a:alpha val="100000"/>
              </a:srgbClr>
            </a:solidFill>
            <a:prstDash val="solid"/>
            <a:round/>
            <a:headEnd w="sm" len="sm"/>
            <a:tailEnd w="sm" len="sm"/>
          </a:ln>
        </p:spPr>
        <p:txBody>
          <a:bodyPr wrap="square" lIns="91424" tIns="91424" rIns="91424" bIns="91424" anchor="b" anchorCtr="0">
            <a:noAutofit/>
          </a:bodyPr>
          <a:p>
            <a:pPr marL="0" marR="0" lvl="0" indent="0" algn="ctr" rtl="0" eaLnBrk="1" latinLnBrk="0" hangingPunct="1">
              <a:lnSpc>
                <a:spcPct val="100000"/>
              </a:lnSpc>
              <a:spcBef>
                <a:spcPts val="0"/>
              </a:spcBef>
              <a:spcAft>
                <a:spcPts val="0"/>
              </a:spcAft>
              <a:buClr>
                <a:schemeClr val="dk1"/>
              </a:buClr>
              <a:buSzPct val="25000"/>
              <a:buFont typeface="Darker Grotesque Black"/>
              <a:buNone/>
              <a:defRPr/>
            </a:pPr>
            <a:r>
              <a:rPr xmlns:mc="http://schemas.openxmlformats.org/markup-compatibility/2006" xmlns:hp="http://schemas.haansoft.com/office/presentation/8.0" kumimoji="0" lang="en" sz="3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06</a:t>
            </a:r>
            <a:endParaRPr xmlns:mc="http://schemas.openxmlformats.org/markup-compatibility/2006" xmlns:hp="http://schemas.haansoft.com/office/presentation/8.0" kumimoji="0" sz="3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endParaRPr>
          </a:p>
        </p:txBody>
      </p:sp>
      <p:sp>
        <p:nvSpPr>
          <p:cNvPr id="274" name="Google Shape;277;p26"/>
          <p:cNvSpPr txBox="1"/>
          <p:nvPr/>
        </p:nvSpPr>
        <p:spPr>
          <a:xfrm>
            <a:off x="720000" y="2213388"/>
            <a:ext cx="2305500" cy="509100"/>
          </a:xfrm>
          <a:prstGeom prst="rect">
            <a:avLst/>
          </a:prstGeom>
          <a:noFill/>
          <a:ln>
            <a:noFill/>
          </a:ln>
        </p:spPr>
        <p:txBody>
          <a:bodyPr wrap="square" lIns="91424" tIns="91424" rIns="91424" bIns="91424" anchor="t" anchorCtr="0">
            <a:noAutofit/>
          </a:bodyPr>
          <a:p>
            <a:pPr marL="0" marR="0" lvl="0" indent="0" algn="ctr" rtl="0" eaLnBrk="1" latinLnBrk="0" hangingPunct="1">
              <a:lnSpc>
                <a:spcPct val="100000"/>
              </a:lnSpc>
              <a:spcBef>
                <a:spcPts val="0"/>
              </a:spcBef>
              <a:spcAft>
                <a:spcPts val="0"/>
              </a:spcAft>
              <a:buClr>
                <a:schemeClr val="dk1"/>
              </a:buClr>
              <a:buSzPct val="25000"/>
              <a:buFont typeface="Darker Grotesque"/>
              <a:buNone/>
              <a:defRPr/>
            </a:pPr>
            <a:r>
              <a:rPr xmlns:mc="http://schemas.openxmlformats.org/markup-compatibility/2006" xmlns:hp="http://schemas.haansoft.com/office/presentation/8.0" kumimoji="0" lang="ko-KR" altLang="en-US" sz="2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프로젝트 소개</a:t>
            </a:r>
            <a:endParaRPr xmlns:mc="http://schemas.openxmlformats.org/markup-compatibility/2006" xmlns:hp="http://schemas.haansoft.com/office/presentation/8.0" kumimoji="0" lang="ko-KR" altLang="en-US" sz="2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endParaRPr>
          </a:p>
        </p:txBody>
      </p:sp>
      <p:sp>
        <p:nvSpPr>
          <p:cNvPr id="275" name="Google Shape;278;p26"/>
          <p:cNvSpPr txBox="1"/>
          <p:nvPr/>
        </p:nvSpPr>
        <p:spPr>
          <a:xfrm>
            <a:off x="3419275" y="2213388"/>
            <a:ext cx="2305500" cy="509100"/>
          </a:xfrm>
          <a:prstGeom prst="rect">
            <a:avLst/>
          </a:prstGeom>
          <a:noFill/>
          <a:ln>
            <a:noFill/>
          </a:ln>
        </p:spPr>
        <p:txBody>
          <a:bodyPr wrap="square" lIns="91424" tIns="91424" rIns="91424" bIns="91424" anchor="t" anchorCtr="0">
            <a:noAutofit/>
          </a:bodyPr>
          <a:p>
            <a:pPr marL="0" marR="0" lvl="0" indent="0" algn="ctr" rtl="0" eaLnBrk="1" latinLnBrk="0" hangingPunct="1">
              <a:lnSpc>
                <a:spcPct val="100000"/>
              </a:lnSpc>
              <a:spcBef>
                <a:spcPts val="0"/>
              </a:spcBef>
              <a:spcAft>
                <a:spcPts val="0"/>
              </a:spcAft>
              <a:buClr>
                <a:schemeClr val="dk1"/>
              </a:buClr>
              <a:buSzPct val="25000"/>
              <a:buFont typeface="Darker Grotesque"/>
              <a:buNone/>
              <a:defRPr/>
            </a:pPr>
            <a:r>
              <a:rPr xmlns:mc="http://schemas.openxmlformats.org/markup-compatibility/2006" xmlns:hp="http://schemas.haansoft.com/office/presentation/8.0" kumimoji="0" lang="ko-KR" altLang="en-US" sz="2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기술 스택</a:t>
            </a:r>
            <a:endParaRPr xmlns:mc="http://schemas.openxmlformats.org/markup-compatibility/2006" xmlns:hp="http://schemas.haansoft.com/office/presentation/8.0" kumimoji="0" lang="ko-KR" altLang="en-US" sz="2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endParaRPr>
          </a:p>
        </p:txBody>
      </p:sp>
      <p:sp>
        <p:nvSpPr>
          <p:cNvPr id="276" name="Google Shape;279;p26"/>
          <p:cNvSpPr txBox="1"/>
          <p:nvPr/>
        </p:nvSpPr>
        <p:spPr>
          <a:xfrm>
            <a:off x="6118550" y="2213388"/>
            <a:ext cx="2305500" cy="509100"/>
          </a:xfrm>
          <a:prstGeom prst="rect">
            <a:avLst/>
          </a:prstGeom>
          <a:noFill/>
          <a:ln>
            <a:noFill/>
          </a:ln>
        </p:spPr>
        <p:txBody>
          <a:bodyPr wrap="square" lIns="91424" tIns="91424" rIns="91424" bIns="91424" anchor="t" anchorCtr="0">
            <a:noAutofit/>
          </a:bodyPr>
          <a:p>
            <a:pPr marL="0" marR="0" lvl="0" indent="0" algn="ctr" rtl="0" eaLnBrk="1" latinLnBrk="0" hangingPunct="1">
              <a:lnSpc>
                <a:spcPct val="100000"/>
              </a:lnSpc>
              <a:spcBef>
                <a:spcPts val="0"/>
              </a:spcBef>
              <a:spcAft>
                <a:spcPts val="0"/>
              </a:spcAft>
              <a:buClr>
                <a:schemeClr val="dk1"/>
              </a:buClr>
              <a:buSzPct val="25000"/>
              <a:buFont typeface="Darker Grotesque"/>
              <a:buNone/>
              <a:defRPr/>
            </a:pPr>
            <a:r>
              <a:rPr xmlns:mc="http://schemas.openxmlformats.org/markup-compatibility/2006" xmlns:hp="http://schemas.haansoft.com/office/presentation/8.0" kumimoji="0" lang="ko-KR" altLang="en-US" sz="2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설계 구조</a:t>
            </a:r>
            <a:endParaRPr xmlns:mc="http://schemas.openxmlformats.org/markup-compatibility/2006" xmlns:hp="http://schemas.haansoft.com/office/presentation/8.0" kumimoji="0" lang="ko-KR" altLang="en-US" sz="2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endParaRPr>
          </a:p>
        </p:txBody>
      </p:sp>
      <p:sp>
        <p:nvSpPr>
          <p:cNvPr id="277" name="Google Shape;280;p26"/>
          <p:cNvSpPr txBox="1"/>
          <p:nvPr/>
        </p:nvSpPr>
        <p:spPr>
          <a:xfrm>
            <a:off x="720000" y="3799263"/>
            <a:ext cx="2305500" cy="509100"/>
          </a:xfrm>
          <a:prstGeom prst="rect">
            <a:avLst/>
          </a:prstGeom>
          <a:noFill/>
          <a:ln>
            <a:noFill/>
          </a:ln>
        </p:spPr>
        <p:txBody>
          <a:bodyPr wrap="square" lIns="91424" tIns="91424" rIns="91424" bIns="91424" anchor="t" anchorCtr="0">
            <a:noAutofit/>
          </a:bodyPr>
          <a:p>
            <a:pPr marL="0" marR="0" lvl="0" indent="0" algn="ctr" rtl="0" eaLnBrk="1" latinLnBrk="0" hangingPunct="1">
              <a:lnSpc>
                <a:spcPct val="100000"/>
              </a:lnSpc>
              <a:spcBef>
                <a:spcPts val="0"/>
              </a:spcBef>
              <a:spcAft>
                <a:spcPts val="0"/>
              </a:spcAft>
              <a:buClr>
                <a:schemeClr val="dk1"/>
              </a:buClr>
              <a:buSzPct val="25000"/>
              <a:buFont typeface="Darker Grotesque"/>
              <a:buNone/>
              <a:defRPr/>
            </a:pPr>
            <a:r>
              <a:rPr xmlns:mc="http://schemas.openxmlformats.org/markup-compatibility/2006" xmlns:hp="http://schemas.haansoft.com/office/presentation/8.0" kumimoji="0" lang="ko-KR" altLang="en-US" sz="2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주요 기능</a:t>
            </a:r>
            <a:endParaRPr xmlns:mc="http://schemas.openxmlformats.org/markup-compatibility/2006" xmlns:hp="http://schemas.haansoft.com/office/presentation/8.0" kumimoji="0" lang="ko-KR" altLang="en-US" sz="2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endParaRPr>
          </a:p>
        </p:txBody>
      </p:sp>
      <p:sp>
        <p:nvSpPr>
          <p:cNvPr id="278" name="Google Shape;281;p26"/>
          <p:cNvSpPr txBox="1"/>
          <p:nvPr/>
        </p:nvSpPr>
        <p:spPr>
          <a:xfrm>
            <a:off x="3419275" y="3799263"/>
            <a:ext cx="2305500" cy="509100"/>
          </a:xfrm>
          <a:prstGeom prst="rect">
            <a:avLst/>
          </a:prstGeom>
          <a:noFill/>
          <a:ln>
            <a:noFill/>
          </a:ln>
        </p:spPr>
        <p:txBody>
          <a:bodyPr wrap="square" lIns="91424" tIns="91424" rIns="91424" bIns="91424" anchor="t" anchorCtr="0">
            <a:noAutofit/>
          </a:bodyPr>
          <a:p>
            <a:pPr marL="0" marR="0" lvl="0" indent="0" algn="ctr" rtl="0" eaLnBrk="1" latinLnBrk="0" hangingPunct="1">
              <a:lnSpc>
                <a:spcPct val="100000"/>
              </a:lnSpc>
              <a:spcBef>
                <a:spcPts val="0"/>
              </a:spcBef>
              <a:spcAft>
                <a:spcPts val="0"/>
              </a:spcAft>
              <a:buClr>
                <a:schemeClr val="dk1"/>
              </a:buClr>
              <a:buSzPct val="25000"/>
              <a:buFont typeface="Darker Grotesque"/>
              <a:buNone/>
              <a:defRPr/>
            </a:pPr>
            <a:r>
              <a:rPr xmlns:mc="http://schemas.openxmlformats.org/markup-compatibility/2006" xmlns:hp="http://schemas.haansoft.com/office/presentation/8.0" kumimoji="0" lang="ko-KR" altLang="en-US" sz="2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문제 해결 및 결과</a:t>
            </a:r>
            <a:endParaRPr xmlns:mc="http://schemas.openxmlformats.org/markup-compatibility/2006" xmlns:hp="http://schemas.haansoft.com/office/presentation/8.0" kumimoji="0" lang="ko-KR" altLang="en-US" sz="2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endParaRPr>
          </a:p>
        </p:txBody>
      </p:sp>
      <p:sp>
        <p:nvSpPr>
          <p:cNvPr id="279" name="Google Shape;282;p26"/>
          <p:cNvSpPr txBox="1"/>
          <p:nvPr/>
        </p:nvSpPr>
        <p:spPr>
          <a:xfrm>
            <a:off x="6118550" y="3799263"/>
            <a:ext cx="2305500" cy="509100"/>
          </a:xfrm>
          <a:prstGeom prst="rect">
            <a:avLst/>
          </a:prstGeom>
          <a:noFill/>
          <a:ln>
            <a:noFill/>
          </a:ln>
        </p:spPr>
        <p:txBody>
          <a:bodyPr wrap="square" lIns="91424" tIns="91424" rIns="91424" bIns="91424" anchor="t" anchorCtr="0">
            <a:noAutofit/>
          </a:bodyPr>
          <a:p>
            <a:pPr marL="0" marR="0" lvl="0" indent="0" algn="ctr" rtl="0" eaLnBrk="1" latinLnBrk="0" hangingPunct="1">
              <a:lnSpc>
                <a:spcPct val="100000"/>
              </a:lnSpc>
              <a:spcBef>
                <a:spcPts val="0"/>
              </a:spcBef>
              <a:spcAft>
                <a:spcPts val="0"/>
              </a:spcAft>
              <a:buClr>
                <a:schemeClr val="dk1"/>
              </a:buClr>
              <a:buSzPct val="25000"/>
              <a:buFont typeface="Darker Grotesque"/>
              <a:buNone/>
              <a:defRPr/>
            </a:pPr>
            <a:r>
              <a:rPr xmlns:mc="http://schemas.openxmlformats.org/markup-compatibility/2006" xmlns:hp="http://schemas.haansoft.com/office/presentation/8.0" kumimoji="0" lang="ko-KR" altLang="en-US" sz="2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결론 및 향후 계획</a:t>
            </a:r>
            <a:endParaRPr xmlns:mc="http://schemas.openxmlformats.org/markup-compatibility/2006" xmlns:hp="http://schemas.haansoft.com/office/presentation/8.0" kumimoji="0" lang="ko-KR" altLang="en-US" sz="2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336" name="Shape 1336"/>
        <p:cNvGrpSpPr/>
        <p:nvPr/>
      </p:nvGrpSpPr>
      <p:grpSpPr>
        <a:xfrm>
          <a:off x="0" y="0"/>
          <a:ext cx="0" cy="0"/>
          <a:chOff x="0" y="0"/>
          <a:chExt cx="0" cy="0"/>
        </a:xfrm>
      </p:grpSpPr>
      <p:sp>
        <p:nvSpPr>
          <p:cNvPr id="1337" name="Google Shape;1337;p49"/>
          <p:cNvSpPr txBox="1"/>
          <p:nvPr/>
        </p:nvSpPr>
        <p:spPr>
          <a:xfrm>
            <a:off x="723400" y="1187975"/>
            <a:ext cx="7697100" cy="1466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This presentation has been made using the following fonts:</a:t>
            </a:r>
            <a:endParaRPr sz="1100">
              <a:solidFill>
                <a:schemeClr val="lt1"/>
              </a:solidFill>
            </a:endParaRPr>
          </a:p>
          <a:p>
            <a:pPr indent="0" lvl="0" marL="0" rtl="0" algn="ctr">
              <a:lnSpc>
                <a:spcPct val="100000"/>
              </a:lnSpc>
              <a:spcBef>
                <a:spcPts val="1000"/>
              </a:spcBef>
              <a:spcAft>
                <a:spcPts val="0"/>
              </a:spcAft>
              <a:buNone/>
            </a:pPr>
            <a:r>
              <a:rPr b="1" lang="en" sz="1100">
                <a:solidFill>
                  <a:schemeClr val="lt1"/>
                </a:solidFill>
              </a:rPr>
              <a:t>Darker Grotesque Black</a:t>
            </a:r>
            <a:endParaRPr b="1" sz="1100">
              <a:solidFill>
                <a:schemeClr val="lt1"/>
              </a:solidFill>
            </a:endParaRPr>
          </a:p>
          <a:p>
            <a:pPr indent="0" lvl="0" marL="0" rtl="0" algn="ctr">
              <a:lnSpc>
                <a:spcPct val="100000"/>
              </a:lnSpc>
              <a:spcBef>
                <a:spcPts val="0"/>
              </a:spcBef>
              <a:spcAft>
                <a:spcPts val="0"/>
              </a:spcAft>
              <a:buNone/>
            </a:pPr>
            <a:r>
              <a:rPr lang="en" sz="1100">
                <a:solidFill>
                  <a:schemeClr val="lt1"/>
                </a:solidFill>
              </a:rPr>
              <a:t>(</a:t>
            </a:r>
            <a:r>
              <a:rPr lang="en" sz="1100" u="sng">
                <a:solidFill>
                  <a:schemeClr val="lt1"/>
                </a:solidFill>
                <a:hlinkClick r:id="rId3">
                  <a:extLst>
                    <a:ext uri="{A12FA001-AC4F-418D-AE19-62706E023703}">
                      <ahyp:hlinkClr val="tx"/>
                    </a:ext>
                  </a:extLst>
                </a:hlinkClick>
              </a:rPr>
              <a:t>https://fonts.google.com/specimen/Darker+Grotesque</a:t>
            </a:r>
            <a:r>
              <a:rPr lang="en" sz="1100">
                <a:solidFill>
                  <a:schemeClr val="lt1"/>
                </a:solidFill>
              </a:rPr>
              <a:t>)</a:t>
            </a:r>
            <a:endParaRPr sz="1100">
              <a:solidFill>
                <a:schemeClr val="lt1"/>
              </a:solidFill>
            </a:endParaRPr>
          </a:p>
          <a:p>
            <a:pPr indent="0" lvl="0" marL="0" rtl="0" algn="ctr">
              <a:lnSpc>
                <a:spcPct val="100000"/>
              </a:lnSpc>
              <a:spcBef>
                <a:spcPts val="0"/>
              </a:spcBef>
              <a:spcAft>
                <a:spcPts val="0"/>
              </a:spcAft>
              <a:buNone/>
            </a:pPr>
            <a:r>
              <a:t/>
            </a:r>
            <a:endParaRPr sz="1100">
              <a:solidFill>
                <a:schemeClr val="lt1"/>
              </a:solidFill>
            </a:endParaRPr>
          </a:p>
          <a:p>
            <a:pPr indent="0" lvl="0" marL="0" rtl="0" algn="ctr">
              <a:lnSpc>
                <a:spcPct val="100000"/>
              </a:lnSpc>
              <a:spcBef>
                <a:spcPts val="0"/>
              </a:spcBef>
              <a:spcAft>
                <a:spcPts val="0"/>
              </a:spcAft>
              <a:buNone/>
            </a:pPr>
            <a:r>
              <a:rPr b="1" lang="en" sz="1100">
                <a:solidFill>
                  <a:schemeClr val="lt1"/>
                </a:solidFill>
              </a:rPr>
              <a:t>Barlow Medium</a:t>
            </a:r>
            <a:endParaRPr b="1" sz="1100">
              <a:solidFill>
                <a:schemeClr val="lt1"/>
              </a:solidFill>
            </a:endParaRPr>
          </a:p>
          <a:p>
            <a:pPr indent="0" lvl="0" marL="0" rtl="0" algn="ctr">
              <a:lnSpc>
                <a:spcPct val="100000"/>
              </a:lnSpc>
              <a:spcBef>
                <a:spcPts val="0"/>
              </a:spcBef>
              <a:spcAft>
                <a:spcPts val="0"/>
              </a:spcAft>
              <a:buNone/>
            </a:pPr>
            <a:r>
              <a:rPr lang="en" sz="1100">
                <a:solidFill>
                  <a:schemeClr val="lt1"/>
                </a:solidFill>
              </a:rPr>
              <a:t>(</a:t>
            </a:r>
            <a:r>
              <a:rPr lang="en" sz="1100" u="sng">
                <a:solidFill>
                  <a:schemeClr val="lt1"/>
                </a:solidFill>
                <a:hlinkClick r:id="rId4">
                  <a:extLst>
                    <a:ext uri="{A12FA001-AC4F-418D-AE19-62706E023703}">
                      <ahyp:hlinkClr val="tx"/>
                    </a:ext>
                  </a:extLst>
                </a:hlinkClick>
              </a:rPr>
              <a:t>https://fonts.google.com/specimen/Barlow</a:t>
            </a:r>
            <a:r>
              <a:rPr lang="en" sz="1100">
                <a:solidFill>
                  <a:schemeClr val="lt1"/>
                </a:solidFill>
              </a:rPr>
              <a:t>)</a:t>
            </a:r>
            <a:endParaRPr sz="1100">
              <a:solidFill>
                <a:schemeClr val="lt1"/>
              </a:solidFill>
            </a:endParaRPr>
          </a:p>
          <a:p>
            <a:pPr indent="0" lvl="0" marL="0" rtl="0" algn="l">
              <a:lnSpc>
                <a:spcPct val="100000"/>
              </a:lnSpc>
              <a:spcBef>
                <a:spcPts val="0"/>
              </a:spcBef>
              <a:spcAft>
                <a:spcPts val="0"/>
              </a:spcAft>
              <a:buNone/>
            </a:pPr>
            <a:r>
              <a:t/>
            </a:r>
            <a:endParaRPr sz="1100">
              <a:solidFill>
                <a:schemeClr val="lt1"/>
              </a:solidFill>
            </a:endParaRPr>
          </a:p>
        </p:txBody>
      </p:sp>
      <p:sp>
        <p:nvSpPr>
          <p:cNvPr id="1338" name="Google Shape;1338;p49"/>
          <p:cNvSpPr/>
          <p:nvPr/>
        </p:nvSpPr>
        <p:spPr>
          <a:xfrm>
            <a:off x="2052600" y="2947175"/>
            <a:ext cx="791400" cy="754200"/>
          </a:xfrm>
          <a:prstGeom prst="roundRect">
            <a:avLst>
              <a:gd fmla="val 16667" name="adj"/>
            </a:avLst>
          </a:prstGeom>
          <a:solidFill>
            <a:srgbClr val="24282A"/>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49"/>
          <p:cNvSpPr/>
          <p:nvPr/>
        </p:nvSpPr>
        <p:spPr>
          <a:xfrm>
            <a:off x="3114420" y="2947175"/>
            <a:ext cx="791400" cy="754200"/>
          </a:xfrm>
          <a:prstGeom prst="roundRect">
            <a:avLst>
              <a:gd fmla="val 16667" name="adj"/>
            </a:avLst>
          </a:prstGeom>
          <a:solidFill>
            <a:srgbClr val="F1E7D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49"/>
          <p:cNvSpPr/>
          <p:nvPr/>
        </p:nvSpPr>
        <p:spPr>
          <a:xfrm>
            <a:off x="4176239" y="2947175"/>
            <a:ext cx="791400" cy="754200"/>
          </a:xfrm>
          <a:prstGeom prst="roundRect">
            <a:avLst>
              <a:gd fmla="val 16667" name="adj"/>
            </a:avLst>
          </a:prstGeom>
          <a:solidFill>
            <a:srgbClr val="FCF6E7"/>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49"/>
          <p:cNvSpPr txBox="1"/>
          <p:nvPr/>
        </p:nvSpPr>
        <p:spPr>
          <a:xfrm>
            <a:off x="2052600"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#24282a</a:t>
            </a:r>
            <a:endParaRPr sz="1000">
              <a:solidFill>
                <a:srgbClr val="FFFFFF"/>
              </a:solidFill>
            </a:endParaRPr>
          </a:p>
        </p:txBody>
      </p:sp>
      <p:sp>
        <p:nvSpPr>
          <p:cNvPr id="1342" name="Google Shape;1342;p49"/>
          <p:cNvSpPr txBox="1"/>
          <p:nvPr/>
        </p:nvSpPr>
        <p:spPr>
          <a:xfrm>
            <a:off x="3114425"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#f1e7d6</a:t>
            </a:r>
            <a:endParaRPr sz="1000"/>
          </a:p>
        </p:txBody>
      </p:sp>
      <p:sp>
        <p:nvSpPr>
          <p:cNvPr id="1343" name="Google Shape;1343;p49"/>
          <p:cNvSpPr txBox="1"/>
          <p:nvPr/>
        </p:nvSpPr>
        <p:spPr>
          <a:xfrm>
            <a:off x="4176250"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#fcf6e7</a:t>
            </a:r>
            <a:endParaRPr sz="1000"/>
          </a:p>
        </p:txBody>
      </p:sp>
      <p:sp>
        <p:nvSpPr>
          <p:cNvPr id="1344" name="Google Shape;1344;p49"/>
          <p:cNvSpPr/>
          <p:nvPr/>
        </p:nvSpPr>
        <p:spPr>
          <a:xfrm>
            <a:off x="5238075" y="2947175"/>
            <a:ext cx="791400" cy="754200"/>
          </a:xfrm>
          <a:prstGeom prst="roundRect">
            <a:avLst>
              <a:gd fmla="val 16667" name="adj"/>
            </a:avLst>
          </a:prstGeom>
          <a:solidFill>
            <a:srgbClr val="EEBB90"/>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49"/>
          <p:cNvSpPr txBox="1"/>
          <p:nvPr/>
        </p:nvSpPr>
        <p:spPr>
          <a:xfrm>
            <a:off x="5238075"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#eebb90</a:t>
            </a:r>
            <a:endParaRPr sz="1000"/>
          </a:p>
        </p:txBody>
      </p:sp>
      <p:sp>
        <p:nvSpPr>
          <p:cNvPr id="1346" name="Google Shape;1346;p49"/>
          <p:cNvSpPr/>
          <p:nvPr/>
        </p:nvSpPr>
        <p:spPr>
          <a:xfrm>
            <a:off x="2583563" y="3878275"/>
            <a:ext cx="791400" cy="754200"/>
          </a:xfrm>
          <a:prstGeom prst="roundRect">
            <a:avLst>
              <a:gd fmla="val 16667" name="adj"/>
            </a:avLst>
          </a:prstGeom>
          <a:solidFill>
            <a:srgbClr val="DD4F3D"/>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49"/>
          <p:cNvSpPr/>
          <p:nvPr/>
        </p:nvSpPr>
        <p:spPr>
          <a:xfrm>
            <a:off x="3645382" y="3878275"/>
            <a:ext cx="791400" cy="754200"/>
          </a:xfrm>
          <a:prstGeom prst="roundRect">
            <a:avLst>
              <a:gd fmla="val 16667" name="adj"/>
            </a:avLst>
          </a:prstGeom>
          <a:solidFill>
            <a:srgbClr val="BBC8BA"/>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49"/>
          <p:cNvSpPr/>
          <p:nvPr/>
        </p:nvSpPr>
        <p:spPr>
          <a:xfrm>
            <a:off x="4707202" y="3878275"/>
            <a:ext cx="791400" cy="754200"/>
          </a:xfrm>
          <a:prstGeom prst="roundRect">
            <a:avLst>
              <a:gd fmla="val 16667" name="adj"/>
            </a:avLst>
          </a:prstGeom>
          <a:solidFill>
            <a:srgbClr val="53878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49"/>
          <p:cNvSpPr txBox="1"/>
          <p:nvPr/>
        </p:nvSpPr>
        <p:spPr>
          <a:xfrm>
            <a:off x="2583563" y="40353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#dd4f3d</a:t>
            </a:r>
            <a:endParaRPr sz="1000">
              <a:solidFill>
                <a:srgbClr val="FFFFFF"/>
              </a:solidFill>
            </a:endParaRPr>
          </a:p>
        </p:txBody>
      </p:sp>
      <p:sp>
        <p:nvSpPr>
          <p:cNvPr id="1350" name="Google Shape;1350;p49"/>
          <p:cNvSpPr txBox="1"/>
          <p:nvPr/>
        </p:nvSpPr>
        <p:spPr>
          <a:xfrm>
            <a:off x="3645388" y="40353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#bbc8ba</a:t>
            </a:r>
            <a:endParaRPr sz="1000"/>
          </a:p>
        </p:txBody>
      </p:sp>
      <p:sp>
        <p:nvSpPr>
          <p:cNvPr id="1351" name="Google Shape;1351;p49"/>
          <p:cNvSpPr txBox="1"/>
          <p:nvPr/>
        </p:nvSpPr>
        <p:spPr>
          <a:xfrm>
            <a:off x="4707213" y="40353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#538786</a:t>
            </a:r>
            <a:endParaRPr sz="1000">
              <a:solidFill>
                <a:schemeClr val="dk1"/>
              </a:solidFill>
            </a:endParaRPr>
          </a:p>
        </p:txBody>
      </p:sp>
      <p:sp>
        <p:nvSpPr>
          <p:cNvPr id="1352" name="Google Shape;1352;p49"/>
          <p:cNvSpPr/>
          <p:nvPr/>
        </p:nvSpPr>
        <p:spPr>
          <a:xfrm>
            <a:off x="5769038" y="3878275"/>
            <a:ext cx="791400" cy="754200"/>
          </a:xfrm>
          <a:prstGeom prst="roundRect">
            <a:avLst>
              <a:gd fmla="val 16667" name="adj"/>
            </a:avLst>
          </a:prstGeom>
          <a:solidFill>
            <a:schemeClr val="lt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49"/>
          <p:cNvSpPr txBox="1"/>
          <p:nvPr/>
        </p:nvSpPr>
        <p:spPr>
          <a:xfrm>
            <a:off x="5769038" y="40353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#ffffff</a:t>
            </a:r>
            <a:endParaRPr sz="1000"/>
          </a:p>
        </p:txBody>
      </p:sp>
      <p:sp>
        <p:nvSpPr>
          <p:cNvPr id="1354" name="Google Shape;1354;p49"/>
          <p:cNvSpPr/>
          <p:nvPr/>
        </p:nvSpPr>
        <p:spPr>
          <a:xfrm>
            <a:off x="6299900" y="2947175"/>
            <a:ext cx="791400" cy="754200"/>
          </a:xfrm>
          <a:prstGeom prst="roundRect">
            <a:avLst>
              <a:gd fmla="val 16667" name="adj"/>
            </a:avLst>
          </a:prstGeom>
          <a:solidFill>
            <a:srgbClr val="E6907D"/>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49"/>
          <p:cNvSpPr txBox="1"/>
          <p:nvPr/>
        </p:nvSpPr>
        <p:spPr>
          <a:xfrm>
            <a:off x="6299900"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#e6907d</a:t>
            </a:r>
            <a:endParaRPr sz="1000">
              <a:solidFill>
                <a:schemeClr val="dk1"/>
              </a:solidFill>
            </a:endParaRPr>
          </a:p>
        </p:txBody>
      </p:sp>
      <p:sp>
        <p:nvSpPr>
          <p:cNvPr id="1356" name="Google Shape;1356;p49"/>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Fonts &amp; colors used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46"/>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t>
            </a:r>
            <a:r>
              <a:rPr lang="en"/>
              <a:t>esources</a:t>
            </a:r>
            <a:endParaRPr>
              <a:solidFill>
                <a:srgbClr val="EEBB90"/>
              </a:solidFill>
            </a:endParaRPr>
          </a:p>
        </p:txBody>
      </p:sp>
      <p:sp>
        <p:nvSpPr>
          <p:cNvPr id="1320" name="Google Shape;1320;p46"/>
          <p:cNvSpPr txBox="1"/>
          <p:nvPr>
            <p:ph idx="1" type="body"/>
          </p:nvPr>
        </p:nvSpPr>
        <p:spPr>
          <a:xfrm>
            <a:off x="720000" y="1215750"/>
            <a:ext cx="7704000" cy="3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Did you like the resources on this template? Get them on these websites:</a:t>
            </a:r>
            <a:endParaRPr/>
          </a:p>
          <a:p>
            <a:pPr indent="0" lvl="0" marL="0" rtl="0" algn="l">
              <a:spcBef>
                <a:spcPts val="1000"/>
              </a:spcBef>
              <a:spcAft>
                <a:spcPts val="0"/>
              </a:spcAft>
              <a:buNone/>
            </a:pPr>
            <a:r>
              <a:rPr b="1" lang="en">
                <a:latin typeface="Barlow"/>
                <a:ea typeface="Barlow"/>
                <a:cs typeface="Barlow"/>
                <a:sym typeface="Barlow"/>
              </a:rPr>
              <a:t>Photos</a:t>
            </a:r>
            <a:endParaRPr b="1">
              <a:latin typeface="Barlow"/>
              <a:ea typeface="Barlow"/>
              <a:cs typeface="Barlow"/>
              <a:sym typeface="Barlow"/>
            </a:endParaRPr>
          </a:p>
          <a:p>
            <a:pPr indent="-304800" lvl="0" marL="457200" rtl="0" algn="l">
              <a:spcBef>
                <a:spcPts val="0"/>
              </a:spcBef>
              <a:spcAft>
                <a:spcPts val="0"/>
              </a:spcAft>
              <a:buSzPts val="1200"/>
              <a:buFont typeface="Barlow"/>
              <a:buChar char="●"/>
            </a:pPr>
            <a:r>
              <a:rPr lang="en" u="sng">
                <a:hlinkClick r:id="rId3"/>
              </a:rPr>
              <a:t>Top view woman working as economist</a:t>
            </a:r>
            <a:endParaRPr/>
          </a:p>
          <a:p>
            <a:pPr indent="-304800" lvl="0" marL="457200" rtl="0" algn="l">
              <a:spcBef>
                <a:spcPts val="0"/>
              </a:spcBef>
              <a:spcAft>
                <a:spcPts val="0"/>
              </a:spcAft>
              <a:buSzPts val="1200"/>
              <a:buFont typeface="Barlow"/>
              <a:buChar char="●"/>
            </a:pPr>
            <a:r>
              <a:rPr lang="en" u="sng">
                <a:hlinkClick r:id="rId4"/>
              </a:rPr>
              <a:t>Woman working on laptop high angle</a:t>
            </a:r>
            <a:endParaRPr b="1">
              <a:latin typeface="Barlow"/>
              <a:ea typeface="Barlow"/>
              <a:cs typeface="Barlow"/>
              <a:sym typeface="Barlow"/>
            </a:endParaRPr>
          </a:p>
          <a:p>
            <a:pPr indent="-304800" lvl="0" marL="457200" rtl="0" algn="l">
              <a:spcBef>
                <a:spcPts val="0"/>
              </a:spcBef>
              <a:spcAft>
                <a:spcPts val="0"/>
              </a:spcAft>
              <a:buSzPts val="1200"/>
              <a:buFont typeface="Barlow Medium"/>
              <a:buChar char="●"/>
            </a:pPr>
            <a:r>
              <a:rPr lang="en" u="sng">
                <a:solidFill>
                  <a:schemeClr val="hlink"/>
                </a:solidFill>
                <a:hlinkClick r:id="rId5"/>
              </a:rPr>
              <a:t>Young woman doing shopping online</a:t>
            </a:r>
            <a:endParaRPr/>
          </a:p>
          <a:p>
            <a:pPr indent="0" lvl="0" marL="0" rtl="0" algn="l">
              <a:spcBef>
                <a:spcPts val="1000"/>
              </a:spcBef>
              <a:spcAft>
                <a:spcPts val="0"/>
              </a:spcAft>
              <a:buNone/>
            </a:pPr>
            <a:r>
              <a:rPr b="1" lang="en">
                <a:latin typeface="Barlow"/>
                <a:ea typeface="Barlow"/>
                <a:cs typeface="Barlow"/>
                <a:sym typeface="Barlow"/>
              </a:rPr>
              <a:t>Icon pack</a:t>
            </a:r>
            <a:endParaRPr b="1">
              <a:latin typeface="Barlow"/>
              <a:ea typeface="Barlow"/>
              <a:cs typeface="Barlow"/>
              <a:sym typeface="Barlow"/>
            </a:endParaRPr>
          </a:p>
          <a:p>
            <a:pPr indent="-304800" lvl="0" marL="457200" rtl="0" algn="l">
              <a:spcBef>
                <a:spcPts val="0"/>
              </a:spcBef>
              <a:spcAft>
                <a:spcPts val="0"/>
              </a:spcAft>
              <a:buSzPts val="1200"/>
              <a:buFont typeface="Barlow"/>
              <a:buChar char="●"/>
            </a:pPr>
            <a:r>
              <a:rPr lang="en" u="sng">
                <a:hlinkClick r:id="rId6"/>
              </a:rPr>
              <a:t>Icon Pack: SEO and SEM | Filled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p45"/>
          <p:cNvSpPr txBox="1"/>
          <p:nvPr>
            <p:ph type="title"/>
          </p:nvPr>
        </p:nvSpPr>
        <p:spPr>
          <a:xfrm>
            <a:off x="720000" y="5212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Alternative resources</a:t>
            </a:r>
            <a:endParaRPr/>
          </a:p>
        </p:txBody>
      </p:sp>
      <p:sp>
        <p:nvSpPr>
          <p:cNvPr id="1291" name="Google Shape;1291;p45"/>
          <p:cNvSpPr txBox="1"/>
          <p:nvPr>
            <p:ph idx="1" type="body"/>
          </p:nvPr>
        </p:nvSpPr>
        <p:spPr>
          <a:xfrm>
            <a:off x="720000" y="1215750"/>
            <a:ext cx="7704000" cy="3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an assortment of alternative resources whose style fits that of this template:</a:t>
            </a:r>
            <a:endParaRPr/>
          </a:p>
          <a:p>
            <a:pPr indent="0" lvl="0" marL="0" rtl="0" algn="l">
              <a:spcBef>
                <a:spcPts val="1000"/>
              </a:spcBef>
              <a:spcAft>
                <a:spcPts val="0"/>
              </a:spcAft>
              <a:buNone/>
            </a:pPr>
            <a:r>
              <a:rPr b="1" lang="en">
                <a:latin typeface="Barlow"/>
                <a:ea typeface="Barlow"/>
                <a:cs typeface="Barlow"/>
                <a:sym typeface="Barlow"/>
              </a:rPr>
              <a:t>Vectors</a:t>
            </a:r>
            <a:endParaRPr b="1">
              <a:latin typeface="Barlow"/>
              <a:ea typeface="Barlow"/>
              <a:cs typeface="Barlow"/>
              <a:sym typeface="Barlow"/>
            </a:endParaRPr>
          </a:p>
          <a:p>
            <a:pPr indent="-304800" lvl="0" marL="457200" rtl="0" algn="l">
              <a:spcBef>
                <a:spcPts val="1000"/>
              </a:spcBef>
              <a:spcAft>
                <a:spcPts val="0"/>
              </a:spcAft>
              <a:buSzPts val="1200"/>
              <a:buFont typeface="Barlow Medium"/>
              <a:buChar char="●"/>
            </a:pPr>
            <a:r>
              <a:rPr lang="en" u="sng">
                <a:hlinkClick r:id="rId3"/>
              </a:rPr>
              <a:t>Flat design ui ux background illustrated</a:t>
            </a:r>
            <a:endParaRPr/>
          </a:p>
          <a:p>
            <a:pPr indent="-304800" lvl="0" marL="457200" rtl="0" algn="l">
              <a:spcBef>
                <a:spcPts val="0"/>
              </a:spcBef>
              <a:spcAft>
                <a:spcPts val="0"/>
              </a:spcAft>
              <a:buSzPts val="1200"/>
              <a:buFont typeface="Barlow Medium"/>
              <a:buChar char="●"/>
            </a:pPr>
            <a:r>
              <a:rPr lang="en" u="sng">
                <a:hlinkClick r:id="rId4"/>
              </a:rPr>
              <a:t>Gradient ui/ux landing page template</a:t>
            </a:r>
            <a:endParaRPr/>
          </a:p>
        </p:txBody>
      </p:sp>
      <p:grpSp>
        <p:nvGrpSpPr>
          <p:cNvPr id="1292" name="Google Shape;1292;p45"/>
          <p:cNvGrpSpPr/>
          <p:nvPr/>
        </p:nvGrpSpPr>
        <p:grpSpPr>
          <a:xfrm>
            <a:off x="2472213" y="2838325"/>
            <a:ext cx="177900" cy="1600200"/>
            <a:chOff x="1817300" y="2631450"/>
            <a:chExt cx="177900" cy="1600200"/>
          </a:xfrm>
        </p:grpSpPr>
        <p:sp>
          <p:nvSpPr>
            <p:cNvPr id="1293" name="Google Shape;1293;p45"/>
            <p:cNvSpPr/>
            <p:nvPr/>
          </p:nvSpPr>
          <p:spPr>
            <a:xfrm>
              <a:off x="1817300" y="2631450"/>
              <a:ext cx="177900" cy="1600200"/>
            </a:xfrm>
            <a:prstGeom prst="roundRect">
              <a:avLst>
                <a:gd fmla="val 50000" name="adj"/>
              </a:avLst>
            </a:prstGeom>
            <a:solidFill>
              <a:schemeClr val="accent3"/>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sp>
          <p:nvSpPr>
            <p:cNvPr id="1294" name="Google Shape;1294;p45"/>
            <p:cNvSpPr/>
            <p:nvPr/>
          </p:nvSpPr>
          <p:spPr>
            <a:xfrm>
              <a:off x="1847175" y="2680375"/>
              <a:ext cx="118200" cy="118200"/>
            </a:xfrm>
            <a:prstGeom prst="ellipse">
              <a:avLst/>
            </a:prstGeom>
            <a:solidFill>
              <a:schemeClr val="accen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grpSp>
      <p:grpSp>
        <p:nvGrpSpPr>
          <p:cNvPr id="1295" name="Google Shape;1295;p45"/>
          <p:cNvGrpSpPr/>
          <p:nvPr/>
        </p:nvGrpSpPr>
        <p:grpSpPr>
          <a:xfrm>
            <a:off x="3245788" y="3100488"/>
            <a:ext cx="405600" cy="405600"/>
            <a:chOff x="2698475" y="2873125"/>
            <a:chExt cx="405600" cy="405600"/>
          </a:xfrm>
        </p:grpSpPr>
        <p:sp>
          <p:nvSpPr>
            <p:cNvPr id="1296" name="Google Shape;1296;p45"/>
            <p:cNvSpPr/>
            <p:nvPr/>
          </p:nvSpPr>
          <p:spPr>
            <a:xfrm>
              <a:off x="2698475" y="2873125"/>
              <a:ext cx="405600" cy="405600"/>
            </a:xfrm>
            <a:prstGeom prst="ellipse">
              <a:avLst/>
            </a:prstGeom>
            <a:solidFill>
              <a:schemeClr val="dk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sp>
          <p:nvSpPr>
            <p:cNvPr id="1297" name="Google Shape;1297;p45"/>
            <p:cNvSpPr/>
            <p:nvPr/>
          </p:nvSpPr>
          <p:spPr>
            <a:xfrm rot="5400000">
              <a:off x="2822625" y="2975725"/>
              <a:ext cx="231600" cy="200400"/>
            </a:xfrm>
            <a:prstGeom prst="triangle">
              <a:avLst>
                <a:gd fmla="val 50000" name="adj"/>
              </a:avLst>
            </a:prstGeom>
            <a:solidFill>
              <a:schemeClr val="accent3"/>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grpSp>
      <p:grpSp>
        <p:nvGrpSpPr>
          <p:cNvPr id="1298" name="Google Shape;1298;p45"/>
          <p:cNvGrpSpPr/>
          <p:nvPr/>
        </p:nvGrpSpPr>
        <p:grpSpPr>
          <a:xfrm>
            <a:off x="4147813" y="3410875"/>
            <a:ext cx="1050900" cy="455100"/>
            <a:chOff x="3335675" y="3063450"/>
            <a:chExt cx="1050900" cy="455100"/>
          </a:xfrm>
        </p:grpSpPr>
        <p:sp>
          <p:nvSpPr>
            <p:cNvPr id="1299" name="Google Shape;1299;p45"/>
            <p:cNvSpPr/>
            <p:nvPr/>
          </p:nvSpPr>
          <p:spPr>
            <a:xfrm>
              <a:off x="3335675" y="3063450"/>
              <a:ext cx="1050900" cy="455100"/>
            </a:xfrm>
            <a:prstGeom prst="roundRect">
              <a:avLst>
                <a:gd fmla="val 16667" name="adj"/>
              </a:avLst>
            </a:prstGeom>
            <a:solidFill>
              <a:schemeClr val="lt1"/>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sp>
          <p:nvSpPr>
            <p:cNvPr id="1300" name="Google Shape;1300;p45"/>
            <p:cNvSpPr/>
            <p:nvPr/>
          </p:nvSpPr>
          <p:spPr>
            <a:xfrm>
              <a:off x="3377050" y="3113100"/>
              <a:ext cx="281400" cy="355800"/>
            </a:xfrm>
            <a:prstGeom prst="roundRect">
              <a:avLst>
                <a:gd fmla="val 16667" name="adj"/>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sp>
          <p:nvSpPr>
            <p:cNvPr id="1301" name="Google Shape;1301;p45"/>
            <p:cNvSpPr/>
            <p:nvPr/>
          </p:nvSpPr>
          <p:spPr>
            <a:xfrm>
              <a:off x="3720425" y="3113100"/>
              <a:ext cx="281400" cy="355800"/>
            </a:xfrm>
            <a:prstGeom prst="roundRect">
              <a:avLst>
                <a:gd fmla="val 16667" name="adj"/>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sp>
          <p:nvSpPr>
            <p:cNvPr id="1302" name="Google Shape;1302;p45"/>
            <p:cNvSpPr/>
            <p:nvPr/>
          </p:nvSpPr>
          <p:spPr>
            <a:xfrm>
              <a:off x="4063800" y="3113100"/>
              <a:ext cx="281400" cy="3558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grpSp>
      <p:grpSp>
        <p:nvGrpSpPr>
          <p:cNvPr id="1303" name="Google Shape;1303;p45"/>
          <p:cNvGrpSpPr/>
          <p:nvPr/>
        </p:nvGrpSpPr>
        <p:grpSpPr>
          <a:xfrm>
            <a:off x="5695138" y="3057325"/>
            <a:ext cx="976653" cy="1162200"/>
            <a:chOff x="5371350" y="3210200"/>
            <a:chExt cx="976653" cy="1162200"/>
          </a:xfrm>
        </p:grpSpPr>
        <p:sp>
          <p:nvSpPr>
            <p:cNvPr id="1304" name="Google Shape;1304;p45"/>
            <p:cNvSpPr/>
            <p:nvPr/>
          </p:nvSpPr>
          <p:spPr>
            <a:xfrm>
              <a:off x="5371350" y="3210200"/>
              <a:ext cx="129300" cy="1162200"/>
            </a:xfrm>
            <a:prstGeom prst="roundRect">
              <a:avLst>
                <a:gd fmla="val 50000" name="adj"/>
              </a:avLst>
            </a:prstGeom>
            <a:solidFill>
              <a:schemeClr val="l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sp>
          <p:nvSpPr>
            <p:cNvPr id="1305" name="Google Shape;1305;p45"/>
            <p:cNvSpPr/>
            <p:nvPr/>
          </p:nvSpPr>
          <p:spPr>
            <a:xfrm>
              <a:off x="5653801" y="3210200"/>
              <a:ext cx="129300" cy="1162200"/>
            </a:xfrm>
            <a:prstGeom prst="roundRect">
              <a:avLst>
                <a:gd fmla="val 50000" name="adj"/>
              </a:avLst>
            </a:prstGeom>
            <a:solidFill>
              <a:schemeClr val="l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sp>
          <p:nvSpPr>
            <p:cNvPr id="1306" name="Google Shape;1306;p45"/>
            <p:cNvSpPr/>
            <p:nvPr/>
          </p:nvSpPr>
          <p:spPr>
            <a:xfrm>
              <a:off x="5936252" y="3210200"/>
              <a:ext cx="129300" cy="1162200"/>
            </a:xfrm>
            <a:prstGeom prst="roundRect">
              <a:avLst>
                <a:gd fmla="val 50000" name="adj"/>
              </a:avLst>
            </a:prstGeom>
            <a:solidFill>
              <a:schemeClr val="l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sp>
          <p:nvSpPr>
            <p:cNvPr id="1307" name="Google Shape;1307;p45"/>
            <p:cNvSpPr/>
            <p:nvPr/>
          </p:nvSpPr>
          <p:spPr>
            <a:xfrm>
              <a:off x="6218703" y="3210200"/>
              <a:ext cx="129300" cy="1162200"/>
            </a:xfrm>
            <a:prstGeom prst="roundRect">
              <a:avLst>
                <a:gd fmla="val 50000" name="adj"/>
              </a:avLst>
            </a:prstGeom>
            <a:solidFill>
              <a:schemeClr val="l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sp>
          <p:nvSpPr>
            <p:cNvPr id="1308" name="Google Shape;1308;p45"/>
            <p:cNvSpPr/>
            <p:nvPr/>
          </p:nvSpPr>
          <p:spPr>
            <a:xfrm>
              <a:off x="5371350" y="3799700"/>
              <a:ext cx="129300" cy="572700"/>
            </a:xfrm>
            <a:prstGeom prst="roundRect">
              <a:avLst>
                <a:gd fmla="val 50000"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sp>
          <p:nvSpPr>
            <p:cNvPr id="1309" name="Google Shape;1309;p45"/>
            <p:cNvSpPr/>
            <p:nvPr/>
          </p:nvSpPr>
          <p:spPr>
            <a:xfrm>
              <a:off x="5653800" y="3486800"/>
              <a:ext cx="129300" cy="885600"/>
            </a:xfrm>
            <a:prstGeom prst="roundRect">
              <a:avLst>
                <a:gd fmla="val 50000"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sp>
          <p:nvSpPr>
            <p:cNvPr id="1310" name="Google Shape;1310;p45"/>
            <p:cNvSpPr/>
            <p:nvPr/>
          </p:nvSpPr>
          <p:spPr>
            <a:xfrm>
              <a:off x="5936250" y="4024700"/>
              <a:ext cx="129300" cy="347700"/>
            </a:xfrm>
            <a:prstGeom prst="roundRect">
              <a:avLst>
                <a:gd fmla="val 50000"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sp>
          <p:nvSpPr>
            <p:cNvPr id="1311" name="Google Shape;1311;p45"/>
            <p:cNvSpPr/>
            <p:nvPr/>
          </p:nvSpPr>
          <p:spPr>
            <a:xfrm>
              <a:off x="6218700" y="3619100"/>
              <a:ext cx="129300" cy="753300"/>
            </a:xfrm>
            <a:prstGeom prst="roundRect">
              <a:avLst>
                <a:gd fmla="val 50000" name="adj"/>
              </a:avLst>
            </a:pr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grpSp>
      <p:grpSp>
        <p:nvGrpSpPr>
          <p:cNvPr id="1312" name="Google Shape;1312;p45"/>
          <p:cNvGrpSpPr/>
          <p:nvPr/>
        </p:nvGrpSpPr>
        <p:grpSpPr>
          <a:xfrm>
            <a:off x="3245788" y="3770763"/>
            <a:ext cx="405600" cy="405600"/>
            <a:chOff x="6356075" y="3435625"/>
            <a:chExt cx="405600" cy="405600"/>
          </a:xfrm>
        </p:grpSpPr>
        <p:sp>
          <p:nvSpPr>
            <p:cNvPr id="1313" name="Google Shape;1313;p45"/>
            <p:cNvSpPr/>
            <p:nvPr/>
          </p:nvSpPr>
          <p:spPr>
            <a:xfrm>
              <a:off x="6356075" y="3435625"/>
              <a:ext cx="405600" cy="405600"/>
            </a:xfrm>
            <a:prstGeom prst="ellipse">
              <a:avLst/>
            </a:prstGeom>
            <a:solidFill>
              <a:schemeClr val="dk2"/>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sp>
          <p:nvSpPr>
            <p:cNvPr id="1314" name="Google Shape;1314;p45"/>
            <p:cNvSpPr/>
            <p:nvPr/>
          </p:nvSpPr>
          <p:spPr>
            <a:xfrm rot="5400000">
              <a:off x="6421075" y="3535100"/>
              <a:ext cx="275700" cy="206700"/>
            </a:xfrm>
            <a:prstGeom prst="rightArrow">
              <a:avLst>
                <a:gd fmla="val 50000" name="adj1"/>
                <a:gd fmla="val 50000" name="adj2"/>
              </a:avLst>
            </a:prstGeom>
            <a:solidFill>
              <a:schemeClr val="accent3"/>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Barlow Medium"/>
                <a:ea typeface="Barlow Medium"/>
                <a:cs typeface="Barlow Medium"/>
                <a:sym typeface="Barlow Medium"/>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5290" name="Shape 5290"/>
        <p:cNvGrpSpPr/>
        <p:nvPr/>
      </p:nvGrpSpPr>
      <p:grpSpPr>
        <a:xfrm>
          <a:off x="0" y="0"/>
          <a:ext cx="0" cy="0"/>
          <a:chOff x="0" y="0"/>
          <a:chExt cx="0" cy="0"/>
        </a:xfrm>
      </p:grpSpPr>
      <p:grpSp>
        <p:nvGrpSpPr>
          <p:cNvPr id="5291" name="Google Shape;5291;p57"/>
          <p:cNvGrpSpPr/>
          <p:nvPr/>
        </p:nvGrpSpPr>
        <p:grpSpPr>
          <a:xfrm>
            <a:off x="821785" y="2307635"/>
            <a:ext cx="339235" cy="298186"/>
            <a:chOff x="898875" y="244725"/>
            <a:chExt cx="481800" cy="423500"/>
          </a:xfrm>
        </p:grpSpPr>
        <p:sp>
          <p:nvSpPr>
            <p:cNvPr id="5292" name="Google Shape;5292;p57"/>
            <p:cNvSpPr/>
            <p:nvPr/>
          </p:nvSpPr>
          <p:spPr>
            <a:xfrm>
              <a:off x="1125675" y="470575"/>
              <a:ext cx="28275" cy="28250"/>
            </a:xfrm>
            <a:custGeom>
              <a:rect b="b" l="l" r="r" t="t"/>
              <a:pathLst>
                <a:path extrusionOk="0" h="1130" w="1131">
                  <a:moveTo>
                    <a:pt x="564" y="1"/>
                  </a:moveTo>
                  <a:cubicBezTo>
                    <a:pt x="251" y="1"/>
                    <a:pt x="1" y="251"/>
                    <a:pt x="1" y="564"/>
                  </a:cubicBezTo>
                  <a:cubicBezTo>
                    <a:pt x="1" y="877"/>
                    <a:pt x="251" y="1130"/>
                    <a:pt x="564" y="1130"/>
                  </a:cubicBezTo>
                  <a:cubicBezTo>
                    <a:pt x="877" y="1130"/>
                    <a:pt x="1130" y="877"/>
                    <a:pt x="1130" y="564"/>
                  </a:cubicBezTo>
                  <a:cubicBezTo>
                    <a:pt x="1130" y="251"/>
                    <a:pt x="877" y="1"/>
                    <a:pt x="5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293" name="Google Shape;5293;p57"/>
            <p:cNvSpPr/>
            <p:nvPr/>
          </p:nvSpPr>
          <p:spPr>
            <a:xfrm>
              <a:off x="898875" y="244725"/>
              <a:ext cx="481800" cy="225875"/>
            </a:xfrm>
            <a:custGeom>
              <a:rect b="b" l="l" r="r" t="t"/>
              <a:pathLst>
                <a:path extrusionOk="0" h="9035" w="19272">
                  <a:moveTo>
                    <a:pt x="2825" y="1130"/>
                  </a:moveTo>
                  <a:cubicBezTo>
                    <a:pt x="3135" y="1130"/>
                    <a:pt x="3388" y="1380"/>
                    <a:pt x="3388" y="1693"/>
                  </a:cubicBezTo>
                  <a:lnTo>
                    <a:pt x="3388" y="2259"/>
                  </a:lnTo>
                  <a:lnTo>
                    <a:pt x="2258" y="2259"/>
                  </a:lnTo>
                  <a:lnTo>
                    <a:pt x="2258" y="1693"/>
                  </a:lnTo>
                  <a:cubicBezTo>
                    <a:pt x="2258" y="1380"/>
                    <a:pt x="2511" y="1130"/>
                    <a:pt x="2825" y="1130"/>
                  </a:cubicBezTo>
                  <a:close/>
                  <a:moveTo>
                    <a:pt x="11894" y="1130"/>
                  </a:moveTo>
                  <a:cubicBezTo>
                    <a:pt x="12208" y="1130"/>
                    <a:pt x="12461" y="1380"/>
                    <a:pt x="12461" y="1693"/>
                  </a:cubicBezTo>
                  <a:lnTo>
                    <a:pt x="12461" y="2259"/>
                  </a:lnTo>
                  <a:lnTo>
                    <a:pt x="6814" y="2259"/>
                  </a:lnTo>
                  <a:lnTo>
                    <a:pt x="6814" y="1693"/>
                  </a:lnTo>
                  <a:cubicBezTo>
                    <a:pt x="6814" y="1380"/>
                    <a:pt x="7064" y="1130"/>
                    <a:pt x="7378" y="1130"/>
                  </a:cubicBezTo>
                  <a:close/>
                  <a:moveTo>
                    <a:pt x="5083" y="4518"/>
                  </a:moveTo>
                  <a:cubicBezTo>
                    <a:pt x="5586" y="4518"/>
                    <a:pt x="5836" y="5123"/>
                    <a:pt x="5480" y="5481"/>
                  </a:cubicBezTo>
                  <a:cubicBezTo>
                    <a:pt x="5366" y="5596"/>
                    <a:pt x="5225" y="5647"/>
                    <a:pt x="5086" y="5647"/>
                  </a:cubicBezTo>
                  <a:cubicBezTo>
                    <a:pt x="4796" y="5647"/>
                    <a:pt x="4517" y="5422"/>
                    <a:pt x="4517" y="5081"/>
                  </a:cubicBezTo>
                  <a:cubicBezTo>
                    <a:pt x="4517" y="4768"/>
                    <a:pt x="4770" y="4518"/>
                    <a:pt x="5083" y="4518"/>
                  </a:cubicBezTo>
                  <a:close/>
                  <a:moveTo>
                    <a:pt x="2825" y="1"/>
                  </a:moveTo>
                  <a:cubicBezTo>
                    <a:pt x="1888" y="1"/>
                    <a:pt x="1129" y="757"/>
                    <a:pt x="1129" y="1693"/>
                  </a:cubicBezTo>
                  <a:lnTo>
                    <a:pt x="1129" y="2362"/>
                  </a:lnTo>
                  <a:cubicBezTo>
                    <a:pt x="455" y="2600"/>
                    <a:pt x="3" y="3235"/>
                    <a:pt x="0" y="3952"/>
                  </a:cubicBezTo>
                  <a:lnTo>
                    <a:pt x="0" y="4518"/>
                  </a:lnTo>
                  <a:lnTo>
                    <a:pt x="1695" y="4518"/>
                  </a:lnTo>
                  <a:cubicBezTo>
                    <a:pt x="2629" y="4518"/>
                    <a:pt x="3388" y="5274"/>
                    <a:pt x="3388" y="6210"/>
                  </a:cubicBezTo>
                  <a:lnTo>
                    <a:pt x="3388" y="9035"/>
                  </a:lnTo>
                  <a:lnTo>
                    <a:pt x="5742" y="9035"/>
                  </a:lnTo>
                  <a:cubicBezTo>
                    <a:pt x="6016" y="7123"/>
                    <a:pt x="7652" y="5647"/>
                    <a:pt x="9636" y="5647"/>
                  </a:cubicBezTo>
                  <a:cubicBezTo>
                    <a:pt x="11620" y="5647"/>
                    <a:pt x="13256" y="7123"/>
                    <a:pt x="13533" y="9035"/>
                  </a:cubicBezTo>
                  <a:lnTo>
                    <a:pt x="15884" y="9035"/>
                  </a:lnTo>
                  <a:lnTo>
                    <a:pt x="15884" y="6210"/>
                  </a:lnTo>
                  <a:cubicBezTo>
                    <a:pt x="15884" y="5274"/>
                    <a:pt x="16643" y="4518"/>
                    <a:pt x="17580" y="4518"/>
                  </a:cubicBezTo>
                  <a:lnTo>
                    <a:pt x="19272" y="4518"/>
                  </a:lnTo>
                  <a:lnTo>
                    <a:pt x="19272" y="3952"/>
                  </a:lnTo>
                  <a:cubicBezTo>
                    <a:pt x="19272" y="3015"/>
                    <a:pt x="18513" y="2259"/>
                    <a:pt x="17580" y="2259"/>
                  </a:cubicBezTo>
                  <a:lnTo>
                    <a:pt x="13590" y="2259"/>
                  </a:lnTo>
                  <a:lnTo>
                    <a:pt x="13590" y="1693"/>
                  </a:lnTo>
                  <a:cubicBezTo>
                    <a:pt x="13587" y="757"/>
                    <a:pt x="12831" y="1"/>
                    <a:pt x="11894" y="1"/>
                  </a:cubicBezTo>
                  <a:lnTo>
                    <a:pt x="7378" y="1"/>
                  </a:lnTo>
                  <a:cubicBezTo>
                    <a:pt x="6441" y="1"/>
                    <a:pt x="5685" y="757"/>
                    <a:pt x="5685" y="1693"/>
                  </a:cubicBezTo>
                  <a:lnTo>
                    <a:pt x="5685" y="2259"/>
                  </a:lnTo>
                  <a:lnTo>
                    <a:pt x="4517" y="2259"/>
                  </a:lnTo>
                  <a:lnTo>
                    <a:pt x="4517" y="1693"/>
                  </a:lnTo>
                  <a:cubicBezTo>
                    <a:pt x="4517" y="757"/>
                    <a:pt x="3758" y="1"/>
                    <a:pt x="28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294" name="Google Shape;5294;p57"/>
            <p:cNvSpPr/>
            <p:nvPr/>
          </p:nvSpPr>
          <p:spPr>
            <a:xfrm>
              <a:off x="1324200" y="385900"/>
              <a:ext cx="56475" cy="197625"/>
            </a:xfrm>
            <a:custGeom>
              <a:rect b="b" l="l" r="r" t="t"/>
              <a:pathLst>
                <a:path extrusionOk="0" h="7905" w="2259">
                  <a:moveTo>
                    <a:pt x="567" y="0"/>
                  </a:moveTo>
                  <a:cubicBezTo>
                    <a:pt x="254" y="0"/>
                    <a:pt x="1" y="250"/>
                    <a:pt x="1" y="563"/>
                  </a:cubicBezTo>
                  <a:lnTo>
                    <a:pt x="1" y="7339"/>
                  </a:lnTo>
                  <a:cubicBezTo>
                    <a:pt x="1" y="7652"/>
                    <a:pt x="254" y="7905"/>
                    <a:pt x="567" y="7905"/>
                  </a:cubicBezTo>
                  <a:lnTo>
                    <a:pt x="2259" y="7905"/>
                  </a:lnTo>
                  <a:lnTo>
                    <a:pt x="225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295" name="Google Shape;5295;p57"/>
            <p:cNvSpPr/>
            <p:nvPr/>
          </p:nvSpPr>
          <p:spPr>
            <a:xfrm>
              <a:off x="898875" y="385900"/>
              <a:ext cx="56475" cy="197625"/>
            </a:xfrm>
            <a:custGeom>
              <a:rect b="b" l="l" r="r" t="t"/>
              <a:pathLst>
                <a:path extrusionOk="0" h="7905" w="2259">
                  <a:moveTo>
                    <a:pt x="0" y="0"/>
                  </a:moveTo>
                  <a:lnTo>
                    <a:pt x="0" y="7905"/>
                  </a:lnTo>
                  <a:lnTo>
                    <a:pt x="1695" y="7905"/>
                  </a:lnTo>
                  <a:cubicBezTo>
                    <a:pt x="2005" y="7905"/>
                    <a:pt x="2258" y="7652"/>
                    <a:pt x="2258" y="7339"/>
                  </a:cubicBezTo>
                  <a:lnTo>
                    <a:pt x="2258" y="563"/>
                  </a:lnTo>
                  <a:cubicBezTo>
                    <a:pt x="2258" y="250"/>
                    <a:pt x="2005" y="0"/>
                    <a:pt x="16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296" name="Google Shape;5296;p57"/>
            <p:cNvSpPr/>
            <p:nvPr/>
          </p:nvSpPr>
          <p:spPr>
            <a:xfrm>
              <a:off x="1063650" y="414125"/>
              <a:ext cx="146750" cy="141125"/>
            </a:xfrm>
            <a:custGeom>
              <a:rect b="b" l="l" r="r" t="t"/>
              <a:pathLst>
                <a:path extrusionOk="0" h="5645" w="5870">
                  <a:moveTo>
                    <a:pt x="3045" y="1127"/>
                  </a:moveTo>
                  <a:cubicBezTo>
                    <a:pt x="3263" y="1127"/>
                    <a:pt x="3483" y="1169"/>
                    <a:pt x="3692" y="1256"/>
                  </a:cubicBezTo>
                  <a:cubicBezTo>
                    <a:pt x="4325" y="1518"/>
                    <a:pt x="4740" y="2135"/>
                    <a:pt x="4740" y="2822"/>
                  </a:cubicBezTo>
                  <a:cubicBezTo>
                    <a:pt x="4737" y="3758"/>
                    <a:pt x="3981" y="4514"/>
                    <a:pt x="3045" y="4517"/>
                  </a:cubicBezTo>
                  <a:cubicBezTo>
                    <a:pt x="2358" y="4517"/>
                    <a:pt x="1741" y="4102"/>
                    <a:pt x="1479" y="3469"/>
                  </a:cubicBezTo>
                  <a:cubicBezTo>
                    <a:pt x="1217" y="2837"/>
                    <a:pt x="1362" y="2108"/>
                    <a:pt x="1847" y="1623"/>
                  </a:cubicBezTo>
                  <a:cubicBezTo>
                    <a:pt x="2171" y="1299"/>
                    <a:pt x="2604" y="1127"/>
                    <a:pt x="3045" y="1127"/>
                  </a:cubicBezTo>
                  <a:close/>
                  <a:moveTo>
                    <a:pt x="3045" y="0"/>
                  </a:moveTo>
                  <a:cubicBezTo>
                    <a:pt x="1904" y="0"/>
                    <a:pt x="874" y="687"/>
                    <a:pt x="437" y="1741"/>
                  </a:cubicBezTo>
                  <a:cubicBezTo>
                    <a:pt x="1" y="2798"/>
                    <a:pt x="242" y="4011"/>
                    <a:pt x="1049" y="4818"/>
                  </a:cubicBezTo>
                  <a:cubicBezTo>
                    <a:pt x="1588" y="5358"/>
                    <a:pt x="2310" y="5645"/>
                    <a:pt x="3045" y="5645"/>
                  </a:cubicBezTo>
                  <a:cubicBezTo>
                    <a:pt x="3409" y="5645"/>
                    <a:pt x="3776" y="5574"/>
                    <a:pt x="4126" y="5430"/>
                  </a:cubicBezTo>
                  <a:cubicBezTo>
                    <a:pt x="5180" y="4993"/>
                    <a:pt x="5870" y="3963"/>
                    <a:pt x="5870" y="2822"/>
                  </a:cubicBezTo>
                  <a:cubicBezTo>
                    <a:pt x="5867" y="1262"/>
                    <a:pt x="4605" y="0"/>
                    <a:pt x="30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297" name="Google Shape;5297;p57"/>
            <p:cNvSpPr/>
            <p:nvPr/>
          </p:nvSpPr>
          <p:spPr>
            <a:xfrm>
              <a:off x="898875" y="498800"/>
              <a:ext cx="481800" cy="169425"/>
            </a:xfrm>
            <a:custGeom>
              <a:rect b="b" l="l" r="r" t="t"/>
              <a:pathLst>
                <a:path extrusionOk="0" h="6777" w="19272">
                  <a:moveTo>
                    <a:pt x="3388" y="1"/>
                  </a:moveTo>
                  <a:lnTo>
                    <a:pt x="3388" y="2823"/>
                  </a:lnTo>
                  <a:cubicBezTo>
                    <a:pt x="3388" y="3759"/>
                    <a:pt x="2629" y="4515"/>
                    <a:pt x="1695" y="4518"/>
                  </a:cubicBezTo>
                  <a:lnTo>
                    <a:pt x="0" y="4518"/>
                  </a:lnTo>
                  <a:lnTo>
                    <a:pt x="0" y="5081"/>
                  </a:lnTo>
                  <a:cubicBezTo>
                    <a:pt x="0" y="6017"/>
                    <a:pt x="759" y="6773"/>
                    <a:pt x="1695" y="6776"/>
                  </a:cubicBezTo>
                  <a:lnTo>
                    <a:pt x="17580" y="6776"/>
                  </a:lnTo>
                  <a:cubicBezTo>
                    <a:pt x="18513" y="6773"/>
                    <a:pt x="19272" y="6017"/>
                    <a:pt x="19272" y="5081"/>
                  </a:cubicBezTo>
                  <a:lnTo>
                    <a:pt x="19272" y="4518"/>
                  </a:lnTo>
                  <a:lnTo>
                    <a:pt x="17580" y="4518"/>
                  </a:lnTo>
                  <a:cubicBezTo>
                    <a:pt x="16643" y="4515"/>
                    <a:pt x="15884" y="3759"/>
                    <a:pt x="15884" y="2823"/>
                  </a:cubicBezTo>
                  <a:lnTo>
                    <a:pt x="15884" y="1"/>
                  </a:lnTo>
                  <a:lnTo>
                    <a:pt x="13533" y="1"/>
                  </a:lnTo>
                  <a:cubicBezTo>
                    <a:pt x="13256" y="1910"/>
                    <a:pt x="11620" y="3389"/>
                    <a:pt x="9636" y="3389"/>
                  </a:cubicBezTo>
                  <a:cubicBezTo>
                    <a:pt x="7652" y="3389"/>
                    <a:pt x="6016" y="1910"/>
                    <a:pt x="57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298" name="Google Shape;5298;p57"/>
          <p:cNvGrpSpPr/>
          <p:nvPr/>
        </p:nvGrpSpPr>
        <p:grpSpPr>
          <a:xfrm>
            <a:off x="1260167" y="2287103"/>
            <a:ext cx="298169" cy="339253"/>
            <a:chOff x="1529350" y="258825"/>
            <a:chExt cx="423475" cy="481825"/>
          </a:xfrm>
        </p:grpSpPr>
        <p:sp>
          <p:nvSpPr>
            <p:cNvPr id="5299" name="Google Shape;5299;p57"/>
            <p:cNvSpPr/>
            <p:nvPr/>
          </p:nvSpPr>
          <p:spPr>
            <a:xfrm>
              <a:off x="1585800" y="258825"/>
              <a:ext cx="310650" cy="430550"/>
            </a:xfrm>
            <a:custGeom>
              <a:rect b="b" l="l" r="r" t="t"/>
              <a:pathLst>
                <a:path extrusionOk="0" h="17222" w="12426">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00" name="Google Shape;5300;p57"/>
            <p:cNvSpPr/>
            <p:nvPr/>
          </p:nvSpPr>
          <p:spPr>
            <a:xfrm>
              <a:off x="1529350" y="583200"/>
              <a:ext cx="423475" cy="157450"/>
            </a:xfrm>
            <a:custGeom>
              <a:rect b="b" l="l" r="r" t="t"/>
              <a:pathLst>
                <a:path extrusionOk="0" h="6298" w="16939">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01" name="Google Shape;5301;p57"/>
          <p:cNvGrpSpPr/>
          <p:nvPr/>
        </p:nvGrpSpPr>
        <p:grpSpPr>
          <a:xfrm>
            <a:off x="2102437" y="2287102"/>
            <a:ext cx="298169" cy="339253"/>
            <a:chOff x="2707500" y="249400"/>
            <a:chExt cx="423475" cy="481825"/>
          </a:xfrm>
        </p:grpSpPr>
        <p:sp>
          <p:nvSpPr>
            <p:cNvPr id="5302" name="Google Shape;5302;p57"/>
            <p:cNvSpPr/>
            <p:nvPr/>
          </p:nvSpPr>
          <p:spPr>
            <a:xfrm>
              <a:off x="2739175" y="420675"/>
              <a:ext cx="360100" cy="310550"/>
            </a:xfrm>
            <a:custGeom>
              <a:rect b="b" l="l" r="r" t="t"/>
              <a:pathLst>
                <a:path extrusionOk="0" h="12422" w="14404">
                  <a:moveTo>
                    <a:pt x="3816" y="1130"/>
                  </a:moveTo>
                  <a:cubicBezTo>
                    <a:pt x="4126" y="1130"/>
                    <a:pt x="4379" y="1382"/>
                    <a:pt x="4379" y="1696"/>
                  </a:cubicBezTo>
                  <a:lnTo>
                    <a:pt x="4379" y="8471"/>
                  </a:lnTo>
                  <a:cubicBezTo>
                    <a:pt x="4379" y="8781"/>
                    <a:pt x="4126" y="9034"/>
                    <a:pt x="3816" y="9034"/>
                  </a:cubicBezTo>
                  <a:cubicBezTo>
                    <a:pt x="3503" y="9034"/>
                    <a:pt x="3250" y="8781"/>
                    <a:pt x="3250" y="8471"/>
                  </a:cubicBezTo>
                  <a:lnTo>
                    <a:pt x="3250" y="1696"/>
                  </a:lnTo>
                  <a:cubicBezTo>
                    <a:pt x="3250" y="1382"/>
                    <a:pt x="3503" y="1130"/>
                    <a:pt x="3816" y="1130"/>
                  </a:cubicBezTo>
                  <a:close/>
                  <a:moveTo>
                    <a:pt x="7204" y="1130"/>
                  </a:moveTo>
                  <a:cubicBezTo>
                    <a:pt x="7514" y="1130"/>
                    <a:pt x="7767" y="1382"/>
                    <a:pt x="7767" y="1696"/>
                  </a:cubicBezTo>
                  <a:lnTo>
                    <a:pt x="7767" y="8471"/>
                  </a:lnTo>
                  <a:cubicBezTo>
                    <a:pt x="7767" y="8781"/>
                    <a:pt x="7514" y="9034"/>
                    <a:pt x="7204" y="9034"/>
                  </a:cubicBezTo>
                  <a:cubicBezTo>
                    <a:pt x="6891" y="9034"/>
                    <a:pt x="6638" y="8781"/>
                    <a:pt x="6638" y="8471"/>
                  </a:cubicBezTo>
                  <a:lnTo>
                    <a:pt x="6638" y="1696"/>
                  </a:lnTo>
                  <a:cubicBezTo>
                    <a:pt x="6638" y="1382"/>
                    <a:pt x="6891" y="1130"/>
                    <a:pt x="7204" y="1130"/>
                  </a:cubicBezTo>
                  <a:close/>
                  <a:moveTo>
                    <a:pt x="10592" y="1130"/>
                  </a:moveTo>
                  <a:cubicBezTo>
                    <a:pt x="10902" y="1130"/>
                    <a:pt x="11155" y="1382"/>
                    <a:pt x="11155" y="1696"/>
                  </a:cubicBezTo>
                  <a:lnTo>
                    <a:pt x="11155" y="8471"/>
                  </a:lnTo>
                  <a:cubicBezTo>
                    <a:pt x="11155" y="8781"/>
                    <a:pt x="10902" y="9034"/>
                    <a:pt x="10592" y="9034"/>
                  </a:cubicBezTo>
                  <a:cubicBezTo>
                    <a:pt x="10278" y="9034"/>
                    <a:pt x="10025" y="8781"/>
                    <a:pt x="10025" y="8471"/>
                  </a:cubicBezTo>
                  <a:lnTo>
                    <a:pt x="10025" y="1696"/>
                  </a:lnTo>
                  <a:cubicBezTo>
                    <a:pt x="10025" y="1382"/>
                    <a:pt x="10278" y="1130"/>
                    <a:pt x="10592" y="1130"/>
                  </a:cubicBezTo>
                  <a:close/>
                  <a:moveTo>
                    <a:pt x="1" y="0"/>
                  </a:moveTo>
                  <a:lnTo>
                    <a:pt x="901" y="10880"/>
                  </a:lnTo>
                  <a:cubicBezTo>
                    <a:pt x="976" y="11754"/>
                    <a:pt x="1705" y="12422"/>
                    <a:pt x="2582" y="12422"/>
                  </a:cubicBezTo>
                  <a:cubicBezTo>
                    <a:pt x="2584" y="12422"/>
                    <a:pt x="2586" y="12422"/>
                    <a:pt x="2588" y="12422"/>
                  </a:cubicBezTo>
                  <a:lnTo>
                    <a:pt x="11817" y="12422"/>
                  </a:lnTo>
                  <a:cubicBezTo>
                    <a:pt x="11819" y="12422"/>
                    <a:pt x="11821" y="12422"/>
                    <a:pt x="11823" y="12422"/>
                  </a:cubicBezTo>
                  <a:cubicBezTo>
                    <a:pt x="12700" y="12422"/>
                    <a:pt x="13431" y="11751"/>
                    <a:pt x="13503" y="10877"/>
                  </a:cubicBezTo>
                  <a:lnTo>
                    <a:pt x="144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03" name="Google Shape;5303;p57"/>
            <p:cNvSpPr/>
            <p:nvPr/>
          </p:nvSpPr>
          <p:spPr>
            <a:xfrm>
              <a:off x="2707500" y="249400"/>
              <a:ext cx="423475" cy="141175"/>
            </a:xfrm>
            <a:custGeom>
              <a:rect b="b" l="l" r="r" t="t"/>
              <a:pathLst>
                <a:path extrusionOk="0" h="5647" w="16939">
                  <a:moveTo>
                    <a:pt x="9600" y="1130"/>
                  </a:moveTo>
                  <a:cubicBezTo>
                    <a:pt x="9910" y="1130"/>
                    <a:pt x="10163" y="1383"/>
                    <a:pt x="10163" y="1696"/>
                  </a:cubicBezTo>
                  <a:lnTo>
                    <a:pt x="10163" y="2259"/>
                  </a:lnTo>
                  <a:lnTo>
                    <a:pt x="6776" y="2259"/>
                  </a:lnTo>
                  <a:lnTo>
                    <a:pt x="6776" y="1696"/>
                  </a:lnTo>
                  <a:cubicBezTo>
                    <a:pt x="6776" y="1383"/>
                    <a:pt x="7029" y="1130"/>
                    <a:pt x="7342" y="1130"/>
                  </a:cubicBezTo>
                  <a:close/>
                  <a:moveTo>
                    <a:pt x="7342" y="1"/>
                  </a:moveTo>
                  <a:cubicBezTo>
                    <a:pt x="6405" y="1"/>
                    <a:pt x="5646" y="760"/>
                    <a:pt x="5646" y="1696"/>
                  </a:cubicBezTo>
                  <a:lnTo>
                    <a:pt x="5646" y="2259"/>
                  </a:lnTo>
                  <a:lnTo>
                    <a:pt x="1696" y="2259"/>
                  </a:lnTo>
                  <a:cubicBezTo>
                    <a:pt x="759" y="2259"/>
                    <a:pt x="0" y="3018"/>
                    <a:pt x="0" y="3954"/>
                  </a:cubicBezTo>
                  <a:lnTo>
                    <a:pt x="0" y="5084"/>
                  </a:lnTo>
                  <a:cubicBezTo>
                    <a:pt x="0" y="5394"/>
                    <a:pt x="253" y="5647"/>
                    <a:pt x="566" y="5647"/>
                  </a:cubicBezTo>
                  <a:lnTo>
                    <a:pt x="16375" y="5647"/>
                  </a:lnTo>
                  <a:cubicBezTo>
                    <a:pt x="16686" y="5647"/>
                    <a:pt x="16939" y="5394"/>
                    <a:pt x="16939" y="5084"/>
                  </a:cubicBezTo>
                  <a:lnTo>
                    <a:pt x="16939" y="3954"/>
                  </a:lnTo>
                  <a:cubicBezTo>
                    <a:pt x="16939" y="3018"/>
                    <a:pt x="16180" y="2259"/>
                    <a:pt x="15246" y="2259"/>
                  </a:cubicBezTo>
                  <a:lnTo>
                    <a:pt x="11292" y="2259"/>
                  </a:lnTo>
                  <a:lnTo>
                    <a:pt x="11292" y="1696"/>
                  </a:lnTo>
                  <a:cubicBezTo>
                    <a:pt x="11292" y="760"/>
                    <a:pt x="10534" y="1"/>
                    <a:pt x="96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04" name="Google Shape;5304;p57"/>
          <p:cNvGrpSpPr/>
          <p:nvPr/>
        </p:nvGrpSpPr>
        <p:grpSpPr>
          <a:xfrm>
            <a:off x="2516052" y="2287428"/>
            <a:ext cx="305386" cy="338602"/>
            <a:chOff x="3300325" y="249875"/>
            <a:chExt cx="433725" cy="480900"/>
          </a:xfrm>
        </p:grpSpPr>
        <p:sp>
          <p:nvSpPr>
            <p:cNvPr id="5305" name="Google Shape;5305;p57"/>
            <p:cNvSpPr/>
            <p:nvPr/>
          </p:nvSpPr>
          <p:spPr>
            <a:xfrm>
              <a:off x="3610875" y="334550"/>
              <a:ext cx="56475" cy="28250"/>
            </a:xfrm>
            <a:custGeom>
              <a:rect b="b" l="l" r="r" t="t"/>
              <a:pathLst>
                <a:path extrusionOk="0" h="1130" w="2259">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06" name="Google Shape;5306;p57"/>
            <p:cNvSpPr/>
            <p:nvPr/>
          </p:nvSpPr>
          <p:spPr>
            <a:xfrm>
              <a:off x="3467675" y="249875"/>
              <a:ext cx="46400" cy="56475"/>
            </a:xfrm>
            <a:custGeom>
              <a:rect b="b" l="l" r="r" t="t"/>
              <a:pathLst>
                <a:path extrusionOk="0" h="2259" w="1856">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07" name="Google Shape;5307;p57"/>
            <p:cNvSpPr/>
            <p:nvPr/>
          </p:nvSpPr>
          <p:spPr>
            <a:xfrm>
              <a:off x="3566525" y="249875"/>
              <a:ext cx="46400" cy="56475"/>
            </a:xfrm>
            <a:custGeom>
              <a:rect b="b" l="l" r="r" t="t"/>
              <a:pathLst>
                <a:path extrusionOk="0" h="2259" w="1856">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08" name="Google Shape;5308;p57"/>
            <p:cNvSpPr/>
            <p:nvPr/>
          </p:nvSpPr>
          <p:spPr>
            <a:xfrm>
              <a:off x="3413250" y="334550"/>
              <a:ext cx="56500" cy="28250"/>
            </a:xfrm>
            <a:custGeom>
              <a:rect b="b" l="l" r="r" t="t"/>
              <a:pathLst>
                <a:path extrusionOk="0" h="1130" w="226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09" name="Google Shape;5309;p57"/>
            <p:cNvSpPr/>
            <p:nvPr/>
          </p:nvSpPr>
          <p:spPr>
            <a:xfrm>
              <a:off x="3300325" y="476675"/>
              <a:ext cx="84725" cy="254100"/>
            </a:xfrm>
            <a:custGeom>
              <a:rect b="b" l="l" r="r" t="t"/>
              <a:pathLst>
                <a:path extrusionOk="0" h="10164" w="3389">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10" name="Google Shape;5310;p57"/>
            <p:cNvSpPr/>
            <p:nvPr/>
          </p:nvSpPr>
          <p:spPr>
            <a:xfrm>
              <a:off x="3413250" y="335525"/>
              <a:ext cx="320800" cy="395250"/>
            </a:xfrm>
            <a:custGeom>
              <a:rect b="b" l="l" r="r" t="t"/>
              <a:pathLst>
                <a:path extrusionOk="0" h="15810" w="12832">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11" name="Google Shape;5311;p57"/>
          <p:cNvGrpSpPr/>
          <p:nvPr/>
        </p:nvGrpSpPr>
        <p:grpSpPr>
          <a:xfrm>
            <a:off x="1653142" y="2367273"/>
            <a:ext cx="340890" cy="178912"/>
            <a:chOff x="2084325" y="363300"/>
            <a:chExt cx="484150" cy="254100"/>
          </a:xfrm>
        </p:grpSpPr>
        <p:sp>
          <p:nvSpPr>
            <p:cNvPr id="5312" name="Google Shape;5312;p57"/>
            <p:cNvSpPr/>
            <p:nvPr/>
          </p:nvSpPr>
          <p:spPr>
            <a:xfrm>
              <a:off x="2084325" y="363300"/>
              <a:ext cx="484150" cy="254100"/>
            </a:xfrm>
            <a:custGeom>
              <a:rect b="b" l="l" r="r" t="t"/>
              <a:pathLst>
                <a:path extrusionOk="0" h="10164" w="19366">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13" name="Google Shape;5313;p57"/>
            <p:cNvSpPr/>
            <p:nvPr/>
          </p:nvSpPr>
          <p:spPr>
            <a:xfrm>
              <a:off x="2250600" y="419775"/>
              <a:ext cx="145175" cy="141125"/>
            </a:xfrm>
            <a:custGeom>
              <a:rect b="b" l="l" r="r" t="t"/>
              <a:pathLst>
                <a:path extrusionOk="0" h="5645" w="5807">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14" name="Google Shape;5314;p57"/>
          <p:cNvGrpSpPr/>
          <p:nvPr/>
        </p:nvGrpSpPr>
        <p:grpSpPr>
          <a:xfrm>
            <a:off x="2905137" y="2287349"/>
            <a:ext cx="352349" cy="338760"/>
            <a:chOff x="3854700" y="249750"/>
            <a:chExt cx="500425" cy="481125"/>
          </a:xfrm>
        </p:grpSpPr>
        <p:sp>
          <p:nvSpPr>
            <p:cNvPr id="5315" name="Google Shape;5315;p57"/>
            <p:cNvSpPr/>
            <p:nvPr/>
          </p:nvSpPr>
          <p:spPr>
            <a:xfrm>
              <a:off x="4206725" y="598350"/>
              <a:ext cx="70775" cy="68025"/>
            </a:xfrm>
            <a:custGeom>
              <a:rect b="b" l="l" r="r" t="t"/>
              <a:pathLst>
                <a:path extrusionOk="0" h="2721" w="2831">
                  <a:moveTo>
                    <a:pt x="622" y="1"/>
                  </a:moveTo>
                  <a:cubicBezTo>
                    <a:pt x="478" y="1"/>
                    <a:pt x="333" y="56"/>
                    <a:pt x="223" y="165"/>
                  </a:cubicBezTo>
                  <a:cubicBezTo>
                    <a:pt x="0" y="388"/>
                    <a:pt x="0" y="744"/>
                    <a:pt x="223" y="966"/>
                  </a:cubicBezTo>
                  <a:lnTo>
                    <a:pt x="1819" y="2562"/>
                  </a:lnTo>
                  <a:cubicBezTo>
                    <a:pt x="1929" y="2668"/>
                    <a:pt x="2070" y="2721"/>
                    <a:pt x="2211" y="2721"/>
                  </a:cubicBezTo>
                  <a:cubicBezTo>
                    <a:pt x="2356" y="2721"/>
                    <a:pt x="2501" y="2665"/>
                    <a:pt x="2611" y="2553"/>
                  </a:cubicBezTo>
                  <a:cubicBezTo>
                    <a:pt x="2828" y="2337"/>
                    <a:pt x="2831" y="1984"/>
                    <a:pt x="2617" y="1764"/>
                  </a:cubicBezTo>
                  <a:lnTo>
                    <a:pt x="1021" y="165"/>
                  </a:lnTo>
                  <a:cubicBezTo>
                    <a:pt x="911" y="56"/>
                    <a:pt x="767" y="1"/>
                    <a:pt x="6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16" name="Google Shape;5316;p57"/>
            <p:cNvSpPr/>
            <p:nvPr/>
          </p:nvSpPr>
          <p:spPr>
            <a:xfrm>
              <a:off x="4226750" y="538600"/>
              <a:ext cx="91250" cy="48150"/>
            </a:xfrm>
            <a:custGeom>
              <a:rect b="b" l="l" r="r" t="t"/>
              <a:pathLst>
                <a:path extrusionOk="0" h="1926" w="3650">
                  <a:moveTo>
                    <a:pt x="631" y="1"/>
                  </a:moveTo>
                  <a:cubicBezTo>
                    <a:pt x="393" y="1"/>
                    <a:pt x="175" y="151"/>
                    <a:pt x="97" y="387"/>
                  </a:cubicBezTo>
                  <a:cubicBezTo>
                    <a:pt x="0" y="676"/>
                    <a:pt x="151" y="993"/>
                    <a:pt x="440" y="1098"/>
                  </a:cubicBezTo>
                  <a:lnTo>
                    <a:pt x="2837" y="1896"/>
                  </a:lnTo>
                  <a:cubicBezTo>
                    <a:pt x="2896" y="1916"/>
                    <a:pt x="2956" y="1925"/>
                    <a:pt x="3014" y="1925"/>
                  </a:cubicBezTo>
                  <a:cubicBezTo>
                    <a:pt x="3251" y="1925"/>
                    <a:pt x="3471" y="1774"/>
                    <a:pt x="3551" y="1538"/>
                  </a:cubicBezTo>
                  <a:cubicBezTo>
                    <a:pt x="3650" y="1243"/>
                    <a:pt x="3490" y="920"/>
                    <a:pt x="3192" y="824"/>
                  </a:cubicBezTo>
                  <a:lnTo>
                    <a:pt x="798" y="26"/>
                  </a:lnTo>
                  <a:cubicBezTo>
                    <a:pt x="742" y="9"/>
                    <a:pt x="686" y="1"/>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17" name="Google Shape;5317;p57"/>
            <p:cNvSpPr/>
            <p:nvPr/>
          </p:nvSpPr>
          <p:spPr>
            <a:xfrm>
              <a:off x="4146500" y="618325"/>
              <a:ext cx="52050" cy="88650"/>
            </a:xfrm>
            <a:custGeom>
              <a:rect b="b" l="l" r="r" t="t"/>
              <a:pathLst>
                <a:path extrusionOk="0" h="3546" w="2082">
                  <a:moveTo>
                    <a:pt x="632" y="1"/>
                  </a:moveTo>
                  <a:cubicBezTo>
                    <a:pt x="574" y="1"/>
                    <a:pt x="514" y="10"/>
                    <a:pt x="455" y="29"/>
                  </a:cubicBezTo>
                  <a:cubicBezTo>
                    <a:pt x="160" y="128"/>
                    <a:pt x="0" y="447"/>
                    <a:pt x="100" y="746"/>
                  </a:cubicBezTo>
                  <a:lnTo>
                    <a:pt x="898" y="3140"/>
                  </a:lnTo>
                  <a:cubicBezTo>
                    <a:pt x="970" y="3386"/>
                    <a:pt x="1196" y="3546"/>
                    <a:pt x="1439" y="3546"/>
                  </a:cubicBezTo>
                  <a:cubicBezTo>
                    <a:pt x="1498" y="3546"/>
                    <a:pt x="1558" y="3536"/>
                    <a:pt x="1617" y="3516"/>
                  </a:cubicBezTo>
                  <a:cubicBezTo>
                    <a:pt x="1921" y="3417"/>
                    <a:pt x="2081" y="3082"/>
                    <a:pt x="1970" y="2784"/>
                  </a:cubicBezTo>
                  <a:lnTo>
                    <a:pt x="1172" y="387"/>
                  </a:lnTo>
                  <a:cubicBezTo>
                    <a:pt x="1092" y="150"/>
                    <a:pt x="871" y="1"/>
                    <a:pt x="6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18" name="Google Shape;5318;p57"/>
            <p:cNvSpPr/>
            <p:nvPr/>
          </p:nvSpPr>
          <p:spPr>
            <a:xfrm>
              <a:off x="3927425" y="319075"/>
              <a:ext cx="70650" cy="67850"/>
            </a:xfrm>
            <a:custGeom>
              <a:rect b="b" l="l" r="r" t="t"/>
              <a:pathLst>
                <a:path extrusionOk="0" h="2714" w="2826">
                  <a:moveTo>
                    <a:pt x="621" y="0"/>
                  </a:moveTo>
                  <a:cubicBezTo>
                    <a:pt x="477" y="0"/>
                    <a:pt x="333" y="55"/>
                    <a:pt x="223" y="165"/>
                  </a:cubicBezTo>
                  <a:cubicBezTo>
                    <a:pt x="4" y="385"/>
                    <a:pt x="1" y="737"/>
                    <a:pt x="214" y="957"/>
                  </a:cubicBezTo>
                  <a:lnTo>
                    <a:pt x="1813" y="2556"/>
                  </a:lnTo>
                  <a:cubicBezTo>
                    <a:pt x="1922" y="2661"/>
                    <a:pt x="2062" y="2714"/>
                    <a:pt x="2203" y="2714"/>
                  </a:cubicBezTo>
                  <a:cubicBezTo>
                    <a:pt x="2348" y="2714"/>
                    <a:pt x="2494" y="2658"/>
                    <a:pt x="2605" y="2547"/>
                  </a:cubicBezTo>
                  <a:cubicBezTo>
                    <a:pt x="2822" y="2330"/>
                    <a:pt x="2825" y="1977"/>
                    <a:pt x="2611" y="1755"/>
                  </a:cubicBezTo>
                  <a:lnTo>
                    <a:pt x="1012" y="159"/>
                  </a:lnTo>
                  <a:cubicBezTo>
                    <a:pt x="904" y="53"/>
                    <a:pt x="762" y="0"/>
                    <a:pt x="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19" name="Google Shape;5319;p57"/>
            <p:cNvSpPr/>
            <p:nvPr/>
          </p:nvSpPr>
          <p:spPr>
            <a:xfrm>
              <a:off x="4007000" y="279300"/>
              <a:ext cx="51675" cy="88150"/>
            </a:xfrm>
            <a:custGeom>
              <a:rect b="b" l="l" r="r" t="t"/>
              <a:pathLst>
                <a:path extrusionOk="0" h="3526" w="2067">
                  <a:moveTo>
                    <a:pt x="632" y="0"/>
                  </a:moveTo>
                  <a:cubicBezTo>
                    <a:pt x="573" y="0"/>
                    <a:pt x="512" y="10"/>
                    <a:pt x="452" y="30"/>
                  </a:cubicBezTo>
                  <a:cubicBezTo>
                    <a:pt x="160" y="127"/>
                    <a:pt x="0" y="437"/>
                    <a:pt x="91" y="732"/>
                  </a:cubicBezTo>
                  <a:lnTo>
                    <a:pt x="889" y="3126"/>
                  </a:lnTo>
                  <a:cubicBezTo>
                    <a:pt x="964" y="3370"/>
                    <a:pt x="1188" y="3525"/>
                    <a:pt x="1428" y="3525"/>
                  </a:cubicBezTo>
                  <a:cubicBezTo>
                    <a:pt x="1487" y="3525"/>
                    <a:pt x="1547" y="3516"/>
                    <a:pt x="1605" y="3496"/>
                  </a:cubicBezTo>
                  <a:cubicBezTo>
                    <a:pt x="1907" y="3397"/>
                    <a:pt x="2066" y="3069"/>
                    <a:pt x="1961" y="2771"/>
                  </a:cubicBezTo>
                  <a:lnTo>
                    <a:pt x="1160" y="374"/>
                  </a:lnTo>
                  <a:cubicBezTo>
                    <a:pt x="1079" y="144"/>
                    <a:pt x="863" y="0"/>
                    <a:pt x="6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20" name="Google Shape;5320;p57"/>
            <p:cNvSpPr/>
            <p:nvPr/>
          </p:nvSpPr>
          <p:spPr>
            <a:xfrm>
              <a:off x="3887300" y="398850"/>
              <a:ext cx="91800" cy="48250"/>
            </a:xfrm>
            <a:custGeom>
              <a:rect b="b" l="l" r="r" t="t"/>
              <a:pathLst>
                <a:path extrusionOk="0" h="1930" w="3672">
                  <a:moveTo>
                    <a:pt x="638" y="0"/>
                  </a:moveTo>
                  <a:cubicBezTo>
                    <a:pt x="399" y="0"/>
                    <a:pt x="178" y="150"/>
                    <a:pt x="100" y="385"/>
                  </a:cubicBezTo>
                  <a:cubicBezTo>
                    <a:pt x="1" y="678"/>
                    <a:pt x="154" y="991"/>
                    <a:pt x="443" y="1096"/>
                  </a:cubicBezTo>
                  <a:lnTo>
                    <a:pt x="2840" y="1894"/>
                  </a:lnTo>
                  <a:cubicBezTo>
                    <a:pt x="2905" y="1918"/>
                    <a:pt x="2971" y="1930"/>
                    <a:pt x="3036" y="1930"/>
                  </a:cubicBezTo>
                  <a:cubicBezTo>
                    <a:pt x="3271" y="1930"/>
                    <a:pt x="3492" y="1781"/>
                    <a:pt x="3572" y="1545"/>
                  </a:cubicBezTo>
                  <a:cubicBezTo>
                    <a:pt x="3671" y="1241"/>
                    <a:pt x="3503" y="915"/>
                    <a:pt x="3195" y="825"/>
                  </a:cubicBezTo>
                  <a:lnTo>
                    <a:pt x="802" y="24"/>
                  </a:lnTo>
                  <a:cubicBezTo>
                    <a:pt x="747" y="8"/>
                    <a:pt x="692" y="0"/>
                    <a:pt x="6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21" name="Google Shape;5321;p57"/>
            <p:cNvSpPr/>
            <p:nvPr/>
          </p:nvSpPr>
          <p:spPr>
            <a:xfrm>
              <a:off x="3854700" y="413675"/>
              <a:ext cx="353475" cy="317200"/>
            </a:xfrm>
            <a:custGeom>
              <a:rect b="b" l="l" r="r" t="t"/>
              <a:pathLst>
                <a:path extrusionOk="0" h="12688" w="14139">
                  <a:moveTo>
                    <a:pt x="12278" y="0"/>
                  </a:moveTo>
                  <a:lnTo>
                    <a:pt x="10639" y="1635"/>
                  </a:lnTo>
                  <a:cubicBezTo>
                    <a:pt x="10811" y="1720"/>
                    <a:pt x="10971" y="1831"/>
                    <a:pt x="11109" y="1964"/>
                  </a:cubicBezTo>
                  <a:cubicBezTo>
                    <a:pt x="11772" y="2623"/>
                    <a:pt x="11772" y="3698"/>
                    <a:pt x="11109" y="4358"/>
                  </a:cubicBezTo>
                  <a:lnTo>
                    <a:pt x="5520" y="9949"/>
                  </a:lnTo>
                  <a:cubicBezTo>
                    <a:pt x="5189" y="10281"/>
                    <a:pt x="4755" y="10446"/>
                    <a:pt x="4322" y="10446"/>
                  </a:cubicBezTo>
                  <a:cubicBezTo>
                    <a:pt x="3889" y="10446"/>
                    <a:pt x="3456" y="10281"/>
                    <a:pt x="3126" y="9949"/>
                  </a:cubicBezTo>
                  <a:cubicBezTo>
                    <a:pt x="2464" y="9287"/>
                    <a:pt x="2464" y="8215"/>
                    <a:pt x="3126" y="7552"/>
                  </a:cubicBezTo>
                  <a:lnTo>
                    <a:pt x="5331" y="5351"/>
                  </a:lnTo>
                  <a:cubicBezTo>
                    <a:pt x="4924" y="4499"/>
                    <a:pt x="4764" y="3554"/>
                    <a:pt x="4867" y="2620"/>
                  </a:cubicBezTo>
                  <a:lnTo>
                    <a:pt x="4867" y="2620"/>
                  </a:lnTo>
                  <a:lnTo>
                    <a:pt x="1527" y="5956"/>
                  </a:lnTo>
                  <a:cubicBezTo>
                    <a:pt x="1" y="7501"/>
                    <a:pt x="7" y="9992"/>
                    <a:pt x="1545" y="11530"/>
                  </a:cubicBezTo>
                  <a:cubicBezTo>
                    <a:pt x="2316" y="12301"/>
                    <a:pt x="3328" y="12687"/>
                    <a:pt x="4340" y="12687"/>
                  </a:cubicBezTo>
                  <a:cubicBezTo>
                    <a:pt x="5344" y="12687"/>
                    <a:pt x="6348" y="12307"/>
                    <a:pt x="7119" y="11545"/>
                  </a:cubicBezTo>
                  <a:lnTo>
                    <a:pt x="12708" y="5956"/>
                  </a:lnTo>
                  <a:cubicBezTo>
                    <a:pt x="13783" y="4878"/>
                    <a:pt x="14139" y="3276"/>
                    <a:pt x="13627" y="1843"/>
                  </a:cubicBezTo>
                  <a:cubicBezTo>
                    <a:pt x="13500" y="1467"/>
                    <a:pt x="13316" y="1114"/>
                    <a:pt x="13076" y="798"/>
                  </a:cubicBezTo>
                  <a:lnTo>
                    <a:pt x="13066" y="807"/>
                  </a:lnTo>
                  <a:cubicBezTo>
                    <a:pt x="12955" y="663"/>
                    <a:pt x="12844" y="503"/>
                    <a:pt x="12708" y="368"/>
                  </a:cubicBezTo>
                  <a:cubicBezTo>
                    <a:pt x="12570" y="235"/>
                    <a:pt x="12428" y="115"/>
                    <a:pt x="122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22" name="Google Shape;5322;p57"/>
            <p:cNvSpPr/>
            <p:nvPr/>
          </p:nvSpPr>
          <p:spPr>
            <a:xfrm>
              <a:off x="3996825" y="249750"/>
              <a:ext cx="358300" cy="322025"/>
            </a:xfrm>
            <a:custGeom>
              <a:rect b="b" l="l" r="r" t="t"/>
              <a:pathLst>
                <a:path extrusionOk="0" h="12881" w="14332">
                  <a:moveTo>
                    <a:pt x="9993" y="1"/>
                  </a:moveTo>
                  <a:cubicBezTo>
                    <a:pt x="8989" y="1"/>
                    <a:pt x="7985" y="381"/>
                    <a:pt x="7216" y="1143"/>
                  </a:cubicBezTo>
                  <a:lnTo>
                    <a:pt x="1434" y="6925"/>
                  </a:lnTo>
                  <a:cubicBezTo>
                    <a:pt x="359" y="8003"/>
                    <a:pt x="1" y="9605"/>
                    <a:pt x="516" y="11038"/>
                  </a:cubicBezTo>
                  <a:cubicBezTo>
                    <a:pt x="639" y="11414"/>
                    <a:pt x="826" y="11767"/>
                    <a:pt x="1067" y="12083"/>
                  </a:cubicBezTo>
                  <a:lnTo>
                    <a:pt x="1073" y="12074"/>
                  </a:lnTo>
                  <a:cubicBezTo>
                    <a:pt x="1187" y="12218"/>
                    <a:pt x="1296" y="12378"/>
                    <a:pt x="1434" y="12513"/>
                  </a:cubicBezTo>
                  <a:cubicBezTo>
                    <a:pt x="1570" y="12646"/>
                    <a:pt x="1711" y="12766"/>
                    <a:pt x="1865" y="12881"/>
                  </a:cubicBezTo>
                  <a:lnTo>
                    <a:pt x="3500" y="11243"/>
                  </a:lnTo>
                  <a:cubicBezTo>
                    <a:pt x="3328" y="11158"/>
                    <a:pt x="3169" y="11050"/>
                    <a:pt x="3030" y="10918"/>
                  </a:cubicBezTo>
                  <a:cubicBezTo>
                    <a:pt x="2368" y="10255"/>
                    <a:pt x="2368" y="9183"/>
                    <a:pt x="3030" y="8521"/>
                  </a:cubicBezTo>
                  <a:lnTo>
                    <a:pt x="8812" y="2739"/>
                  </a:lnTo>
                  <a:cubicBezTo>
                    <a:pt x="9143" y="2408"/>
                    <a:pt x="9577" y="2242"/>
                    <a:pt x="10010" y="2242"/>
                  </a:cubicBezTo>
                  <a:cubicBezTo>
                    <a:pt x="10443" y="2242"/>
                    <a:pt x="10876" y="2408"/>
                    <a:pt x="11206" y="2739"/>
                  </a:cubicBezTo>
                  <a:cubicBezTo>
                    <a:pt x="11868" y="3401"/>
                    <a:pt x="11868" y="4473"/>
                    <a:pt x="11206" y="5136"/>
                  </a:cubicBezTo>
                  <a:lnTo>
                    <a:pt x="8812" y="7530"/>
                  </a:lnTo>
                  <a:cubicBezTo>
                    <a:pt x="9215" y="8382"/>
                    <a:pt x="9375" y="9328"/>
                    <a:pt x="9273" y="10261"/>
                  </a:cubicBezTo>
                  <a:lnTo>
                    <a:pt x="12805" y="6732"/>
                  </a:lnTo>
                  <a:cubicBezTo>
                    <a:pt x="14331" y="5187"/>
                    <a:pt x="14325" y="2697"/>
                    <a:pt x="12787" y="1158"/>
                  </a:cubicBezTo>
                  <a:cubicBezTo>
                    <a:pt x="12016" y="387"/>
                    <a:pt x="11004" y="1"/>
                    <a:pt x="99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23" name="Google Shape;5323;p57"/>
          <p:cNvGrpSpPr/>
          <p:nvPr/>
        </p:nvGrpSpPr>
        <p:grpSpPr>
          <a:xfrm>
            <a:off x="3323126" y="2287349"/>
            <a:ext cx="352349" cy="338760"/>
            <a:chOff x="4447550" y="249750"/>
            <a:chExt cx="500425" cy="481125"/>
          </a:xfrm>
        </p:grpSpPr>
        <p:sp>
          <p:nvSpPr>
            <p:cNvPr id="5324" name="Google Shape;5324;p57"/>
            <p:cNvSpPr/>
            <p:nvPr/>
          </p:nvSpPr>
          <p:spPr>
            <a:xfrm>
              <a:off x="4447550" y="413675"/>
              <a:ext cx="353475" cy="317200"/>
            </a:xfrm>
            <a:custGeom>
              <a:rect b="b" l="l" r="r" t="t"/>
              <a:pathLst>
                <a:path extrusionOk="0" h="12688" w="14139">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25" name="Google Shape;5325;p57"/>
            <p:cNvSpPr/>
            <p:nvPr/>
          </p:nvSpPr>
          <p:spPr>
            <a:xfrm>
              <a:off x="4589675" y="249750"/>
              <a:ext cx="358300" cy="322025"/>
            </a:xfrm>
            <a:custGeom>
              <a:rect b="b" l="l" r="r" t="t"/>
              <a:pathLst>
                <a:path extrusionOk="0" h="12881" w="14332">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26" name="Google Shape;5326;p57"/>
          <p:cNvGrpSpPr/>
          <p:nvPr/>
        </p:nvGrpSpPr>
        <p:grpSpPr>
          <a:xfrm>
            <a:off x="3752328" y="2287102"/>
            <a:ext cx="339253" cy="339253"/>
            <a:chOff x="5049725" y="249400"/>
            <a:chExt cx="481825" cy="481825"/>
          </a:xfrm>
        </p:grpSpPr>
        <p:sp>
          <p:nvSpPr>
            <p:cNvPr id="5327" name="Google Shape;5327;p57"/>
            <p:cNvSpPr/>
            <p:nvPr/>
          </p:nvSpPr>
          <p:spPr>
            <a:xfrm>
              <a:off x="5191775" y="560925"/>
              <a:ext cx="197625" cy="170300"/>
            </a:xfrm>
            <a:custGeom>
              <a:rect b="b" l="l" r="r" t="t"/>
              <a:pathLst>
                <a:path extrusionOk="0" h="6812" w="7905">
                  <a:moveTo>
                    <a:pt x="6213" y="1129"/>
                  </a:moveTo>
                  <a:cubicBezTo>
                    <a:pt x="6523" y="1129"/>
                    <a:pt x="6776" y="1379"/>
                    <a:pt x="6776" y="1693"/>
                  </a:cubicBezTo>
                  <a:cubicBezTo>
                    <a:pt x="6776" y="2006"/>
                    <a:pt x="6523" y="2259"/>
                    <a:pt x="6213" y="2259"/>
                  </a:cubicBezTo>
                  <a:lnTo>
                    <a:pt x="1696" y="2259"/>
                  </a:lnTo>
                  <a:cubicBezTo>
                    <a:pt x="1383" y="2259"/>
                    <a:pt x="1130" y="2006"/>
                    <a:pt x="1130" y="1693"/>
                  </a:cubicBezTo>
                  <a:cubicBezTo>
                    <a:pt x="1130" y="1379"/>
                    <a:pt x="1383" y="1129"/>
                    <a:pt x="1696" y="1129"/>
                  </a:cubicBezTo>
                  <a:close/>
                  <a:moveTo>
                    <a:pt x="6213" y="3388"/>
                  </a:moveTo>
                  <a:cubicBezTo>
                    <a:pt x="6523" y="3388"/>
                    <a:pt x="6776" y="3638"/>
                    <a:pt x="6776" y="3951"/>
                  </a:cubicBezTo>
                  <a:cubicBezTo>
                    <a:pt x="6776" y="4264"/>
                    <a:pt x="6523" y="4517"/>
                    <a:pt x="6213" y="4517"/>
                  </a:cubicBezTo>
                  <a:lnTo>
                    <a:pt x="1696" y="4517"/>
                  </a:lnTo>
                  <a:cubicBezTo>
                    <a:pt x="1383" y="4517"/>
                    <a:pt x="1130" y="4264"/>
                    <a:pt x="1130" y="3951"/>
                  </a:cubicBezTo>
                  <a:cubicBezTo>
                    <a:pt x="1130" y="3638"/>
                    <a:pt x="1383" y="3388"/>
                    <a:pt x="1696" y="3388"/>
                  </a:cubicBezTo>
                  <a:close/>
                  <a:moveTo>
                    <a:pt x="0" y="0"/>
                  </a:moveTo>
                  <a:lnTo>
                    <a:pt x="0" y="6249"/>
                  </a:lnTo>
                  <a:cubicBezTo>
                    <a:pt x="0" y="6559"/>
                    <a:pt x="253" y="6812"/>
                    <a:pt x="567" y="6812"/>
                  </a:cubicBezTo>
                  <a:lnTo>
                    <a:pt x="7342" y="6812"/>
                  </a:lnTo>
                  <a:cubicBezTo>
                    <a:pt x="7652" y="6812"/>
                    <a:pt x="7905" y="6559"/>
                    <a:pt x="7905" y="6249"/>
                  </a:cubicBezTo>
                  <a:lnTo>
                    <a:pt x="79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28" name="Google Shape;5328;p57"/>
            <p:cNvSpPr/>
            <p:nvPr/>
          </p:nvSpPr>
          <p:spPr>
            <a:xfrm>
              <a:off x="5049725" y="249400"/>
              <a:ext cx="481825" cy="396225"/>
            </a:xfrm>
            <a:custGeom>
              <a:rect b="b" l="l" r="r" t="t"/>
              <a:pathLst>
                <a:path extrusionOk="0" h="15849" w="19273">
                  <a:moveTo>
                    <a:pt x="4553" y="4518"/>
                  </a:moveTo>
                  <a:lnTo>
                    <a:pt x="4553" y="5686"/>
                  </a:lnTo>
                  <a:lnTo>
                    <a:pt x="3424" y="5686"/>
                  </a:lnTo>
                  <a:lnTo>
                    <a:pt x="3424" y="4948"/>
                  </a:lnTo>
                  <a:cubicBezTo>
                    <a:pt x="3424" y="4710"/>
                    <a:pt x="3617" y="4518"/>
                    <a:pt x="3852" y="4518"/>
                  </a:cubicBezTo>
                  <a:close/>
                  <a:moveTo>
                    <a:pt x="15418" y="4518"/>
                  </a:moveTo>
                  <a:cubicBezTo>
                    <a:pt x="15653" y="4518"/>
                    <a:pt x="15845" y="4710"/>
                    <a:pt x="15845" y="4948"/>
                  </a:cubicBezTo>
                  <a:lnTo>
                    <a:pt x="15845" y="5686"/>
                  </a:lnTo>
                  <a:lnTo>
                    <a:pt x="14716" y="5686"/>
                  </a:lnTo>
                  <a:lnTo>
                    <a:pt x="14716" y="4518"/>
                  </a:lnTo>
                  <a:close/>
                  <a:moveTo>
                    <a:pt x="10199" y="1130"/>
                  </a:moveTo>
                  <a:lnTo>
                    <a:pt x="10199" y="3954"/>
                  </a:lnTo>
                  <a:cubicBezTo>
                    <a:pt x="10199" y="4265"/>
                    <a:pt x="10452" y="4518"/>
                    <a:pt x="10765" y="4518"/>
                  </a:cubicBezTo>
                  <a:lnTo>
                    <a:pt x="13587" y="4518"/>
                  </a:lnTo>
                  <a:lnTo>
                    <a:pt x="13587" y="6815"/>
                  </a:lnTo>
                  <a:lnTo>
                    <a:pt x="5682" y="6815"/>
                  </a:lnTo>
                  <a:lnTo>
                    <a:pt x="5682" y="1130"/>
                  </a:lnTo>
                  <a:close/>
                  <a:moveTo>
                    <a:pt x="16412" y="9074"/>
                  </a:moveTo>
                  <a:cubicBezTo>
                    <a:pt x="16722" y="9074"/>
                    <a:pt x="16975" y="9324"/>
                    <a:pt x="16975" y="9637"/>
                  </a:cubicBezTo>
                  <a:cubicBezTo>
                    <a:pt x="16975" y="9950"/>
                    <a:pt x="16722" y="10203"/>
                    <a:pt x="16412" y="10203"/>
                  </a:cubicBezTo>
                  <a:lnTo>
                    <a:pt x="15282" y="10203"/>
                  </a:lnTo>
                  <a:cubicBezTo>
                    <a:pt x="14969" y="10203"/>
                    <a:pt x="14716" y="9950"/>
                    <a:pt x="14716" y="9637"/>
                  </a:cubicBezTo>
                  <a:cubicBezTo>
                    <a:pt x="14716" y="9324"/>
                    <a:pt x="14969" y="9074"/>
                    <a:pt x="15282" y="9074"/>
                  </a:cubicBezTo>
                  <a:close/>
                  <a:moveTo>
                    <a:pt x="10782" y="1"/>
                  </a:moveTo>
                  <a:cubicBezTo>
                    <a:pt x="10776" y="1"/>
                    <a:pt x="10771" y="1"/>
                    <a:pt x="10765" y="1"/>
                  </a:cubicBezTo>
                  <a:lnTo>
                    <a:pt x="5119" y="1"/>
                  </a:lnTo>
                  <a:cubicBezTo>
                    <a:pt x="4806" y="1"/>
                    <a:pt x="4553" y="254"/>
                    <a:pt x="4553" y="567"/>
                  </a:cubicBezTo>
                  <a:lnTo>
                    <a:pt x="4553" y="3388"/>
                  </a:lnTo>
                  <a:lnTo>
                    <a:pt x="3852" y="3388"/>
                  </a:lnTo>
                  <a:cubicBezTo>
                    <a:pt x="2993" y="3388"/>
                    <a:pt x="2295" y="4087"/>
                    <a:pt x="2295" y="4948"/>
                  </a:cubicBezTo>
                  <a:lnTo>
                    <a:pt x="2295" y="5686"/>
                  </a:lnTo>
                  <a:lnTo>
                    <a:pt x="1693" y="5686"/>
                  </a:lnTo>
                  <a:cubicBezTo>
                    <a:pt x="756" y="5686"/>
                    <a:pt x="0" y="6442"/>
                    <a:pt x="0" y="7378"/>
                  </a:cubicBezTo>
                  <a:lnTo>
                    <a:pt x="0" y="14154"/>
                  </a:lnTo>
                  <a:cubicBezTo>
                    <a:pt x="0" y="15090"/>
                    <a:pt x="756" y="15846"/>
                    <a:pt x="1693" y="15849"/>
                  </a:cubicBezTo>
                  <a:lnTo>
                    <a:pt x="4553" y="15849"/>
                  </a:lnTo>
                  <a:lnTo>
                    <a:pt x="4553" y="12461"/>
                  </a:lnTo>
                  <a:lnTo>
                    <a:pt x="3990" y="12461"/>
                  </a:lnTo>
                  <a:cubicBezTo>
                    <a:pt x="3677" y="12461"/>
                    <a:pt x="3424" y="12208"/>
                    <a:pt x="3424" y="11895"/>
                  </a:cubicBezTo>
                  <a:cubicBezTo>
                    <a:pt x="3424" y="11582"/>
                    <a:pt x="3677" y="11332"/>
                    <a:pt x="3990" y="11332"/>
                  </a:cubicBezTo>
                  <a:lnTo>
                    <a:pt x="15282" y="11332"/>
                  </a:lnTo>
                  <a:cubicBezTo>
                    <a:pt x="15593" y="11332"/>
                    <a:pt x="15845" y="11582"/>
                    <a:pt x="15845" y="11895"/>
                  </a:cubicBezTo>
                  <a:cubicBezTo>
                    <a:pt x="15845" y="12208"/>
                    <a:pt x="15593" y="12461"/>
                    <a:pt x="15282" y="12461"/>
                  </a:cubicBezTo>
                  <a:lnTo>
                    <a:pt x="14716" y="12461"/>
                  </a:lnTo>
                  <a:lnTo>
                    <a:pt x="14716" y="15849"/>
                  </a:lnTo>
                  <a:lnTo>
                    <a:pt x="17541" y="15849"/>
                  </a:lnTo>
                  <a:cubicBezTo>
                    <a:pt x="18474" y="15849"/>
                    <a:pt x="19272" y="15087"/>
                    <a:pt x="19272" y="14154"/>
                  </a:cubicBezTo>
                  <a:lnTo>
                    <a:pt x="19272" y="7378"/>
                  </a:lnTo>
                  <a:cubicBezTo>
                    <a:pt x="19272" y="6445"/>
                    <a:pt x="18474" y="5686"/>
                    <a:pt x="17541" y="5686"/>
                  </a:cubicBezTo>
                  <a:lnTo>
                    <a:pt x="16975" y="5686"/>
                  </a:lnTo>
                  <a:lnTo>
                    <a:pt x="16975" y="4948"/>
                  </a:lnTo>
                  <a:cubicBezTo>
                    <a:pt x="16975" y="4087"/>
                    <a:pt x="16276" y="3388"/>
                    <a:pt x="15418" y="3388"/>
                  </a:cubicBezTo>
                  <a:lnTo>
                    <a:pt x="14385" y="3388"/>
                  </a:lnTo>
                  <a:cubicBezTo>
                    <a:pt x="11026" y="30"/>
                    <a:pt x="11079" y="1"/>
                    <a:pt x="10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29" name="Google Shape;5329;p57"/>
          <p:cNvGrpSpPr/>
          <p:nvPr/>
        </p:nvGrpSpPr>
        <p:grpSpPr>
          <a:xfrm>
            <a:off x="4166269" y="2287102"/>
            <a:ext cx="339253" cy="339253"/>
            <a:chOff x="5660400" y="238125"/>
            <a:chExt cx="481825" cy="481825"/>
          </a:xfrm>
        </p:grpSpPr>
        <p:sp>
          <p:nvSpPr>
            <p:cNvPr id="5330" name="Google Shape;5330;p57"/>
            <p:cNvSpPr/>
            <p:nvPr/>
          </p:nvSpPr>
          <p:spPr>
            <a:xfrm>
              <a:off x="5660400" y="436700"/>
              <a:ext cx="481825" cy="283250"/>
            </a:xfrm>
            <a:custGeom>
              <a:rect b="b" l="l" r="r" t="t"/>
              <a:pathLst>
                <a:path extrusionOk="0" h="11330" w="19273">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31" name="Google Shape;5331;p57"/>
            <p:cNvSpPr/>
            <p:nvPr/>
          </p:nvSpPr>
          <p:spPr>
            <a:xfrm>
              <a:off x="5660400" y="238125"/>
              <a:ext cx="481825" cy="170375"/>
            </a:xfrm>
            <a:custGeom>
              <a:rect b="b" l="l" r="r" t="t"/>
              <a:pathLst>
                <a:path extrusionOk="0" h="6815" w="19273">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32" name="Google Shape;5332;p57"/>
          <p:cNvGrpSpPr/>
          <p:nvPr/>
        </p:nvGrpSpPr>
        <p:grpSpPr>
          <a:xfrm>
            <a:off x="4582955" y="2287102"/>
            <a:ext cx="339253" cy="339253"/>
            <a:chOff x="6235400" y="249400"/>
            <a:chExt cx="481825" cy="481825"/>
          </a:xfrm>
        </p:grpSpPr>
        <p:sp>
          <p:nvSpPr>
            <p:cNvPr id="5333" name="Google Shape;5333;p57"/>
            <p:cNvSpPr/>
            <p:nvPr/>
          </p:nvSpPr>
          <p:spPr>
            <a:xfrm>
              <a:off x="6425625" y="482025"/>
              <a:ext cx="177700" cy="135375"/>
            </a:xfrm>
            <a:custGeom>
              <a:rect b="b" l="l" r="r" t="t"/>
              <a:pathLst>
                <a:path extrusionOk="0" h="5415" w="7108">
                  <a:moveTo>
                    <a:pt x="5415" y="0"/>
                  </a:moveTo>
                  <a:lnTo>
                    <a:pt x="1" y="5415"/>
                  </a:lnTo>
                  <a:lnTo>
                    <a:pt x="7107" y="5415"/>
                  </a:lnTo>
                  <a:lnTo>
                    <a:pt x="7107" y="1696"/>
                  </a:lnTo>
                  <a:lnTo>
                    <a:pt x="54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34" name="Google Shape;5334;p57"/>
            <p:cNvSpPr/>
            <p:nvPr/>
          </p:nvSpPr>
          <p:spPr>
            <a:xfrm>
              <a:off x="6462150" y="419775"/>
              <a:ext cx="28250" cy="28250"/>
            </a:xfrm>
            <a:custGeom>
              <a:rect b="b" l="l" r="r" t="t"/>
              <a:pathLst>
                <a:path extrusionOk="0" h="1130" w="1130">
                  <a:moveTo>
                    <a:pt x="566" y="0"/>
                  </a:moveTo>
                  <a:cubicBezTo>
                    <a:pt x="253" y="0"/>
                    <a:pt x="0" y="250"/>
                    <a:pt x="0" y="563"/>
                  </a:cubicBezTo>
                  <a:cubicBezTo>
                    <a:pt x="0" y="876"/>
                    <a:pt x="253" y="1129"/>
                    <a:pt x="566" y="1129"/>
                  </a:cubicBezTo>
                  <a:cubicBezTo>
                    <a:pt x="877" y="1129"/>
                    <a:pt x="1130" y="876"/>
                    <a:pt x="1130" y="563"/>
                  </a:cubicBezTo>
                  <a:cubicBezTo>
                    <a:pt x="1130" y="250"/>
                    <a:pt x="877"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35" name="Google Shape;5335;p57"/>
            <p:cNvSpPr/>
            <p:nvPr/>
          </p:nvSpPr>
          <p:spPr>
            <a:xfrm>
              <a:off x="6349225" y="508600"/>
              <a:ext cx="113625" cy="108800"/>
            </a:xfrm>
            <a:custGeom>
              <a:rect b="b" l="l" r="r" t="t"/>
              <a:pathLst>
                <a:path extrusionOk="0" h="4352" w="4545">
                  <a:moveTo>
                    <a:pt x="2858" y="0"/>
                  </a:moveTo>
                  <a:lnTo>
                    <a:pt x="0" y="2623"/>
                  </a:lnTo>
                  <a:lnTo>
                    <a:pt x="0" y="4352"/>
                  </a:lnTo>
                  <a:lnTo>
                    <a:pt x="1461" y="4352"/>
                  </a:lnTo>
                  <a:lnTo>
                    <a:pt x="4544" y="1265"/>
                  </a:lnTo>
                  <a:lnTo>
                    <a:pt x="28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36" name="Google Shape;5336;p57"/>
            <p:cNvSpPr/>
            <p:nvPr/>
          </p:nvSpPr>
          <p:spPr>
            <a:xfrm>
              <a:off x="6349225" y="363300"/>
              <a:ext cx="254100" cy="172575"/>
            </a:xfrm>
            <a:custGeom>
              <a:rect b="b" l="l" r="r" t="t"/>
              <a:pathLst>
                <a:path extrusionOk="0" h="6903" w="10164">
                  <a:moveTo>
                    <a:pt x="5083" y="1130"/>
                  </a:moveTo>
                  <a:cubicBezTo>
                    <a:pt x="5767" y="1130"/>
                    <a:pt x="6384" y="1542"/>
                    <a:pt x="6646" y="2175"/>
                  </a:cubicBezTo>
                  <a:cubicBezTo>
                    <a:pt x="6908" y="2807"/>
                    <a:pt x="6764" y="3536"/>
                    <a:pt x="6279" y="4021"/>
                  </a:cubicBezTo>
                  <a:cubicBezTo>
                    <a:pt x="5955" y="4345"/>
                    <a:pt x="5521" y="4517"/>
                    <a:pt x="5081" y="4517"/>
                  </a:cubicBezTo>
                  <a:cubicBezTo>
                    <a:pt x="4862" y="4517"/>
                    <a:pt x="4642" y="4475"/>
                    <a:pt x="4433" y="4388"/>
                  </a:cubicBezTo>
                  <a:cubicBezTo>
                    <a:pt x="3801" y="4126"/>
                    <a:pt x="3388" y="3509"/>
                    <a:pt x="3388" y="2822"/>
                  </a:cubicBezTo>
                  <a:cubicBezTo>
                    <a:pt x="3388" y="1886"/>
                    <a:pt x="4147" y="1130"/>
                    <a:pt x="5083" y="1130"/>
                  </a:cubicBezTo>
                  <a:close/>
                  <a:moveTo>
                    <a:pt x="0" y="1"/>
                  </a:moveTo>
                  <a:lnTo>
                    <a:pt x="0" y="6903"/>
                  </a:lnTo>
                  <a:lnTo>
                    <a:pt x="2443" y="4665"/>
                  </a:lnTo>
                  <a:cubicBezTo>
                    <a:pt x="2549" y="4567"/>
                    <a:pt x="2686" y="4517"/>
                    <a:pt x="2824" y="4517"/>
                  </a:cubicBezTo>
                  <a:cubicBezTo>
                    <a:pt x="2943" y="4517"/>
                    <a:pt x="3062" y="4554"/>
                    <a:pt x="3162" y="4629"/>
                  </a:cubicBezTo>
                  <a:lnTo>
                    <a:pt x="5351" y="6270"/>
                  </a:lnTo>
                  <a:lnTo>
                    <a:pt x="8071" y="3551"/>
                  </a:lnTo>
                  <a:cubicBezTo>
                    <a:pt x="8181" y="3441"/>
                    <a:pt x="8325" y="3386"/>
                    <a:pt x="8470" y="3386"/>
                  </a:cubicBezTo>
                  <a:cubicBezTo>
                    <a:pt x="8614" y="3386"/>
                    <a:pt x="8759" y="3441"/>
                    <a:pt x="8869" y="3551"/>
                  </a:cubicBezTo>
                  <a:lnTo>
                    <a:pt x="10163" y="4846"/>
                  </a:lnTo>
                  <a:lnTo>
                    <a:pt x="101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37" name="Google Shape;5337;p57"/>
            <p:cNvSpPr/>
            <p:nvPr/>
          </p:nvSpPr>
          <p:spPr>
            <a:xfrm>
              <a:off x="6235400" y="249400"/>
              <a:ext cx="481825" cy="481825"/>
            </a:xfrm>
            <a:custGeom>
              <a:rect b="b" l="l" r="r" t="t"/>
              <a:pathLst>
                <a:path extrusionOk="0" h="19273" w="19273">
                  <a:moveTo>
                    <a:pt x="15283" y="3427"/>
                  </a:moveTo>
                  <a:cubicBezTo>
                    <a:pt x="15593" y="3427"/>
                    <a:pt x="15846" y="3677"/>
                    <a:pt x="15846" y="3991"/>
                  </a:cubicBezTo>
                  <a:lnTo>
                    <a:pt x="15846" y="15283"/>
                  </a:lnTo>
                  <a:cubicBezTo>
                    <a:pt x="15846" y="15596"/>
                    <a:pt x="15593" y="15849"/>
                    <a:pt x="15283" y="15849"/>
                  </a:cubicBezTo>
                  <a:lnTo>
                    <a:pt x="3990" y="15849"/>
                  </a:lnTo>
                  <a:cubicBezTo>
                    <a:pt x="3677" y="15849"/>
                    <a:pt x="3424" y="15596"/>
                    <a:pt x="3424" y="15283"/>
                  </a:cubicBezTo>
                  <a:lnTo>
                    <a:pt x="3424" y="3991"/>
                  </a:lnTo>
                  <a:cubicBezTo>
                    <a:pt x="3424" y="3677"/>
                    <a:pt x="3677" y="3427"/>
                    <a:pt x="3990" y="3427"/>
                  </a:cubicBezTo>
                  <a:close/>
                  <a:moveTo>
                    <a:pt x="564" y="1"/>
                  </a:moveTo>
                  <a:cubicBezTo>
                    <a:pt x="250" y="1"/>
                    <a:pt x="0" y="254"/>
                    <a:pt x="0" y="567"/>
                  </a:cubicBezTo>
                  <a:lnTo>
                    <a:pt x="0" y="2861"/>
                  </a:lnTo>
                  <a:cubicBezTo>
                    <a:pt x="0" y="3175"/>
                    <a:pt x="250" y="3427"/>
                    <a:pt x="564" y="3427"/>
                  </a:cubicBezTo>
                  <a:cubicBezTo>
                    <a:pt x="877" y="3427"/>
                    <a:pt x="1127" y="3677"/>
                    <a:pt x="1127" y="3991"/>
                  </a:cubicBezTo>
                  <a:cubicBezTo>
                    <a:pt x="1127" y="4304"/>
                    <a:pt x="877" y="4557"/>
                    <a:pt x="564" y="4557"/>
                  </a:cubicBezTo>
                  <a:cubicBezTo>
                    <a:pt x="250" y="4557"/>
                    <a:pt x="0" y="4807"/>
                    <a:pt x="0" y="5120"/>
                  </a:cubicBezTo>
                  <a:lnTo>
                    <a:pt x="0" y="8507"/>
                  </a:lnTo>
                  <a:cubicBezTo>
                    <a:pt x="0" y="8821"/>
                    <a:pt x="250" y="9074"/>
                    <a:pt x="564" y="9074"/>
                  </a:cubicBezTo>
                  <a:cubicBezTo>
                    <a:pt x="877" y="9074"/>
                    <a:pt x="1127" y="9324"/>
                    <a:pt x="1127" y="9637"/>
                  </a:cubicBezTo>
                  <a:cubicBezTo>
                    <a:pt x="1127" y="9950"/>
                    <a:pt x="877" y="10203"/>
                    <a:pt x="564" y="10203"/>
                  </a:cubicBezTo>
                  <a:cubicBezTo>
                    <a:pt x="250" y="10203"/>
                    <a:pt x="0" y="10453"/>
                    <a:pt x="0" y="10766"/>
                  </a:cubicBezTo>
                  <a:lnTo>
                    <a:pt x="0" y="14154"/>
                  </a:lnTo>
                  <a:cubicBezTo>
                    <a:pt x="0" y="14467"/>
                    <a:pt x="250" y="14720"/>
                    <a:pt x="564" y="14720"/>
                  </a:cubicBezTo>
                  <a:cubicBezTo>
                    <a:pt x="877" y="14720"/>
                    <a:pt x="1127" y="14970"/>
                    <a:pt x="1127" y="15283"/>
                  </a:cubicBezTo>
                  <a:cubicBezTo>
                    <a:pt x="1127" y="15596"/>
                    <a:pt x="877" y="15849"/>
                    <a:pt x="564" y="15849"/>
                  </a:cubicBezTo>
                  <a:cubicBezTo>
                    <a:pt x="250" y="15849"/>
                    <a:pt x="0" y="16099"/>
                    <a:pt x="0" y="16412"/>
                  </a:cubicBezTo>
                  <a:lnTo>
                    <a:pt x="0" y="18710"/>
                  </a:lnTo>
                  <a:cubicBezTo>
                    <a:pt x="0" y="19020"/>
                    <a:pt x="250" y="19273"/>
                    <a:pt x="564" y="19273"/>
                  </a:cubicBezTo>
                  <a:lnTo>
                    <a:pt x="2861" y="19273"/>
                  </a:lnTo>
                  <a:cubicBezTo>
                    <a:pt x="3171" y="19273"/>
                    <a:pt x="3424" y="19020"/>
                    <a:pt x="3424" y="18710"/>
                  </a:cubicBezTo>
                  <a:cubicBezTo>
                    <a:pt x="3424" y="18396"/>
                    <a:pt x="3677" y="18143"/>
                    <a:pt x="3990" y="18143"/>
                  </a:cubicBezTo>
                  <a:cubicBezTo>
                    <a:pt x="4300" y="18143"/>
                    <a:pt x="4553" y="18396"/>
                    <a:pt x="4553" y="18710"/>
                  </a:cubicBezTo>
                  <a:cubicBezTo>
                    <a:pt x="4553" y="19020"/>
                    <a:pt x="4806" y="19273"/>
                    <a:pt x="5120" y="19273"/>
                  </a:cubicBezTo>
                  <a:lnTo>
                    <a:pt x="8507" y="19273"/>
                  </a:lnTo>
                  <a:cubicBezTo>
                    <a:pt x="8817" y="19273"/>
                    <a:pt x="9070" y="19020"/>
                    <a:pt x="9070" y="18710"/>
                  </a:cubicBezTo>
                  <a:cubicBezTo>
                    <a:pt x="9070" y="18396"/>
                    <a:pt x="9323" y="18143"/>
                    <a:pt x="9636" y="18143"/>
                  </a:cubicBezTo>
                  <a:cubicBezTo>
                    <a:pt x="9947" y="18143"/>
                    <a:pt x="10200" y="18396"/>
                    <a:pt x="10200" y="18710"/>
                  </a:cubicBezTo>
                  <a:cubicBezTo>
                    <a:pt x="10200" y="19020"/>
                    <a:pt x="10452" y="19273"/>
                    <a:pt x="10766" y="19273"/>
                  </a:cubicBezTo>
                  <a:lnTo>
                    <a:pt x="14153" y="19273"/>
                  </a:lnTo>
                  <a:cubicBezTo>
                    <a:pt x="14463" y="19273"/>
                    <a:pt x="14716" y="19020"/>
                    <a:pt x="14716" y="18710"/>
                  </a:cubicBezTo>
                  <a:cubicBezTo>
                    <a:pt x="14716" y="18396"/>
                    <a:pt x="14969" y="18143"/>
                    <a:pt x="15283" y="18143"/>
                  </a:cubicBezTo>
                  <a:cubicBezTo>
                    <a:pt x="15593" y="18143"/>
                    <a:pt x="15846" y="18396"/>
                    <a:pt x="15846" y="18710"/>
                  </a:cubicBezTo>
                  <a:cubicBezTo>
                    <a:pt x="15846" y="19020"/>
                    <a:pt x="16099" y="19273"/>
                    <a:pt x="16412" y="19273"/>
                  </a:cubicBezTo>
                  <a:lnTo>
                    <a:pt x="18706" y="19273"/>
                  </a:lnTo>
                  <a:cubicBezTo>
                    <a:pt x="19019" y="19273"/>
                    <a:pt x="19272" y="19020"/>
                    <a:pt x="19272" y="18710"/>
                  </a:cubicBezTo>
                  <a:lnTo>
                    <a:pt x="19272" y="16412"/>
                  </a:lnTo>
                  <a:cubicBezTo>
                    <a:pt x="19272" y="16099"/>
                    <a:pt x="19019" y="15849"/>
                    <a:pt x="18706" y="15849"/>
                  </a:cubicBezTo>
                  <a:cubicBezTo>
                    <a:pt x="18393" y="15849"/>
                    <a:pt x="18143" y="15596"/>
                    <a:pt x="18143" y="15283"/>
                  </a:cubicBezTo>
                  <a:cubicBezTo>
                    <a:pt x="18143" y="14970"/>
                    <a:pt x="18393" y="14720"/>
                    <a:pt x="18706" y="14720"/>
                  </a:cubicBezTo>
                  <a:cubicBezTo>
                    <a:pt x="19019" y="14720"/>
                    <a:pt x="19272" y="14467"/>
                    <a:pt x="19272" y="14154"/>
                  </a:cubicBezTo>
                  <a:lnTo>
                    <a:pt x="19272" y="10766"/>
                  </a:lnTo>
                  <a:cubicBezTo>
                    <a:pt x="19272" y="10453"/>
                    <a:pt x="19019" y="10203"/>
                    <a:pt x="18706" y="10203"/>
                  </a:cubicBezTo>
                  <a:cubicBezTo>
                    <a:pt x="18393" y="10203"/>
                    <a:pt x="18143" y="9950"/>
                    <a:pt x="18143" y="9637"/>
                  </a:cubicBezTo>
                  <a:cubicBezTo>
                    <a:pt x="18143" y="9324"/>
                    <a:pt x="18393" y="9074"/>
                    <a:pt x="18706" y="9074"/>
                  </a:cubicBezTo>
                  <a:cubicBezTo>
                    <a:pt x="19019" y="9074"/>
                    <a:pt x="19272" y="8821"/>
                    <a:pt x="19272" y="8507"/>
                  </a:cubicBezTo>
                  <a:lnTo>
                    <a:pt x="19272" y="5120"/>
                  </a:lnTo>
                  <a:cubicBezTo>
                    <a:pt x="19272" y="4807"/>
                    <a:pt x="19019" y="4557"/>
                    <a:pt x="18706" y="4557"/>
                  </a:cubicBezTo>
                  <a:cubicBezTo>
                    <a:pt x="18393" y="4557"/>
                    <a:pt x="18143" y="4304"/>
                    <a:pt x="18143" y="3991"/>
                  </a:cubicBezTo>
                  <a:cubicBezTo>
                    <a:pt x="18143" y="3677"/>
                    <a:pt x="18393" y="3427"/>
                    <a:pt x="18706" y="3427"/>
                  </a:cubicBezTo>
                  <a:cubicBezTo>
                    <a:pt x="19019" y="3427"/>
                    <a:pt x="19272" y="3175"/>
                    <a:pt x="19272" y="2861"/>
                  </a:cubicBezTo>
                  <a:lnTo>
                    <a:pt x="19272" y="567"/>
                  </a:lnTo>
                  <a:cubicBezTo>
                    <a:pt x="19272" y="254"/>
                    <a:pt x="19019" y="1"/>
                    <a:pt x="18706" y="1"/>
                  </a:cubicBezTo>
                  <a:lnTo>
                    <a:pt x="16412" y="1"/>
                  </a:lnTo>
                  <a:cubicBezTo>
                    <a:pt x="16099" y="1"/>
                    <a:pt x="15846" y="254"/>
                    <a:pt x="15846" y="567"/>
                  </a:cubicBezTo>
                  <a:cubicBezTo>
                    <a:pt x="15846" y="877"/>
                    <a:pt x="15593" y="1130"/>
                    <a:pt x="15283" y="1130"/>
                  </a:cubicBezTo>
                  <a:cubicBezTo>
                    <a:pt x="14969" y="1130"/>
                    <a:pt x="14716" y="877"/>
                    <a:pt x="14716" y="567"/>
                  </a:cubicBezTo>
                  <a:cubicBezTo>
                    <a:pt x="14716" y="254"/>
                    <a:pt x="14463" y="1"/>
                    <a:pt x="14153" y="1"/>
                  </a:cubicBezTo>
                  <a:lnTo>
                    <a:pt x="10766" y="1"/>
                  </a:lnTo>
                  <a:cubicBezTo>
                    <a:pt x="10452" y="1"/>
                    <a:pt x="10200" y="254"/>
                    <a:pt x="10200" y="567"/>
                  </a:cubicBezTo>
                  <a:cubicBezTo>
                    <a:pt x="10200" y="877"/>
                    <a:pt x="9947" y="1130"/>
                    <a:pt x="9636" y="1130"/>
                  </a:cubicBezTo>
                  <a:cubicBezTo>
                    <a:pt x="9323" y="1130"/>
                    <a:pt x="9070" y="877"/>
                    <a:pt x="9070" y="567"/>
                  </a:cubicBezTo>
                  <a:cubicBezTo>
                    <a:pt x="9070" y="254"/>
                    <a:pt x="8817" y="1"/>
                    <a:pt x="8507" y="1"/>
                  </a:cubicBezTo>
                  <a:lnTo>
                    <a:pt x="5120" y="1"/>
                  </a:lnTo>
                  <a:cubicBezTo>
                    <a:pt x="4806" y="1"/>
                    <a:pt x="4553" y="254"/>
                    <a:pt x="4553" y="567"/>
                  </a:cubicBezTo>
                  <a:cubicBezTo>
                    <a:pt x="4553" y="877"/>
                    <a:pt x="4300" y="1130"/>
                    <a:pt x="3990" y="1130"/>
                  </a:cubicBezTo>
                  <a:cubicBezTo>
                    <a:pt x="3677" y="1130"/>
                    <a:pt x="3424" y="877"/>
                    <a:pt x="3424" y="567"/>
                  </a:cubicBezTo>
                  <a:cubicBezTo>
                    <a:pt x="3424" y="254"/>
                    <a:pt x="3171" y="1"/>
                    <a:pt x="2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38" name="Google Shape;5338;p57"/>
          <p:cNvGrpSpPr/>
          <p:nvPr/>
        </p:nvGrpSpPr>
        <p:grpSpPr>
          <a:xfrm>
            <a:off x="821301" y="2731810"/>
            <a:ext cx="340204" cy="298116"/>
            <a:chOff x="899850" y="871450"/>
            <a:chExt cx="483175" cy="423400"/>
          </a:xfrm>
        </p:grpSpPr>
        <p:sp>
          <p:nvSpPr>
            <p:cNvPr id="5339" name="Google Shape;5339;p57"/>
            <p:cNvSpPr/>
            <p:nvPr/>
          </p:nvSpPr>
          <p:spPr>
            <a:xfrm>
              <a:off x="1325175" y="1040825"/>
              <a:ext cx="56425" cy="28275"/>
            </a:xfrm>
            <a:custGeom>
              <a:rect b="b" l="l" r="r" t="t"/>
              <a:pathLst>
                <a:path extrusionOk="0" h="1131" w="2257">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40" name="Google Shape;5340;p57"/>
            <p:cNvSpPr/>
            <p:nvPr/>
          </p:nvSpPr>
          <p:spPr>
            <a:xfrm>
              <a:off x="1323750" y="956100"/>
              <a:ext cx="59275" cy="56525"/>
            </a:xfrm>
            <a:custGeom>
              <a:rect b="b" l="l" r="r" t="t"/>
              <a:pathLst>
                <a:path extrusionOk="0" h="2261" w="2371">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41" name="Google Shape;5341;p57"/>
            <p:cNvSpPr/>
            <p:nvPr/>
          </p:nvSpPr>
          <p:spPr>
            <a:xfrm>
              <a:off x="1323750" y="1097250"/>
              <a:ext cx="59275" cy="56525"/>
            </a:xfrm>
            <a:custGeom>
              <a:rect b="b" l="l" r="r" t="t"/>
              <a:pathLst>
                <a:path extrusionOk="0" h="2261" w="2371">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42" name="Google Shape;5342;p57"/>
            <p:cNvSpPr/>
            <p:nvPr/>
          </p:nvSpPr>
          <p:spPr>
            <a:xfrm>
              <a:off x="899850" y="871450"/>
              <a:ext cx="396150" cy="423400"/>
            </a:xfrm>
            <a:custGeom>
              <a:rect b="b" l="l" r="r" t="t"/>
              <a:pathLst>
                <a:path extrusionOk="0" h="16936" w="15846">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5343" name="Google Shape;5343;p57"/>
          <p:cNvSpPr/>
          <p:nvPr/>
        </p:nvSpPr>
        <p:spPr>
          <a:xfrm>
            <a:off x="1258100" y="2711214"/>
            <a:ext cx="302200" cy="339253"/>
          </a:xfrm>
          <a:custGeom>
            <a:rect b="b" l="l" r="r" t="t"/>
            <a:pathLst>
              <a:path extrusionOk="0" h="19273" w="17168">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5344" name="Google Shape;5344;p57"/>
          <p:cNvGrpSpPr/>
          <p:nvPr/>
        </p:nvGrpSpPr>
        <p:grpSpPr>
          <a:xfrm>
            <a:off x="1653301" y="2711232"/>
            <a:ext cx="340573" cy="339271"/>
            <a:chOff x="2085450" y="842250"/>
            <a:chExt cx="483700" cy="481850"/>
          </a:xfrm>
        </p:grpSpPr>
        <p:sp>
          <p:nvSpPr>
            <p:cNvPr id="5345" name="Google Shape;5345;p57"/>
            <p:cNvSpPr/>
            <p:nvPr/>
          </p:nvSpPr>
          <p:spPr>
            <a:xfrm>
              <a:off x="2085525" y="926925"/>
              <a:ext cx="483625" cy="397175"/>
            </a:xfrm>
            <a:custGeom>
              <a:rect b="b" l="l" r="r" t="t"/>
              <a:pathLst>
                <a:path extrusionOk="0" h="15887" w="19345">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46" name="Google Shape;5346;p57"/>
            <p:cNvSpPr/>
            <p:nvPr/>
          </p:nvSpPr>
          <p:spPr>
            <a:xfrm>
              <a:off x="2085450" y="1151875"/>
              <a:ext cx="143650" cy="87575"/>
            </a:xfrm>
            <a:custGeom>
              <a:rect b="b" l="l" r="r" t="t"/>
              <a:pathLst>
                <a:path extrusionOk="0" h="3503" w="5746">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47" name="Google Shape;5347;p57"/>
            <p:cNvSpPr/>
            <p:nvPr/>
          </p:nvSpPr>
          <p:spPr>
            <a:xfrm>
              <a:off x="2274775" y="842250"/>
              <a:ext cx="294375" cy="197650"/>
            </a:xfrm>
            <a:custGeom>
              <a:rect b="b" l="l" r="r" t="t"/>
              <a:pathLst>
                <a:path extrusionOk="0" h="7906" w="11775">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48" name="Google Shape;5348;p57"/>
          <p:cNvGrpSpPr/>
          <p:nvPr/>
        </p:nvGrpSpPr>
        <p:grpSpPr>
          <a:xfrm>
            <a:off x="2081868" y="2711241"/>
            <a:ext cx="339306" cy="339253"/>
            <a:chOff x="2685825" y="840375"/>
            <a:chExt cx="481900" cy="481825"/>
          </a:xfrm>
        </p:grpSpPr>
        <p:sp>
          <p:nvSpPr>
            <p:cNvPr id="5349" name="Google Shape;5349;p57"/>
            <p:cNvSpPr/>
            <p:nvPr/>
          </p:nvSpPr>
          <p:spPr>
            <a:xfrm>
              <a:off x="2685825" y="840375"/>
              <a:ext cx="481900" cy="481825"/>
            </a:xfrm>
            <a:custGeom>
              <a:rect b="b" l="l" r="r" t="t"/>
              <a:pathLst>
                <a:path extrusionOk="0" h="19273" w="19276">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50" name="Google Shape;5350;p57"/>
            <p:cNvSpPr/>
            <p:nvPr/>
          </p:nvSpPr>
          <p:spPr>
            <a:xfrm>
              <a:off x="2819200" y="983400"/>
              <a:ext cx="205475" cy="197625"/>
            </a:xfrm>
            <a:custGeom>
              <a:rect b="b" l="l" r="r" t="t"/>
              <a:pathLst>
                <a:path extrusionOk="0" h="7905" w="8219">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51" name="Google Shape;5351;p57"/>
          <p:cNvGrpSpPr/>
          <p:nvPr/>
        </p:nvGrpSpPr>
        <p:grpSpPr>
          <a:xfrm>
            <a:off x="2493529" y="2710924"/>
            <a:ext cx="350431" cy="339887"/>
            <a:chOff x="3270675" y="841800"/>
            <a:chExt cx="497700" cy="482725"/>
          </a:xfrm>
        </p:grpSpPr>
        <p:sp>
          <p:nvSpPr>
            <p:cNvPr id="5352" name="Google Shape;5352;p57"/>
            <p:cNvSpPr/>
            <p:nvPr/>
          </p:nvSpPr>
          <p:spPr>
            <a:xfrm>
              <a:off x="3270675" y="902000"/>
              <a:ext cx="447125" cy="422525"/>
            </a:xfrm>
            <a:custGeom>
              <a:rect b="b" l="l" r="r" t="t"/>
              <a:pathLst>
                <a:path extrusionOk="0" h="16901" w="17885">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53" name="Google Shape;5353;p57"/>
            <p:cNvSpPr/>
            <p:nvPr/>
          </p:nvSpPr>
          <p:spPr>
            <a:xfrm>
              <a:off x="3385250" y="841800"/>
              <a:ext cx="279700" cy="220925"/>
            </a:xfrm>
            <a:custGeom>
              <a:rect b="b" l="l" r="r" t="t"/>
              <a:pathLst>
                <a:path extrusionOk="0" h="8837" w="11188">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54" name="Google Shape;5354;p57"/>
            <p:cNvSpPr/>
            <p:nvPr/>
          </p:nvSpPr>
          <p:spPr>
            <a:xfrm>
              <a:off x="3530100" y="924750"/>
              <a:ext cx="238275" cy="250200"/>
            </a:xfrm>
            <a:custGeom>
              <a:rect b="b" l="l" r="r" t="t"/>
              <a:pathLst>
                <a:path extrusionOk="0" h="10008" w="9531">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5355" name="Google Shape;5355;p57"/>
          <p:cNvSpPr/>
          <p:nvPr/>
        </p:nvSpPr>
        <p:spPr>
          <a:xfrm>
            <a:off x="2911555" y="2721811"/>
            <a:ext cx="339253" cy="318060"/>
          </a:xfrm>
          <a:custGeom>
            <a:rect b="b" l="l" r="r" t="t"/>
            <a:pathLst>
              <a:path extrusionOk="0" h="18069" w="19273">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5356" name="Google Shape;5356;p57"/>
          <p:cNvGrpSpPr/>
          <p:nvPr/>
        </p:nvGrpSpPr>
        <p:grpSpPr>
          <a:xfrm>
            <a:off x="3329675" y="2731783"/>
            <a:ext cx="339253" cy="298169"/>
            <a:chOff x="4467200" y="877100"/>
            <a:chExt cx="481825" cy="423475"/>
          </a:xfrm>
        </p:grpSpPr>
        <p:sp>
          <p:nvSpPr>
            <p:cNvPr id="5357" name="Google Shape;5357;p57"/>
            <p:cNvSpPr/>
            <p:nvPr/>
          </p:nvSpPr>
          <p:spPr>
            <a:xfrm>
              <a:off x="4467200" y="1018225"/>
              <a:ext cx="481825" cy="282350"/>
            </a:xfrm>
            <a:custGeom>
              <a:rect b="b" l="l" r="r" t="t"/>
              <a:pathLst>
                <a:path extrusionOk="0" h="11294" w="19273">
                  <a:moveTo>
                    <a:pt x="10723" y="2257"/>
                  </a:moveTo>
                  <a:cubicBezTo>
                    <a:pt x="11013" y="2257"/>
                    <a:pt x="11292" y="2483"/>
                    <a:pt x="11292" y="2823"/>
                  </a:cubicBezTo>
                  <a:cubicBezTo>
                    <a:pt x="11292" y="3136"/>
                    <a:pt x="11039" y="3389"/>
                    <a:pt x="10729" y="3389"/>
                  </a:cubicBezTo>
                  <a:cubicBezTo>
                    <a:pt x="10223" y="3389"/>
                    <a:pt x="9973" y="2781"/>
                    <a:pt x="10329" y="2423"/>
                  </a:cubicBezTo>
                  <a:cubicBezTo>
                    <a:pt x="10443" y="2308"/>
                    <a:pt x="10585" y="2257"/>
                    <a:pt x="10723" y="2257"/>
                  </a:cubicBezTo>
                  <a:close/>
                  <a:moveTo>
                    <a:pt x="14755" y="3389"/>
                  </a:moveTo>
                  <a:lnTo>
                    <a:pt x="14755" y="7906"/>
                  </a:lnTo>
                  <a:lnTo>
                    <a:pt x="13551" y="7906"/>
                  </a:lnTo>
                  <a:lnTo>
                    <a:pt x="13551" y="3389"/>
                  </a:lnTo>
                  <a:close/>
                  <a:moveTo>
                    <a:pt x="5083" y="2822"/>
                  </a:moveTo>
                  <a:cubicBezTo>
                    <a:pt x="5189" y="2822"/>
                    <a:pt x="5297" y="2853"/>
                    <a:pt x="5396" y="2920"/>
                  </a:cubicBezTo>
                  <a:lnTo>
                    <a:pt x="8784" y="5178"/>
                  </a:lnTo>
                  <a:cubicBezTo>
                    <a:pt x="9118" y="5401"/>
                    <a:pt x="9118" y="5892"/>
                    <a:pt x="8784" y="6117"/>
                  </a:cubicBezTo>
                  <a:lnTo>
                    <a:pt x="5396" y="8376"/>
                  </a:lnTo>
                  <a:cubicBezTo>
                    <a:pt x="5297" y="8442"/>
                    <a:pt x="5189" y="8472"/>
                    <a:pt x="5084" y="8472"/>
                  </a:cubicBezTo>
                  <a:cubicBezTo>
                    <a:pt x="4790" y="8472"/>
                    <a:pt x="4517" y="8239"/>
                    <a:pt x="4517" y="7906"/>
                  </a:cubicBezTo>
                  <a:lnTo>
                    <a:pt x="4517" y="3389"/>
                  </a:lnTo>
                  <a:cubicBezTo>
                    <a:pt x="4517" y="3057"/>
                    <a:pt x="4789" y="2822"/>
                    <a:pt x="5083" y="2822"/>
                  </a:cubicBezTo>
                  <a:close/>
                  <a:moveTo>
                    <a:pt x="18711" y="1"/>
                  </a:moveTo>
                  <a:cubicBezTo>
                    <a:pt x="18601" y="1"/>
                    <a:pt x="18491" y="33"/>
                    <a:pt x="18396" y="95"/>
                  </a:cubicBezTo>
                  <a:lnTo>
                    <a:pt x="15150" y="2260"/>
                  </a:lnTo>
                  <a:lnTo>
                    <a:pt x="13551" y="2260"/>
                  </a:lnTo>
                  <a:lnTo>
                    <a:pt x="13551" y="1694"/>
                  </a:lnTo>
                  <a:cubicBezTo>
                    <a:pt x="13548" y="926"/>
                    <a:pt x="13027" y="255"/>
                    <a:pt x="12283" y="62"/>
                  </a:cubicBezTo>
                  <a:cubicBezTo>
                    <a:pt x="11527" y="774"/>
                    <a:pt x="10560" y="1128"/>
                    <a:pt x="9594" y="1128"/>
                  </a:cubicBezTo>
                  <a:cubicBezTo>
                    <a:pt x="8599" y="1128"/>
                    <a:pt x="7604" y="752"/>
                    <a:pt x="6842" y="2"/>
                  </a:cubicBezTo>
                  <a:lnTo>
                    <a:pt x="6712" y="2"/>
                  </a:lnTo>
                  <a:cubicBezTo>
                    <a:pt x="5950" y="753"/>
                    <a:pt x="4955" y="1131"/>
                    <a:pt x="3959" y="1131"/>
                  </a:cubicBezTo>
                  <a:cubicBezTo>
                    <a:pt x="2993" y="1131"/>
                    <a:pt x="2026" y="775"/>
                    <a:pt x="1271" y="62"/>
                  </a:cubicBezTo>
                  <a:cubicBezTo>
                    <a:pt x="524" y="255"/>
                    <a:pt x="3" y="923"/>
                    <a:pt x="0" y="1694"/>
                  </a:cubicBezTo>
                  <a:lnTo>
                    <a:pt x="0" y="9598"/>
                  </a:lnTo>
                  <a:cubicBezTo>
                    <a:pt x="0" y="10535"/>
                    <a:pt x="759" y="11291"/>
                    <a:pt x="1696" y="11294"/>
                  </a:cubicBezTo>
                  <a:lnTo>
                    <a:pt x="11859" y="11294"/>
                  </a:lnTo>
                  <a:cubicBezTo>
                    <a:pt x="12792" y="11294"/>
                    <a:pt x="13551" y="10535"/>
                    <a:pt x="13551" y="9598"/>
                  </a:cubicBezTo>
                  <a:lnTo>
                    <a:pt x="13551" y="9035"/>
                  </a:lnTo>
                  <a:lnTo>
                    <a:pt x="15150" y="9035"/>
                  </a:lnTo>
                  <a:lnTo>
                    <a:pt x="18396" y="11197"/>
                  </a:lnTo>
                  <a:cubicBezTo>
                    <a:pt x="18494" y="11263"/>
                    <a:pt x="18602" y="11293"/>
                    <a:pt x="18707" y="11293"/>
                  </a:cubicBezTo>
                  <a:cubicBezTo>
                    <a:pt x="19000" y="11293"/>
                    <a:pt x="19272" y="11060"/>
                    <a:pt x="19272" y="10728"/>
                  </a:cubicBezTo>
                  <a:lnTo>
                    <a:pt x="19272" y="565"/>
                  </a:lnTo>
                  <a:cubicBezTo>
                    <a:pt x="19272" y="357"/>
                    <a:pt x="19158" y="164"/>
                    <a:pt x="18977" y="68"/>
                  </a:cubicBezTo>
                  <a:cubicBezTo>
                    <a:pt x="18894" y="23"/>
                    <a:pt x="18802" y="1"/>
                    <a:pt x="187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58" name="Google Shape;5358;p57"/>
            <p:cNvSpPr/>
            <p:nvPr/>
          </p:nvSpPr>
          <p:spPr>
            <a:xfrm>
              <a:off x="4608425" y="1129300"/>
              <a:ext cx="45125" cy="60175"/>
            </a:xfrm>
            <a:custGeom>
              <a:rect b="b" l="l" r="r" t="t"/>
              <a:pathLst>
                <a:path extrusionOk="0" h="2407" w="1805">
                  <a:moveTo>
                    <a:pt x="0" y="0"/>
                  </a:moveTo>
                  <a:lnTo>
                    <a:pt x="0" y="2406"/>
                  </a:lnTo>
                  <a:lnTo>
                    <a:pt x="1804" y="1205"/>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59" name="Google Shape;5359;p57"/>
            <p:cNvSpPr/>
            <p:nvPr/>
          </p:nvSpPr>
          <p:spPr>
            <a:xfrm>
              <a:off x="4495500" y="877100"/>
              <a:ext cx="141175" cy="141175"/>
            </a:xfrm>
            <a:custGeom>
              <a:rect b="b" l="l" r="r" t="t"/>
              <a:pathLst>
                <a:path extrusionOk="0" h="5647" w="5647">
                  <a:moveTo>
                    <a:pt x="2822" y="1"/>
                  </a:moveTo>
                  <a:cubicBezTo>
                    <a:pt x="1262" y="1"/>
                    <a:pt x="0" y="1262"/>
                    <a:pt x="0" y="2822"/>
                  </a:cubicBezTo>
                  <a:cubicBezTo>
                    <a:pt x="0" y="4382"/>
                    <a:pt x="1262" y="5647"/>
                    <a:pt x="2822" y="5647"/>
                  </a:cubicBezTo>
                  <a:cubicBezTo>
                    <a:pt x="4382" y="5647"/>
                    <a:pt x="5647" y="4382"/>
                    <a:pt x="5647" y="2822"/>
                  </a:cubicBezTo>
                  <a:cubicBezTo>
                    <a:pt x="5647" y="1262"/>
                    <a:pt x="4382" y="1"/>
                    <a:pt x="28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60" name="Google Shape;5360;p57"/>
            <p:cNvSpPr/>
            <p:nvPr/>
          </p:nvSpPr>
          <p:spPr>
            <a:xfrm>
              <a:off x="4636650" y="877100"/>
              <a:ext cx="141175" cy="141175"/>
            </a:xfrm>
            <a:custGeom>
              <a:rect b="b" l="l" r="r" t="t"/>
              <a:pathLst>
                <a:path extrusionOk="0" h="5647" w="5647">
                  <a:moveTo>
                    <a:pt x="2822" y="1"/>
                  </a:moveTo>
                  <a:cubicBezTo>
                    <a:pt x="1262" y="1"/>
                    <a:pt x="1" y="1262"/>
                    <a:pt x="1" y="2822"/>
                  </a:cubicBezTo>
                  <a:cubicBezTo>
                    <a:pt x="1" y="4382"/>
                    <a:pt x="1262" y="5647"/>
                    <a:pt x="2822" y="5647"/>
                  </a:cubicBezTo>
                  <a:cubicBezTo>
                    <a:pt x="4382" y="5647"/>
                    <a:pt x="5647" y="4382"/>
                    <a:pt x="5647" y="2822"/>
                  </a:cubicBezTo>
                  <a:cubicBezTo>
                    <a:pt x="5647" y="1262"/>
                    <a:pt x="4382" y="1"/>
                    <a:pt x="28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61" name="Google Shape;5361;p57"/>
          <p:cNvGrpSpPr/>
          <p:nvPr/>
        </p:nvGrpSpPr>
        <p:grpSpPr>
          <a:xfrm>
            <a:off x="3744565" y="2711232"/>
            <a:ext cx="354778" cy="339271"/>
            <a:chOff x="5045500" y="842250"/>
            <a:chExt cx="503875" cy="481850"/>
          </a:xfrm>
        </p:grpSpPr>
        <p:sp>
          <p:nvSpPr>
            <p:cNvPr id="5362" name="Google Shape;5362;p57"/>
            <p:cNvSpPr/>
            <p:nvPr/>
          </p:nvSpPr>
          <p:spPr>
            <a:xfrm>
              <a:off x="5045500" y="842250"/>
              <a:ext cx="503875" cy="481850"/>
            </a:xfrm>
            <a:custGeom>
              <a:rect b="b" l="l" r="r" t="t"/>
              <a:pathLst>
                <a:path extrusionOk="0" h="19274" w="20155">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63" name="Google Shape;5363;p57"/>
            <p:cNvSpPr/>
            <p:nvPr/>
          </p:nvSpPr>
          <p:spPr>
            <a:xfrm>
              <a:off x="5221050" y="898625"/>
              <a:ext cx="254100" cy="254100"/>
            </a:xfrm>
            <a:custGeom>
              <a:rect b="b" l="l" r="r" t="t"/>
              <a:pathLst>
                <a:path extrusionOk="0" h="10164" w="10164">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64" name="Google Shape;5364;p57"/>
          <p:cNvGrpSpPr/>
          <p:nvPr/>
        </p:nvGrpSpPr>
        <p:grpSpPr>
          <a:xfrm>
            <a:off x="4167413" y="2737451"/>
            <a:ext cx="336965" cy="286833"/>
            <a:chOff x="5645200" y="879425"/>
            <a:chExt cx="478575" cy="407375"/>
          </a:xfrm>
        </p:grpSpPr>
        <p:sp>
          <p:nvSpPr>
            <p:cNvPr id="5365" name="Google Shape;5365;p57"/>
            <p:cNvSpPr/>
            <p:nvPr/>
          </p:nvSpPr>
          <p:spPr>
            <a:xfrm>
              <a:off x="6004200" y="1075025"/>
              <a:ext cx="86075" cy="93450"/>
            </a:xfrm>
            <a:custGeom>
              <a:rect b="b" l="l" r="r" t="t"/>
              <a:pathLst>
                <a:path extrusionOk="0" h="3738" w="3443">
                  <a:moveTo>
                    <a:pt x="1" y="0"/>
                  </a:moveTo>
                  <a:lnTo>
                    <a:pt x="1" y="3737"/>
                  </a:lnTo>
                  <a:lnTo>
                    <a:pt x="1907" y="3737"/>
                  </a:lnTo>
                  <a:cubicBezTo>
                    <a:pt x="2157" y="3737"/>
                    <a:pt x="2377" y="3574"/>
                    <a:pt x="2449" y="3334"/>
                  </a:cubicBezTo>
                  <a:lnTo>
                    <a:pt x="34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66" name="Google Shape;5366;p57"/>
            <p:cNvSpPr/>
            <p:nvPr/>
          </p:nvSpPr>
          <p:spPr>
            <a:xfrm>
              <a:off x="5880900" y="953275"/>
              <a:ext cx="95100" cy="93525"/>
            </a:xfrm>
            <a:custGeom>
              <a:rect b="b" l="l" r="r" t="t"/>
              <a:pathLst>
                <a:path extrusionOk="0" h="3741" w="3804">
                  <a:moveTo>
                    <a:pt x="0" y="1"/>
                  </a:moveTo>
                  <a:lnTo>
                    <a:pt x="0" y="3741"/>
                  </a:lnTo>
                  <a:lnTo>
                    <a:pt x="3804" y="3741"/>
                  </a:lnTo>
                  <a:lnTo>
                    <a:pt x="38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67" name="Google Shape;5367;p57"/>
            <p:cNvSpPr/>
            <p:nvPr/>
          </p:nvSpPr>
          <p:spPr>
            <a:xfrm>
              <a:off x="6004200" y="953275"/>
              <a:ext cx="119575" cy="93525"/>
            </a:xfrm>
            <a:custGeom>
              <a:rect b="b" l="l" r="r" t="t"/>
              <a:pathLst>
                <a:path extrusionOk="0" h="3741" w="4783">
                  <a:moveTo>
                    <a:pt x="1" y="1"/>
                  </a:moveTo>
                  <a:lnTo>
                    <a:pt x="1" y="3741"/>
                  </a:lnTo>
                  <a:lnTo>
                    <a:pt x="3777" y="3741"/>
                  </a:lnTo>
                  <a:lnTo>
                    <a:pt x="4674" y="727"/>
                  </a:lnTo>
                  <a:cubicBezTo>
                    <a:pt x="4783" y="365"/>
                    <a:pt x="4512" y="1"/>
                    <a:pt x="41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68" name="Google Shape;5368;p57"/>
            <p:cNvSpPr/>
            <p:nvPr/>
          </p:nvSpPr>
          <p:spPr>
            <a:xfrm>
              <a:off x="5880900" y="1075025"/>
              <a:ext cx="95100" cy="93450"/>
            </a:xfrm>
            <a:custGeom>
              <a:rect b="b" l="l" r="r" t="t"/>
              <a:pathLst>
                <a:path extrusionOk="0" h="3738" w="3804">
                  <a:moveTo>
                    <a:pt x="0" y="0"/>
                  </a:moveTo>
                  <a:lnTo>
                    <a:pt x="0" y="3737"/>
                  </a:lnTo>
                  <a:lnTo>
                    <a:pt x="3804" y="3737"/>
                  </a:lnTo>
                  <a:lnTo>
                    <a:pt x="38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69" name="Google Shape;5369;p57"/>
            <p:cNvSpPr/>
            <p:nvPr/>
          </p:nvSpPr>
          <p:spPr>
            <a:xfrm>
              <a:off x="5645200" y="879425"/>
              <a:ext cx="207500" cy="167375"/>
            </a:xfrm>
            <a:custGeom>
              <a:rect b="b" l="l" r="r" t="t"/>
              <a:pathLst>
                <a:path extrusionOk="0" h="6695" w="8300">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70" name="Google Shape;5370;p57"/>
            <p:cNvSpPr/>
            <p:nvPr/>
          </p:nvSpPr>
          <p:spPr>
            <a:xfrm>
              <a:off x="5722500" y="1075025"/>
              <a:ext cx="370875" cy="211775"/>
            </a:xfrm>
            <a:custGeom>
              <a:rect b="b" l="l" r="r" t="t"/>
              <a:pathLst>
                <a:path extrusionOk="0" h="8471" w="14835">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71" name="Google Shape;5371;p57"/>
          <p:cNvGrpSpPr/>
          <p:nvPr/>
        </p:nvGrpSpPr>
        <p:grpSpPr>
          <a:xfrm>
            <a:off x="4603488" y="2711241"/>
            <a:ext cx="298186" cy="339253"/>
            <a:chOff x="6264525" y="842250"/>
            <a:chExt cx="423500" cy="481825"/>
          </a:xfrm>
        </p:grpSpPr>
        <p:sp>
          <p:nvSpPr>
            <p:cNvPr id="5372" name="Google Shape;5372;p57"/>
            <p:cNvSpPr/>
            <p:nvPr/>
          </p:nvSpPr>
          <p:spPr>
            <a:xfrm>
              <a:off x="6264525" y="1033450"/>
              <a:ext cx="135300" cy="266450"/>
            </a:xfrm>
            <a:custGeom>
              <a:rect b="b" l="l" r="r" t="t"/>
              <a:pathLst>
                <a:path extrusionOk="0" h="10658" w="5412">
                  <a:moveTo>
                    <a:pt x="1" y="1"/>
                  </a:moveTo>
                  <a:lnTo>
                    <a:pt x="1" y="9932"/>
                  </a:lnTo>
                  <a:cubicBezTo>
                    <a:pt x="1" y="10182"/>
                    <a:pt x="61" y="10429"/>
                    <a:pt x="169" y="10658"/>
                  </a:cubicBezTo>
                  <a:lnTo>
                    <a:pt x="5412" y="5415"/>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73" name="Google Shape;5373;p57"/>
            <p:cNvSpPr/>
            <p:nvPr/>
          </p:nvSpPr>
          <p:spPr>
            <a:xfrm>
              <a:off x="6552700" y="1033450"/>
              <a:ext cx="135325" cy="266450"/>
            </a:xfrm>
            <a:custGeom>
              <a:rect b="b" l="l" r="r" t="t"/>
              <a:pathLst>
                <a:path extrusionOk="0" h="10658" w="5413">
                  <a:moveTo>
                    <a:pt x="5412" y="1"/>
                  </a:moveTo>
                  <a:lnTo>
                    <a:pt x="1" y="5415"/>
                  </a:lnTo>
                  <a:lnTo>
                    <a:pt x="5243" y="10658"/>
                  </a:lnTo>
                  <a:cubicBezTo>
                    <a:pt x="5352" y="10429"/>
                    <a:pt x="5412" y="10182"/>
                    <a:pt x="5412" y="9932"/>
                  </a:cubicBezTo>
                  <a:lnTo>
                    <a:pt x="54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74" name="Google Shape;5374;p57"/>
            <p:cNvSpPr/>
            <p:nvPr/>
          </p:nvSpPr>
          <p:spPr>
            <a:xfrm>
              <a:off x="6462150" y="985275"/>
              <a:ext cx="28025" cy="28250"/>
            </a:xfrm>
            <a:custGeom>
              <a:rect b="b" l="l" r="r" t="t"/>
              <a:pathLst>
                <a:path extrusionOk="0" h="1130" w="1121">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75" name="Google Shape;5375;p57"/>
            <p:cNvSpPr/>
            <p:nvPr/>
          </p:nvSpPr>
          <p:spPr>
            <a:xfrm>
              <a:off x="6288775" y="1182900"/>
              <a:ext cx="375075" cy="141175"/>
            </a:xfrm>
            <a:custGeom>
              <a:rect b="b" l="l" r="r" t="t"/>
              <a:pathLst>
                <a:path extrusionOk="0" h="5647" w="15003">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76" name="Google Shape;5376;p57"/>
            <p:cNvSpPr/>
            <p:nvPr/>
          </p:nvSpPr>
          <p:spPr>
            <a:xfrm>
              <a:off x="6278675" y="965325"/>
              <a:ext cx="42350" cy="84725"/>
            </a:xfrm>
            <a:custGeom>
              <a:rect b="b" l="l" r="r" t="t"/>
              <a:pathLst>
                <a:path extrusionOk="0" h="3389" w="1694">
                  <a:moveTo>
                    <a:pt x="1693" y="1"/>
                  </a:moveTo>
                  <a:lnTo>
                    <a:pt x="1" y="1693"/>
                  </a:lnTo>
                  <a:lnTo>
                    <a:pt x="1693" y="3388"/>
                  </a:lnTo>
                  <a:lnTo>
                    <a:pt x="16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77" name="Google Shape;5377;p57"/>
            <p:cNvSpPr/>
            <p:nvPr/>
          </p:nvSpPr>
          <p:spPr>
            <a:xfrm>
              <a:off x="6631525" y="965325"/>
              <a:ext cx="42400" cy="84725"/>
            </a:xfrm>
            <a:custGeom>
              <a:rect b="b" l="l" r="r" t="t"/>
              <a:pathLst>
                <a:path extrusionOk="0" h="3389" w="1696">
                  <a:moveTo>
                    <a:pt x="1" y="1"/>
                  </a:moveTo>
                  <a:lnTo>
                    <a:pt x="1" y="3388"/>
                  </a:lnTo>
                  <a:lnTo>
                    <a:pt x="1696" y="1693"/>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78" name="Google Shape;5378;p57"/>
            <p:cNvSpPr/>
            <p:nvPr/>
          </p:nvSpPr>
          <p:spPr>
            <a:xfrm>
              <a:off x="6349225" y="842250"/>
              <a:ext cx="254100" cy="312425"/>
            </a:xfrm>
            <a:custGeom>
              <a:rect b="b" l="l" r="r" t="t"/>
              <a:pathLst>
                <a:path extrusionOk="0" h="12497" w="10164">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79" name="Google Shape;5379;p57"/>
          <p:cNvGrpSpPr/>
          <p:nvPr/>
        </p:nvGrpSpPr>
        <p:grpSpPr>
          <a:xfrm>
            <a:off x="821776" y="3125895"/>
            <a:ext cx="339253" cy="339253"/>
            <a:chOff x="900750" y="1436075"/>
            <a:chExt cx="481825" cy="481825"/>
          </a:xfrm>
        </p:grpSpPr>
        <p:sp>
          <p:nvSpPr>
            <p:cNvPr id="5380" name="Google Shape;5380;p57"/>
            <p:cNvSpPr/>
            <p:nvPr/>
          </p:nvSpPr>
          <p:spPr>
            <a:xfrm>
              <a:off x="900750" y="1627500"/>
              <a:ext cx="481825" cy="290400"/>
            </a:xfrm>
            <a:custGeom>
              <a:rect b="b" l="l" r="r" t="t"/>
              <a:pathLst>
                <a:path extrusionOk="0" h="11616" w="19273">
                  <a:moveTo>
                    <a:pt x="0" y="1"/>
                  </a:moveTo>
                  <a:lnTo>
                    <a:pt x="0" y="9920"/>
                  </a:lnTo>
                  <a:cubicBezTo>
                    <a:pt x="0" y="10856"/>
                    <a:pt x="759" y="11612"/>
                    <a:pt x="1696" y="11615"/>
                  </a:cubicBezTo>
                  <a:lnTo>
                    <a:pt x="17580" y="11615"/>
                  </a:lnTo>
                  <a:cubicBezTo>
                    <a:pt x="18513" y="11612"/>
                    <a:pt x="19272" y="10856"/>
                    <a:pt x="19272" y="9920"/>
                  </a:cubicBezTo>
                  <a:lnTo>
                    <a:pt x="19272" y="1"/>
                  </a:lnTo>
                  <a:lnTo>
                    <a:pt x="9977" y="6948"/>
                  </a:lnTo>
                  <a:cubicBezTo>
                    <a:pt x="9877" y="7020"/>
                    <a:pt x="9760" y="7059"/>
                    <a:pt x="9636" y="7059"/>
                  </a:cubicBezTo>
                  <a:cubicBezTo>
                    <a:pt x="9513" y="7059"/>
                    <a:pt x="9395" y="7020"/>
                    <a:pt x="9299" y="6948"/>
                  </a:cubicBez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81" name="Google Shape;5381;p57"/>
            <p:cNvSpPr/>
            <p:nvPr/>
          </p:nvSpPr>
          <p:spPr>
            <a:xfrm>
              <a:off x="1296950" y="1549900"/>
              <a:ext cx="71550" cy="105850"/>
            </a:xfrm>
            <a:custGeom>
              <a:rect b="b" l="l" r="r" t="t"/>
              <a:pathLst>
                <a:path extrusionOk="0" h="4234" w="2862">
                  <a:moveTo>
                    <a:pt x="0" y="0"/>
                  </a:moveTo>
                  <a:lnTo>
                    <a:pt x="0" y="4234"/>
                  </a:lnTo>
                  <a:lnTo>
                    <a:pt x="2861" y="2117"/>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82" name="Google Shape;5382;p57"/>
            <p:cNvSpPr/>
            <p:nvPr/>
          </p:nvSpPr>
          <p:spPr>
            <a:xfrm>
              <a:off x="914900" y="1549900"/>
              <a:ext cx="71550" cy="105850"/>
            </a:xfrm>
            <a:custGeom>
              <a:rect b="b" l="l" r="r" t="t"/>
              <a:pathLst>
                <a:path extrusionOk="0" h="4234" w="2862">
                  <a:moveTo>
                    <a:pt x="2861" y="0"/>
                  </a:moveTo>
                  <a:lnTo>
                    <a:pt x="0" y="2117"/>
                  </a:lnTo>
                  <a:lnTo>
                    <a:pt x="2861" y="4234"/>
                  </a:lnTo>
                  <a:lnTo>
                    <a:pt x="286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83" name="Google Shape;5383;p57"/>
            <p:cNvSpPr/>
            <p:nvPr/>
          </p:nvSpPr>
          <p:spPr>
            <a:xfrm>
              <a:off x="1014650" y="1436075"/>
              <a:ext cx="254100" cy="336150"/>
            </a:xfrm>
            <a:custGeom>
              <a:rect b="b" l="l" r="r" t="t"/>
              <a:pathLst>
                <a:path extrusionOk="0" h="13446" w="10164">
                  <a:moveTo>
                    <a:pt x="8468" y="3424"/>
                  </a:moveTo>
                  <a:cubicBezTo>
                    <a:pt x="8781" y="3424"/>
                    <a:pt x="9031" y="3677"/>
                    <a:pt x="9031" y="3990"/>
                  </a:cubicBezTo>
                  <a:cubicBezTo>
                    <a:pt x="9031" y="4300"/>
                    <a:pt x="8781" y="4553"/>
                    <a:pt x="8468" y="4553"/>
                  </a:cubicBezTo>
                  <a:lnTo>
                    <a:pt x="1693" y="4553"/>
                  </a:lnTo>
                  <a:cubicBezTo>
                    <a:pt x="1379" y="4553"/>
                    <a:pt x="1130" y="4300"/>
                    <a:pt x="1130" y="3990"/>
                  </a:cubicBezTo>
                  <a:cubicBezTo>
                    <a:pt x="1130" y="3677"/>
                    <a:pt x="1379" y="3424"/>
                    <a:pt x="1693" y="3424"/>
                  </a:cubicBezTo>
                  <a:close/>
                  <a:moveTo>
                    <a:pt x="8468" y="5682"/>
                  </a:moveTo>
                  <a:cubicBezTo>
                    <a:pt x="8781" y="5682"/>
                    <a:pt x="9031" y="5935"/>
                    <a:pt x="9031" y="6248"/>
                  </a:cubicBezTo>
                  <a:cubicBezTo>
                    <a:pt x="9031" y="6559"/>
                    <a:pt x="8781" y="6812"/>
                    <a:pt x="8468" y="6812"/>
                  </a:cubicBezTo>
                  <a:lnTo>
                    <a:pt x="1693" y="6812"/>
                  </a:lnTo>
                  <a:cubicBezTo>
                    <a:pt x="1379" y="6812"/>
                    <a:pt x="1130" y="6559"/>
                    <a:pt x="1130" y="6248"/>
                  </a:cubicBezTo>
                  <a:cubicBezTo>
                    <a:pt x="1130" y="5935"/>
                    <a:pt x="1379" y="5682"/>
                    <a:pt x="1693" y="5682"/>
                  </a:cubicBezTo>
                  <a:close/>
                  <a:moveTo>
                    <a:pt x="5080" y="7941"/>
                  </a:moveTo>
                  <a:cubicBezTo>
                    <a:pt x="5393" y="7941"/>
                    <a:pt x="5643" y="8194"/>
                    <a:pt x="5643" y="8507"/>
                  </a:cubicBezTo>
                  <a:cubicBezTo>
                    <a:pt x="5643" y="8817"/>
                    <a:pt x="5393" y="9070"/>
                    <a:pt x="5080" y="9070"/>
                  </a:cubicBezTo>
                  <a:lnTo>
                    <a:pt x="1693" y="9070"/>
                  </a:lnTo>
                  <a:cubicBezTo>
                    <a:pt x="1379" y="9070"/>
                    <a:pt x="1130" y="8817"/>
                    <a:pt x="1130" y="8507"/>
                  </a:cubicBezTo>
                  <a:cubicBezTo>
                    <a:pt x="1130" y="8194"/>
                    <a:pt x="1379" y="7941"/>
                    <a:pt x="1693" y="7941"/>
                  </a:cubicBezTo>
                  <a:close/>
                  <a:moveTo>
                    <a:pt x="563" y="0"/>
                  </a:moveTo>
                  <a:cubicBezTo>
                    <a:pt x="250" y="0"/>
                    <a:pt x="0" y="250"/>
                    <a:pt x="0" y="563"/>
                  </a:cubicBezTo>
                  <a:lnTo>
                    <a:pt x="0" y="9636"/>
                  </a:lnTo>
                  <a:lnTo>
                    <a:pt x="5080" y="13445"/>
                  </a:lnTo>
                  <a:lnTo>
                    <a:pt x="10163" y="9636"/>
                  </a:lnTo>
                  <a:lnTo>
                    <a:pt x="10163" y="563"/>
                  </a:lnTo>
                  <a:cubicBezTo>
                    <a:pt x="10163" y="250"/>
                    <a:pt x="9910" y="0"/>
                    <a:pt x="95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84" name="Google Shape;5384;p57"/>
          <p:cNvGrpSpPr/>
          <p:nvPr/>
        </p:nvGrpSpPr>
        <p:grpSpPr>
          <a:xfrm>
            <a:off x="1239624" y="3186183"/>
            <a:ext cx="339253" cy="218676"/>
            <a:chOff x="1492675" y="1520750"/>
            <a:chExt cx="481825" cy="310575"/>
          </a:xfrm>
        </p:grpSpPr>
        <p:sp>
          <p:nvSpPr>
            <p:cNvPr id="5385" name="Google Shape;5385;p57"/>
            <p:cNvSpPr/>
            <p:nvPr/>
          </p:nvSpPr>
          <p:spPr>
            <a:xfrm>
              <a:off x="1492675" y="1540400"/>
              <a:ext cx="481825" cy="290925"/>
            </a:xfrm>
            <a:custGeom>
              <a:rect b="b" l="l" r="r" t="t"/>
              <a:pathLst>
                <a:path extrusionOk="0" h="11637" w="19273">
                  <a:moveTo>
                    <a:pt x="266" y="1"/>
                  </a:moveTo>
                  <a:cubicBezTo>
                    <a:pt x="91" y="272"/>
                    <a:pt x="1" y="585"/>
                    <a:pt x="1" y="907"/>
                  </a:cubicBezTo>
                  <a:lnTo>
                    <a:pt x="1" y="9941"/>
                  </a:lnTo>
                  <a:cubicBezTo>
                    <a:pt x="1" y="10877"/>
                    <a:pt x="757" y="11633"/>
                    <a:pt x="1693" y="11636"/>
                  </a:cubicBezTo>
                  <a:lnTo>
                    <a:pt x="17577" y="11636"/>
                  </a:lnTo>
                  <a:cubicBezTo>
                    <a:pt x="18514" y="11633"/>
                    <a:pt x="19270" y="10877"/>
                    <a:pt x="19273" y="9941"/>
                  </a:cubicBezTo>
                  <a:lnTo>
                    <a:pt x="19273" y="907"/>
                  </a:lnTo>
                  <a:cubicBezTo>
                    <a:pt x="19270" y="585"/>
                    <a:pt x="19176" y="272"/>
                    <a:pt x="19005" y="1"/>
                  </a:cubicBezTo>
                  <a:lnTo>
                    <a:pt x="9974" y="7005"/>
                  </a:lnTo>
                  <a:cubicBezTo>
                    <a:pt x="9873" y="7080"/>
                    <a:pt x="9754" y="7118"/>
                    <a:pt x="9635" y="7118"/>
                  </a:cubicBezTo>
                  <a:cubicBezTo>
                    <a:pt x="9516" y="7118"/>
                    <a:pt x="9397" y="7080"/>
                    <a:pt x="9296" y="7005"/>
                  </a:cubicBezTo>
                  <a:lnTo>
                    <a:pt x="2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86" name="Google Shape;5386;p57"/>
            <p:cNvSpPr/>
            <p:nvPr/>
          </p:nvSpPr>
          <p:spPr>
            <a:xfrm>
              <a:off x="1522575" y="1520750"/>
              <a:ext cx="421975" cy="165800"/>
            </a:xfrm>
            <a:custGeom>
              <a:rect b="b" l="l" r="r" t="t"/>
              <a:pathLst>
                <a:path extrusionOk="0" h="6632" w="16879">
                  <a:moveTo>
                    <a:pt x="497" y="1"/>
                  </a:moveTo>
                  <a:cubicBezTo>
                    <a:pt x="328" y="1"/>
                    <a:pt x="160" y="31"/>
                    <a:pt x="0" y="82"/>
                  </a:cubicBezTo>
                  <a:lnTo>
                    <a:pt x="8441" y="6631"/>
                  </a:lnTo>
                  <a:lnTo>
                    <a:pt x="16878" y="82"/>
                  </a:lnTo>
                  <a:cubicBezTo>
                    <a:pt x="16719" y="31"/>
                    <a:pt x="16550" y="1"/>
                    <a:pt x="163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87" name="Google Shape;5387;p57"/>
          <p:cNvGrpSpPr/>
          <p:nvPr/>
        </p:nvGrpSpPr>
        <p:grpSpPr>
          <a:xfrm>
            <a:off x="1647421" y="3125877"/>
            <a:ext cx="352332" cy="339288"/>
            <a:chOff x="2071000" y="1435025"/>
            <a:chExt cx="500400" cy="481875"/>
          </a:xfrm>
        </p:grpSpPr>
        <p:sp>
          <p:nvSpPr>
            <p:cNvPr id="5388" name="Google Shape;5388;p57"/>
            <p:cNvSpPr/>
            <p:nvPr/>
          </p:nvSpPr>
          <p:spPr>
            <a:xfrm>
              <a:off x="2425125" y="1718700"/>
              <a:ext cx="146275" cy="141750"/>
            </a:xfrm>
            <a:custGeom>
              <a:rect b="b" l="l" r="r" t="t"/>
              <a:pathLst>
                <a:path extrusionOk="0" h="5670" w="5851">
                  <a:moveTo>
                    <a:pt x="1598" y="0"/>
                  </a:moveTo>
                  <a:cubicBezTo>
                    <a:pt x="1159" y="0"/>
                    <a:pt x="720" y="160"/>
                    <a:pt x="401" y="481"/>
                  </a:cubicBezTo>
                  <a:lnTo>
                    <a:pt x="0" y="879"/>
                  </a:lnTo>
                  <a:lnTo>
                    <a:pt x="4791" y="5669"/>
                  </a:lnTo>
                  <a:lnTo>
                    <a:pt x="5191" y="5272"/>
                  </a:lnTo>
                  <a:cubicBezTo>
                    <a:pt x="5851" y="4610"/>
                    <a:pt x="5851" y="3538"/>
                    <a:pt x="5191" y="2875"/>
                  </a:cubicBezTo>
                  <a:lnTo>
                    <a:pt x="2795" y="481"/>
                  </a:lnTo>
                  <a:cubicBezTo>
                    <a:pt x="2475" y="160"/>
                    <a:pt x="2036" y="0"/>
                    <a:pt x="15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89" name="Google Shape;5389;p57"/>
            <p:cNvSpPr/>
            <p:nvPr/>
          </p:nvSpPr>
          <p:spPr>
            <a:xfrm>
              <a:off x="2071000" y="1477850"/>
              <a:ext cx="453125" cy="439050"/>
            </a:xfrm>
            <a:custGeom>
              <a:rect b="b" l="l" r="r" t="t"/>
              <a:pathLst>
                <a:path extrusionOk="0" h="17562" w="18125">
                  <a:moveTo>
                    <a:pt x="2057" y="0"/>
                  </a:moveTo>
                  <a:cubicBezTo>
                    <a:pt x="0" y="2397"/>
                    <a:pt x="81" y="6008"/>
                    <a:pt x="2352" y="8278"/>
                  </a:cubicBezTo>
                  <a:lnTo>
                    <a:pt x="9847" y="15776"/>
                  </a:lnTo>
                  <a:cubicBezTo>
                    <a:pt x="11008" y="16937"/>
                    <a:pt x="12564" y="17561"/>
                    <a:pt x="14149" y="17561"/>
                  </a:cubicBezTo>
                  <a:cubicBezTo>
                    <a:pt x="15535" y="17561"/>
                    <a:pt x="16943" y="17083"/>
                    <a:pt x="18125" y="16068"/>
                  </a:cubicBezTo>
                  <a:lnTo>
                    <a:pt x="13346" y="11289"/>
                  </a:lnTo>
                  <a:cubicBezTo>
                    <a:pt x="13108" y="11473"/>
                    <a:pt x="12823" y="11568"/>
                    <a:pt x="12540" y="11568"/>
                  </a:cubicBezTo>
                  <a:cubicBezTo>
                    <a:pt x="12221" y="11568"/>
                    <a:pt x="11904" y="11448"/>
                    <a:pt x="11660" y="11202"/>
                  </a:cubicBezTo>
                  <a:lnTo>
                    <a:pt x="6926" y="6465"/>
                  </a:lnTo>
                  <a:cubicBezTo>
                    <a:pt x="6462" y="6002"/>
                    <a:pt x="6447" y="5282"/>
                    <a:pt x="6839" y="4779"/>
                  </a:cubicBezTo>
                  <a:lnTo>
                    <a:pt x="20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90" name="Google Shape;5390;p57"/>
            <p:cNvSpPr/>
            <p:nvPr/>
          </p:nvSpPr>
          <p:spPr>
            <a:xfrm>
              <a:off x="2141600" y="1435025"/>
              <a:ext cx="146300" cy="141850"/>
            </a:xfrm>
            <a:custGeom>
              <a:rect b="b" l="l" r="r" t="t"/>
              <a:pathLst>
                <a:path extrusionOk="0" h="5674" w="5852">
                  <a:moveTo>
                    <a:pt x="1597" y="1"/>
                  </a:moveTo>
                  <a:cubicBezTo>
                    <a:pt x="1158" y="1"/>
                    <a:pt x="719" y="161"/>
                    <a:pt x="398" y="482"/>
                  </a:cubicBezTo>
                  <a:lnTo>
                    <a:pt x="1" y="882"/>
                  </a:lnTo>
                  <a:lnTo>
                    <a:pt x="4792" y="5673"/>
                  </a:lnTo>
                  <a:lnTo>
                    <a:pt x="5189" y="5273"/>
                  </a:lnTo>
                  <a:cubicBezTo>
                    <a:pt x="5852" y="4610"/>
                    <a:pt x="5852" y="3538"/>
                    <a:pt x="5189" y="2879"/>
                  </a:cubicBezTo>
                  <a:lnTo>
                    <a:pt x="2795" y="482"/>
                  </a:lnTo>
                  <a:cubicBezTo>
                    <a:pt x="2474" y="161"/>
                    <a:pt x="2036" y="1"/>
                    <a:pt x="15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91" name="Google Shape;5391;p57"/>
          <p:cNvGrpSpPr/>
          <p:nvPr/>
        </p:nvGrpSpPr>
        <p:grpSpPr>
          <a:xfrm>
            <a:off x="2075584" y="3146709"/>
            <a:ext cx="351874" cy="297623"/>
            <a:chOff x="2678350" y="1464650"/>
            <a:chExt cx="499750" cy="422700"/>
          </a:xfrm>
        </p:grpSpPr>
        <p:sp>
          <p:nvSpPr>
            <p:cNvPr id="5392" name="Google Shape;5392;p57"/>
            <p:cNvSpPr/>
            <p:nvPr/>
          </p:nvSpPr>
          <p:spPr>
            <a:xfrm>
              <a:off x="3081050" y="1542700"/>
              <a:ext cx="97050" cy="267350"/>
            </a:xfrm>
            <a:custGeom>
              <a:rect b="b" l="l" r="r" t="t"/>
              <a:pathLst>
                <a:path extrusionOk="0" h="10694" w="3882">
                  <a:moveTo>
                    <a:pt x="618" y="0"/>
                  </a:moveTo>
                  <a:cubicBezTo>
                    <a:pt x="474" y="0"/>
                    <a:pt x="329" y="55"/>
                    <a:pt x="220" y="165"/>
                  </a:cubicBezTo>
                  <a:cubicBezTo>
                    <a:pt x="3" y="384"/>
                    <a:pt x="0" y="737"/>
                    <a:pt x="214" y="957"/>
                  </a:cubicBezTo>
                  <a:cubicBezTo>
                    <a:pt x="2650" y="3375"/>
                    <a:pt x="2650" y="7316"/>
                    <a:pt x="214" y="9737"/>
                  </a:cubicBezTo>
                  <a:cubicBezTo>
                    <a:pt x="0" y="9957"/>
                    <a:pt x="3" y="10310"/>
                    <a:pt x="220" y="10526"/>
                  </a:cubicBezTo>
                  <a:cubicBezTo>
                    <a:pt x="330" y="10638"/>
                    <a:pt x="475" y="10693"/>
                    <a:pt x="620" y="10693"/>
                  </a:cubicBezTo>
                  <a:cubicBezTo>
                    <a:pt x="761" y="10693"/>
                    <a:pt x="902" y="10641"/>
                    <a:pt x="1012" y="10535"/>
                  </a:cubicBezTo>
                  <a:cubicBezTo>
                    <a:pt x="3882" y="7672"/>
                    <a:pt x="3882" y="3022"/>
                    <a:pt x="1012" y="159"/>
                  </a:cubicBezTo>
                  <a:cubicBezTo>
                    <a:pt x="902" y="53"/>
                    <a:pt x="760" y="0"/>
                    <a:pt x="6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93" name="Google Shape;5393;p57"/>
            <p:cNvSpPr/>
            <p:nvPr/>
          </p:nvSpPr>
          <p:spPr>
            <a:xfrm>
              <a:off x="3041000" y="1582600"/>
              <a:ext cx="75075" cy="187725"/>
            </a:xfrm>
            <a:custGeom>
              <a:rect b="b" l="l" r="r" t="t"/>
              <a:pathLst>
                <a:path extrusionOk="0" h="7509" w="3003">
                  <a:moveTo>
                    <a:pt x="626" y="0"/>
                  </a:moveTo>
                  <a:cubicBezTo>
                    <a:pt x="482" y="0"/>
                    <a:pt x="337" y="55"/>
                    <a:pt x="226" y="165"/>
                  </a:cubicBezTo>
                  <a:cubicBezTo>
                    <a:pt x="9" y="381"/>
                    <a:pt x="6" y="734"/>
                    <a:pt x="220" y="957"/>
                  </a:cubicBezTo>
                  <a:cubicBezTo>
                    <a:pt x="1774" y="2495"/>
                    <a:pt x="1774" y="5007"/>
                    <a:pt x="220" y="6545"/>
                  </a:cubicBezTo>
                  <a:cubicBezTo>
                    <a:pt x="0" y="6765"/>
                    <a:pt x="0" y="7124"/>
                    <a:pt x="220" y="7343"/>
                  </a:cubicBezTo>
                  <a:cubicBezTo>
                    <a:pt x="330" y="7453"/>
                    <a:pt x="474" y="7508"/>
                    <a:pt x="619" y="7508"/>
                  </a:cubicBezTo>
                  <a:cubicBezTo>
                    <a:pt x="763" y="7508"/>
                    <a:pt x="908" y="7453"/>
                    <a:pt x="1018" y="7343"/>
                  </a:cubicBezTo>
                  <a:cubicBezTo>
                    <a:pt x="3002" y="5359"/>
                    <a:pt x="3002" y="2143"/>
                    <a:pt x="1018" y="159"/>
                  </a:cubicBezTo>
                  <a:cubicBezTo>
                    <a:pt x="909" y="53"/>
                    <a:pt x="768" y="0"/>
                    <a:pt x="6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94" name="Google Shape;5394;p57"/>
            <p:cNvSpPr/>
            <p:nvPr/>
          </p:nvSpPr>
          <p:spPr>
            <a:xfrm>
              <a:off x="2678350" y="1464650"/>
              <a:ext cx="339700" cy="422700"/>
            </a:xfrm>
            <a:custGeom>
              <a:rect b="b" l="l" r="r" t="t"/>
              <a:pathLst>
                <a:path extrusionOk="0" h="16908" w="13588">
                  <a:moveTo>
                    <a:pt x="5683" y="5632"/>
                  </a:moveTo>
                  <a:lnTo>
                    <a:pt x="5683" y="11278"/>
                  </a:lnTo>
                  <a:lnTo>
                    <a:pt x="3952" y="11278"/>
                  </a:lnTo>
                  <a:cubicBezTo>
                    <a:pt x="3638" y="11278"/>
                    <a:pt x="3389" y="11026"/>
                    <a:pt x="3389" y="10712"/>
                  </a:cubicBezTo>
                  <a:lnTo>
                    <a:pt x="3389" y="6195"/>
                  </a:lnTo>
                  <a:cubicBezTo>
                    <a:pt x="3389" y="5882"/>
                    <a:pt x="3638" y="5632"/>
                    <a:pt x="3952" y="5632"/>
                  </a:cubicBezTo>
                  <a:close/>
                  <a:moveTo>
                    <a:pt x="11895" y="1115"/>
                  </a:moveTo>
                  <a:cubicBezTo>
                    <a:pt x="12206" y="1115"/>
                    <a:pt x="12458" y="1365"/>
                    <a:pt x="12458" y="1679"/>
                  </a:cubicBezTo>
                  <a:lnTo>
                    <a:pt x="12458" y="15229"/>
                  </a:lnTo>
                  <a:cubicBezTo>
                    <a:pt x="12458" y="15542"/>
                    <a:pt x="12206" y="15792"/>
                    <a:pt x="11895" y="15792"/>
                  </a:cubicBezTo>
                  <a:cubicBezTo>
                    <a:pt x="11582" y="15792"/>
                    <a:pt x="11329" y="15542"/>
                    <a:pt x="11329" y="15229"/>
                  </a:cubicBezTo>
                  <a:lnTo>
                    <a:pt x="11329" y="1679"/>
                  </a:lnTo>
                  <a:cubicBezTo>
                    <a:pt x="11329" y="1365"/>
                    <a:pt x="11582" y="1115"/>
                    <a:pt x="11895" y="1115"/>
                  </a:cubicBezTo>
                  <a:close/>
                  <a:moveTo>
                    <a:pt x="11892" y="0"/>
                  </a:moveTo>
                  <a:cubicBezTo>
                    <a:pt x="11090" y="0"/>
                    <a:pt x="10386" y="570"/>
                    <a:pt x="10230" y="1374"/>
                  </a:cubicBezTo>
                  <a:lnTo>
                    <a:pt x="6060" y="4503"/>
                  </a:lnTo>
                  <a:lnTo>
                    <a:pt x="3952" y="4503"/>
                  </a:lnTo>
                  <a:cubicBezTo>
                    <a:pt x="3235" y="4503"/>
                    <a:pt x="2600" y="4955"/>
                    <a:pt x="2362" y="5632"/>
                  </a:cubicBezTo>
                  <a:lnTo>
                    <a:pt x="1693" y="5632"/>
                  </a:lnTo>
                  <a:cubicBezTo>
                    <a:pt x="757" y="5632"/>
                    <a:pt x="1" y="6388"/>
                    <a:pt x="1" y="7325"/>
                  </a:cubicBezTo>
                  <a:lnTo>
                    <a:pt x="1" y="9583"/>
                  </a:lnTo>
                  <a:cubicBezTo>
                    <a:pt x="1" y="10520"/>
                    <a:pt x="757" y="11275"/>
                    <a:pt x="1693" y="11278"/>
                  </a:cubicBezTo>
                  <a:lnTo>
                    <a:pt x="2362" y="11278"/>
                  </a:lnTo>
                  <a:cubicBezTo>
                    <a:pt x="2600" y="11953"/>
                    <a:pt x="3235" y="12405"/>
                    <a:pt x="3952" y="12408"/>
                  </a:cubicBezTo>
                  <a:lnTo>
                    <a:pt x="6060" y="12408"/>
                  </a:lnTo>
                  <a:lnTo>
                    <a:pt x="10230" y="15533"/>
                  </a:lnTo>
                  <a:cubicBezTo>
                    <a:pt x="10386" y="16336"/>
                    <a:pt x="11087" y="16908"/>
                    <a:pt x="11888" y="16908"/>
                  </a:cubicBezTo>
                  <a:cubicBezTo>
                    <a:pt x="11940" y="16908"/>
                    <a:pt x="11993" y="16905"/>
                    <a:pt x="12046" y="16900"/>
                  </a:cubicBezTo>
                  <a:cubicBezTo>
                    <a:pt x="12913" y="16822"/>
                    <a:pt x="13582" y="16099"/>
                    <a:pt x="13588" y="15229"/>
                  </a:cubicBezTo>
                  <a:lnTo>
                    <a:pt x="13588" y="1679"/>
                  </a:lnTo>
                  <a:cubicBezTo>
                    <a:pt x="13579" y="808"/>
                    <a:pt x="12913" y="86"/>
                    <a:pt x="12046" y="7"/>
                  </a:cubicBezTo>
                  <a:cubicBezTo>
                    <a:pt x="11994" y="3"/>
                    <a:pt x="11943" y="0"/>
                    <a:pt x="118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95" name="Google Shape;5395;p57"/>
          <p:cNvGrpSpPr/>
          <p:nvPr/>
        </p:nvGrpSpPr>
        <p:grpSpPr>
          <a:xfrm>
            <a:off x="2499118" y="3125895"/>
            <a:ext cx="339253" cy="339253"/>
            <a:chOff x="3271200" y="1435075"/>
            <a:chExt cx="481825" cy="481825"/>
          </a:xfrm>
        </p:grpSpPr>
        <p:sp>
          <p:nvSpPr>
            <p:cNvPr id="5396" name="Google Shape;5396;p57"/>
            <p:cNvSpPr/>
            <p:nvPr/>
          </p:nvSpPr>
          <p:spPr>
            <a:xfrm>
              <a:off x="3271200" y="1435075"/>
              <a:ext cx="481825" cy="481825"/>
            </a:xfrm>
            <a:custGeom>
              <a:rect b="b" l="l" r="r" t="t"/>
              <a:pathLst>
                <a:path extrusionOk="0" h="19273" w="19273">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397" name="Google Shape;5397;p57"/>
            <p:cNvSpPr/>
            <p:nvPr/>
          </p:nvSpPr>
          <p:spPr>
            <a:xfrm>
              <a:off x="3356575" y="1520525"/>
              <a:ext cx="311000" cy="311025"/>
            </a:xfrm>
            <a:custGeom>
              <a:rect b="b" l="l" r="r" t="t"/>
              <a:pathLst>
                <a:path extrusionOk="0" h="12441" w="1244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398" name="Google Shape;5398;p57"/>
          <p:cNvGrpSpPr/>
          <p:nvPr/>
        </p:nvGrpSpPr>
        <p:grpSpPr>
          <a:xfrm>
            <a:off x="2909591" y="3125877"/>
            <a:ext cx="343442" cy="339288"/>
            <a:chOff x="3858100" y="1435075"/>
            <a:chExt cx="487775" cy="481875"/>
          </a:xfrm>
        </p:grpSpPr>
        <p:sp>
          <p:nvSpPr>
            <p:cNvPr id="5399" name="Google Shape;5399;p57"/>
            <p:cNvSpPr/>
            <p:nvPr/>
          </p:nvSpPr>
          <p:spPr>
            <a:xfrm>
              <a:off x="3858100" y="1868750"/>
              <a:ext cx="55575" cy="48200"/>
            </a:xfrm>
            <a:custGeom>
              <a:rect b="b" l="l" r="r" t="t"/>
              <a:pathLst>
                <a:path extrusionOk="0" h="1928" w="2223">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00" name="Google Shape;5400;p57"/>
            <p:cNvSpPr/>
            <p:nvPr/>
          </p:nvSpPr>
          <p:spPr>
            <a:xfrm>
              <a:off x="3917950" y="1808500"/>
              <a:ext cx="60350" cy="48525"/>
            </a:xfrm>
            <a:custGeom>
              <a:rect b="b" l="l" r="r" t="t"/>
              <a:pathLst>
                <a:path extrusionOk="0" h="1941" w="2414">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01" name="Google Shape;5401;p57"/>
            <p:cNvSpPr/>
            <p:nvPr/>
          </p:nvSpPr>
          <p:spPr>
            <a:xfrm>
              <a:off x="3876450" y="1435075"/>
              <a:ext cx="450375" cy="251250"/>
            </a:xfrm>
            <a:custGeom>
              <a:rect b="b" l="l" r="r" t="t"/>
              <a:pathLst>
                <a:path extrusionOk="0" h="10050" w="18015">
                  <a:moveTo>
                    <a:pt x="18014" y="1"/>
                  </a:moveTo>
                  <a:lnTo>
                    <a:pt x="561" y="4762"/>
                  </a:lnTo>
                  <a:cubicBezTo>
                    <a:pt x="121" y="4882"/>
                    <a:pt x="1" y="5448"/>
                    <a:pt x="350" y="5740"/>
                  </a:cubicBezTo>
                  <a:lnTo>
                    <a:pt x="5584" y="10049"/>
                  </a:lnTo>
                  <a:lnTo>
                    <a:pt x="180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02" name="Google Shape;5402;p57"/>
            <p:cNvSpPr/>
            <p:nvPr/>
          </p:nvSpPr>
          <p:spPr>
            <a:xfrm>
              <a:off x="4094925" y="1456025"/>
              <a:ext cx="250950" cy="445250"/>
            </a:xfrm>
            <a:custGeom>
              <a:rect b="b" l="l" r="r" t="t"/>
              <a:pathLst>
                <a:path extrusionOk="0" h="17810" w="10038">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03" name="Google Shape;5403;p57"/>
            <p:cNvSpPr/>
            <p:nvPr/>
          </p:nvSpPr>
          <p:spPr>
            <a:xfrm>
              <a:off x="3993575" y="1542825"/>
              <a:ext cx="245025" cy="242525"/>
            </a:xfrm>
            <a:custGeom>
              <a:rect b="b" l="l" r="r" t="t"/>
              <a:pathLst>
                <a:path extrusionOk="0" h="9701" w="9801">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404" name="Google Shape;5404;p57"/>
          <p:cNvGrpSpPr/>
          <p:nvPr/>
        </p:nvGrpSpPr>
        <p:grpSpPr>
          <a:xfrm>
            <a:off x="3329674" y="3125895"/>
            <a:ext cx="339253" cy="339253"/>
            <a:chOff x="4456875" y="1435075"/>
            <a:chExt cx="481825" cy="481825"/>
          </a:xfrm>
        </p:grpSpPr>
        <p:sp>
          <p:nvSpPr>
            <p:cNvPr id="5405" name="Google Shape;5405;p57"/>
            <p:cNvSpPr/>
            <p:nvPr/>
          </p:nvSpPr>
          <p:spPr>
            <a:xfrm>
              <a:off x="4624975" y="1465275"/>
              <a:ext cx="56650" cy="86000"/>
            </a:xfrm>
            <a:custGeom>
              <a:rect b="b" l="l" r="r" t="t"/>
              <a:pathLst>
                <a:path extrusionOk="0" h="3440" w="2266">
                  <a:moveTo>
                    <a:pt x="2265" y="0"/>
                  </a:moveTo>
                  <a:cubicBezTo>
                    <a:pt x="1413" y="283"/>
                    <a:pt x="618" y="1196"/>
                    <a:pt x="1" y="2575"/>
                  </a:cubicBezTo>
                  <a:cubicBezTo>
                    <a:pt x="263" y="2801"/>
                    <a:pt x="449" y="3105"/>
                    <a:pt x="534" y="3439"/>
                  </a:cubicBezTo>
                  <a:cubicBezTo>
                    <a:pt x="1106" y="3364"/>
                    <a:pt x="1672" y="3322"/>
                    <a:pt x="2265" y="3304"/>
                  </a:cubicBezTo>
                  <a:lnTo>
                    <a:pt x="22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06" name="Google Shape;5406;p57"/>
            <p:cNvSpPr/>
            <p:nvPr/>
          </p:nvSpPr>
          <p:spPr>
            <a:xfrm>
              <a:off x="4615275" y="1797425"/>
              <a:ext cx="66350" cy="89375"/>
            </a:xfrm>
            <a:custGeom>
              <a:rect b="b" l="l" r="r" t="t"/>
              <a:pathLst>
                <a:path extrusionOk="0" h="3575" w="2654">
                  <a:moveTo>
                    <a:pt x="0" y="0"/>
                  </a:moveTo>
                  <a:lnTo>
                    <a:pt x="0" y="0"/>
                  </a:lnTo>
                  <a:cubicBezTo>
                    <a:pt x="618" y="1882"/>
                    <a:pt x="1563" y="3225"/>
                    <a:pt x="2653" y="3574"/>
                  </a:cubicBezTo>
                  <a:lnTo>
                    <a:pt x="2653" y="1316"/>
                  </a:lnTo>
                  <a:cubicBezTo>
                    <a:pt x="2153" y="1135"/>
                    <a:pt x="1768" y="726"/>
                    <a:pt x="1620" y="217"/>
                  </a:cubicBezTo>
                  <a:cubicBezTo>
                    <a:pt x="1057" y="169"/>
                    <a:pt x="518" y="9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07" name="Google Shape;5407;p57"/>
            <p:cNvSpPr/>
            <p:nvPr/>
          </p:nvSpPr>
          <p:spPr>
            <a:xfrm>
              <a:off x="4583125" y="1547250"/>
              <a:ext cx="28250" cy="28250"/>
            </a:xfrm>
            <a:custGeom>
              <a:rect b="b" l="l" r="r" t="t"/>
              <a:pathLst>
                <a:path extrusionOk="0" h="1130" w="1130">
                  <a:moveTo>
                    <a:pt x="567" y="1"/>
                  </a:moveTo>
                  <a:cubicBezTo>
                    <a:pt x="253" y="1"/>
                    <a:pt x="1" y="254"/>
                    <a:pt x="1" y="567"/>
                  </a:cubicBezTo>
                  <a:cubicBezTo>
                    <a:pt x="1" y="880"/>
                    <a:pt x="253" y="1130"/>
                    <a:pt x="567" y="1130"/>
                  </a:cubicBezTo>
                  <a:cubicBezTo>
                    <a:pt x="880" y="1130"/>
                    <a:pt x="1130" y="880"/>
                    <a:pt x="1130" y="567"/>
                  </a:cubicBezTo>
                  <a:cubicBezTo>
                    <a:pt x="1130" y="254"/>
                    <a:pt x="880"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08" name="Google Shape;5408;p57"/>
            <p:cNvSpPr/>
            <p:nvPr/>
          </p:nvSpPr>
          <p:spPr>
            <a:xfrm>
              <a:off x="4597950" y="1576075"/>
              <a:ext cx="83675" cy="87525"/>
            </a:xfrm>
            <a:custGeom>
              <a:rect b="b" l="l" r="r" t="t"/>
              <a:pathLst>
                <a:path extrusionOk="0" h="3501" w="3347">
                  <a:moveTo>
                    <a:pt x="3346" y="1"/>
                  </a:moveTo>
                  <a:cubicBezTo>
                    <a:pt x="2723" y="19"/>
                    <a:pt x="2103" y="73"/>
                    <a:pt x="1485" y="161"/>
                  </a:cubicBezTo>
                  <a:cubicBezTo>
                    <a:pt x="1241" y="654"/>
                    <a:pt x="772" y="998"/>
                    <a:pt x="230" y="1082"/>
                  </a:cubicBezTo>
                  <a:cubicBezTo>
                    <a:pt x="100" y="1817"/>
                    <a:pt x="25" y="2714"/>
                    <a:pt x="1" y="3500"/>
                  </a:cubicBezTo>
                  <a:lnTo>
                    <a:pt x="3346" y="3500"/>
                  </a:lnTo>
                  <a:lnTo>
                    <a:pt x="33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09" name="Google Shape;5409;p57"/>
            <p:cNvSpPr/>
            <p:nvPr/>
          </p:nvSpPr>
          <p:spPr>
            <a:xfrm>
              <a:off x="4597650" y="1692175"/>
              <a:ext cx="83975" cy="82450"/>
            </a:xfrm>
            <a:custGeom>
              <a:rect b="b" l="l" r="r" t="t"/>
              <a:pathLst>
                <a:path extrusionOk="0" h="3298" w="3359">
                  <a:moveTo>
                    <a:pt x="1" y="0"/>
                  </a:moveTo>
                  <a:cubicBezTo>
                    <a:pt x="31" y="1003"/>
                    <a:pt x="154" y="2006"/>
                    <a:pt x="371" y="2987"/>
                  </a:cubicBezTo>
                  <a:cubicBezTo>
                    <a:pt x="1031" y="3135"/>
                    <a:pt x="1699" y="3237"/>
                    <a:pt x="2371" y="3298"/>
                  </a:cubicBezTo>
                  <a:cubicBezTo>
                    <a:pt x="2548" y="2855"/>
                    <a:pt x="2910" y="2509"/>
                    <a:pt x="3358" y="2346"/>
                  </a:cubicBezTo>
                  <a:lnTo>
                    <a:pt x="33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10" name="Google Shape;5410;p57"/>
            <p:cNvSpPr/>
            <p:nvPr/>
          </p:nvSpPr>
          <p:spPr>
            <a:xfrm>
              <a:off x="4798050" y="1663575"/>
              <a:ext cx="28475" cy="28250"/>
            </a:xfrm>
            <a:custGeom>
              <a:rect b="b" l="l" r="r" t="t"/>
              <a:pathLst>
                <a:path extrusionOk="0" h="1130" w="1139">
                  <a:moveTo>
                    <a:pt x="564" y="0"/>
                  </a:moveTo>
                  <a:cubicBezTo>
                    <a:pt x="254" y="0"/>
                    <a:pt x="1" y="253"/>
                    <a:pt x="1" y="566"/>
                  </a:cubicBezTo>
                  <a:cubicBezTo>
                    <a:pt x="4" y="876"/>
                    <a:pt x="257" y="1129"/>
                    <a:pt x="567" y="1129"/>
                  </a:cubicBezTo>
                  <a:lnTo>
                    <a:pt x="573" y="1129"/>
                  </a:lnTo>
                  <a:cubicBezTo>
                    <a:pt x="886" y="1129"/>
                    <a:pt x="1139" y="876"/>
                    <a:pt x="1139" y="563"/>
                  </a:cubicBezTo>
                  <a:cubicBezTo>
                    <a:pt x="1139" y="253"/>
                    <a:pt x="886" y="0"/>
                    <a:pt x="5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11" name="Google Shape;5411;p57"/>
            <p:cNvSpPr/>
            <p:nvPr/>
          </p:nvSpPr>
          <p:spPr>
            <a:xfrm>
              <a:off x="4710200" y="1435075"/>
              <a:ext cx="228500" cy="228525"/>
            </a:xfrm>
            <a:custGeom>
              <a:rect b="b" l="l" r="r" t="t"/>
              <a:pathLst>
                <a:path extrusionOk="0" h="9141" w="9140">
                  <a:moveTo>
                    <a:pt x="1" y="1"/>
                  </a:moveTo>
                  <a:lnTo>
                    <a:pt x="1" y="34"/>
                  </a:lnTo>
                  <a:cubicBezTo>
                    <a:pt x="1729" y="377"/>
                    <a:pt x="3313" y="2283"/>
                    <a:pt x="4075" y="5069"/>
                  </a:cubicBezTo>
                  <a:cubicBezTo>
                    <a:pt x="6833" y="5828"/>
                    <a:pt x="8763" y="7406"/>
                    <a:pt x="9107" y="9140"/>
                  </a:cubicBezTo>
                  <a:lnTo>
                    <a:pt x="9140" y="9140"/>
                  </a:lnTo>
                  <a:cubicBezTo>
                    <a:pt x="8854" y="4298"/>
                    <a:pt x="4843" y="284"/>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12" name="Google Shape;5412;p57"/>
            <p:cNvSpPr/>
            <p:nvPr/>
          </p:nvSpPr>
          <p:spPr>
            <a:xfrm>
              <a:off x="4819200" y="1593475"/>
              <a:ext cx="89400" cy="70125"/>
            </a:xfrm>
            <a:custGeom>
              <a:rect b="b" l="l" r="r" t="t"/>
              <a:pathLst>
                <a:path extrusionOk="0" h="2805" w="3576">
                  <a:moveTo>
                    <a:pt x="1" y="1"/>
                  </a:moveTo>
                  <a:cubicBezTo>
                    <a:pt x="94" y="519"/>
                    <a:pt x="166" y="1061"/>
                    <a:pt x="215" y="1621"/>
                  </a:cubicBezTo>
                  <a:cubicBezTo>
                    <a:pt x="727" y="1777"/>
                    <a:pt x="1136" y="2301"/>
                    <a:pt x="1317" y="2804"/>
                  </a:cubicBezTo>
                  <a:lnTo>
                    <a:pt x="3575" y="2804"/>
                  </a:lnTo>
                  <a:cubicBezTo>
                    <a:pt x="3223" y="1711"/>
                    <a:pt x="1883" y="621"/>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13" name="Google Shape;5413;p57"/>
            <p:cNvSpPr/>
            <p:nvPr/>
          </p:nvSpPr>
          <p:spPr>
            <a:xfrm>
              <a:off x="4819200" y="1692175"/>
              <a:ext cx="89475" cy="66275"/>
            </a:xfrm>
            <a:custGeom>
              <a:rect b="b" l="l" r="r" t="t"/>
              <a:pathLst>
                <a:path extrusionOk="0" h="2651" w="3579">
                  <a:moveTo>
                    <a:pt x="1317" y="0"/>
                  </a:moveTo>
                  <a:cubicBezTo>
                    <a:pt x="1133" y="500"/>
                    <a:pt x="727" y="883"/>
                    <a:pt x="215" y="1033"/>
                  </a:cubicBezTo>
                  <a:cubicBezTo>
                    <a:pt x="166" y="1593"/>
                    <a:pt x="94" y="2132"/>
                    <a:pt x="1" y="2650"/>
                  </a:cubicBezTo>
                  <a:cubicBezTo>
                    <a:pt x="1889" y="2030"/>
                    <a:pt x="3223" y="1078"/>
                    <a:pt x="35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14" name="Google Shape;5414;p57"/>
            <p:cNvSpPr/>
            <p:nvPr/>
          </p:nvSpPr>
          <p:spPr>
            <a:xfrm>
              <a:off x="4456875" y="1691800"/>
              <a:ext cx="225125" cy="225100"/>
            </a:xfrm>
            <a:custGeom>
              <a:rect b="b" l="l" r="r" t="t"/>
              <a:pathLst>
                <a:path extrusionOk="0" h="9004" w="9005">
                  <a:moveTo>
                    <a:pt x="1" y="0"/>
                  </a:moveTo>
                  <a:cubicBezTo>
                    <a:pt x="284" y="4839"/>
                    <a:pt x="4162" y="8721"/>
                    <a:pt x="9004" y="9004"/>
                  </a:cubicBezTo>
                  <a:lnTo>
                    <a:pt x="9004" y="8974"/>
                  </a:lnTo>
                  <a:cubicBezTo>
                    <a:pt x="7273" y="8628"/>
                    <a:pt x="5827" y="6697"/>
                    <a:pt x="5066" y="3942"/>
                  </a:cubicBezTo>
                  <a:cubicBezTo>
                    <a:pt x="2283" y="3180"/>
                    <a:pt x="377" y="1726"/>
                    <a:pt x="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15" name="Google Shape;5415;p57"/>
            <p:cNvSpPr/>
            <p:nvPr/>
          </p:nvSpPr>
          <p:spPr>
            <a:xfrm>
              <a:off x="4487000" y="1595125"/>
              <a:ext cx="88925" cy="68475"/>
            </a:xfrm>
            <a:custGeom>
              <a:rect b="b" l="l" r="r" t="t"/>
              <a:pathLst>
                <a:path extrusionOk="0" h="2739" w="3557">
                  <a:moveTo>
                    <a:pt x="3397" y="1"/>
                  </a:moveTo>
                  <a:cubicBezTo>
                    <a:pt x="1569" y="636"/>
                    <a:pt x="337" y="1720"/>
                    <a:pt x="0" y="2738"/>
                  </a:cubicBezTo>
                  <a:lnTo>
                    <a:pt x="3313" y="2738"/>
                  </a:lnTo>
                  <a:cubicBezTo>
                    <a:pt x="3337" y="1880"/>
                    <a:pt x="3418" y="913"/>
                    <a:pt x="3556" y="106"/>
                  </a:cubicBezTo>
                  <a:cubicBezTo>
                    <a:pt x="3502" y="73"/>
                    <a:pt x="3448" y="37"/>
                    <a:pt x="33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16" name="Google Shape;5416;p57"/>
            <p:cNvSpPr/>
            <p:nvPr/>
          </p:nvSpPr>
          <p:spPr>
            <a:xfrm>
              <a:off x="4486925" y="1692175"/>
              <a:ext cx="89450" cy="66350"/>
            </a:xfrm>
            <a:custGeom>
              <a:rect b="b" l="l" r="r" t="t"/>
              <a:pathLst>
                <a:path extrusionOk="0" h="2654" w="3578">
                  <a:moveTo>
                    <a:pt x="0" y="0"/>
                  </a:moveTo>
                  <a:cubicBezTo>
                    <a:pt x="352" y="1078"/>
                    <a:pt x="1689" y="2030"/>
                    <a:pt x="3578" y="2653"/>
                  </a:cubicBezTo>
                  <a:cubicBezTo>
                    <a:pt x="3418" y="1777"/>
                    <a:pt x="3325" y="889"/>
                    <a:pt x="3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17" name="Google Shape;5417;p57"/>
            <p:cNvSpPr/>
            <p:nvPr/>
          </p:nvSpPr>
          <p:spPr>
            <a:xfrm>
              <a:off x="4456875" y="1435075"/>
              <a:ext cx="225125" cy="228525"/>
            </a:xfrm>
            <a:custGeom>
              <a:rect b="b" l="l" r="r" t="t"/>
              <a:pathLst>
                <a:path extrusionOk="0" h="9141" w="9005">
                  <a:moveTo>
                    <a:pt x="9004" y="1"/>
                  </a:moveTo>
                  <a:cubicBezTo>
                    <a:pt x="4162" y="284"/>
                    <a:pt x="284" y="4298"/>
                    <a:pt x="1" y="9140"/>
                  </a:cubicBezTo>
                  <a:lnTo>
                    <a:pt x="37" y="9140"/>
                  </a:lnTo>
                  <a:cubicBezTo>
                    <a:pt x="329" y="7686"/>
                    <a:pt x="1747" y="6267"/>
                    <a:pt x="3969" y="5433"/>
                  </a:cubicBezTo>
                  <a:cubicBezTo>
                    <a:pt x="3715" y="4375"/>
                    <a:pt x="4516" y="3361"/>
                    <a:pt x="5602" y="3361"/>
                  </a:cubicBezTo>
                  <a:cubicBezTo>
                    <a:pt x="5607" y="3361"/>
                    <a:pt x="5612" y="3361"/>
                    <a:pt x="5617" y="3361"/>
                  </a:cubicBezTo>
                  <a:cubicBezTo>
                    <a:pt x="5638" y="3361"/>
                    <a:pt x="5656" y="3364"/>
                    <a:pt x="5677" y="3367"/>
                  </a:cubicBezTo>
                  <a:cubicBezTo>
                    <a:pt x="6511" y="1476"/>
                    <a:pt x="7688" y="293"/>
                    <a:pt x="9004" y="31"/>
                  </a:cubicBezTo>
                  <a:lnTo>
                    <a:pt x="90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18" name="Google Shape;5418;p57"/>
            <p:cNvSpPr/>
            <p:nvPr/>
          </p:nvSpPr>
          <p:spPr>
            <a:xfrm>
              <a:off x="4710200" y="1691800"/>
              <a:ext cx="228500" cy="225100"/>
            </a:xfrm>
            <a:custGeom>
              <a:rect b="b" l="l" r="r" t="t"/>
              <a:pathLst>
                <a:path extrusionOk="0" h="9004" w="9140">
                  <a:moveTo>
                    <a:pt x="9107" y="0"/>
                  </a:moveTo>
                  <a:cubicBezTo>
                    <a:pt x="8760" y="1726"/>
                    <a:pt x="6857" y="3177"/>
                    <a:pt x="4075" y="3942"/>
                  </a:cubicBezTo>
                  <a:cubicBezTo>
                    <a:pt x="3313" y="6721"/>
                    <a:pt x="1729" y="8628"/>
                    <a:pt x="1" y="8971"/>
                  </a:cubicBezTo>
                  <a:lnTo>
                    <a:pt x="1" y="9004"/>
                  </a:lnTo>
                  <a:cubicBezTo>
                    <a:pt x="4843" y="8721"/>
                    <a:pt x="8854" y="4839"/>
                    <a:pt x="9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19" name="Google Shape;5419;p57"/>
            <p:cNvSpPr/>
            <p:nvPr/>
          </p:nvSpPr>
          <p:spPr>
            <a:xfrm>
              <a:off x="4710200" y="1465200"/>
              <a:ext cx="70025" cy="89375"/>
            </a:xfrm>
            <a:custGeom>
              <a:rect b="b" l="l" r="r" t="t"/>
              <a:pathLst>
                <a:path extrusionOk="0" h="3575" w="2801">
                  <a:moveTo>
                    <a:pt x="1" y="0"/>
                  </a:moveTo>
                  <a:lnTo>
                    <a:pt x="1" y="3298"/>
                  </a:lnTo>
                  <a:cubicBezTo>
                    <a:pt x="937" y="3328"/>
                    <a:pt x="1961" y="3421"/>
                    <a:pt x="2801" y="3575"/>
                  </a:cubicBezTo>
                  <a:cubicBezTo>
                    <a:pt x="2181" y="1687"/>
                    <a:pt x="1082" y="35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20" name="Google Shape;5420;p57"/>
            <p:cNvSpPr/>
            <p:nvPr/>
          </p:nvSpPr>
          <p:spPr>
            <a:xfrm>
              <a:off x="4710200" y="1575850"/>
              <a:ext cx="86150" cy="87750"/>
            </a:xfrm>
            <a:custGeom>
              <a:rect b="b" l="l" r="r" t="t"/>
              <a:pathLst>
                <a:path extrusionOk="0" h="3510" w="3446">
                  <a:moveTo>
                    <a:pt x="1" y="1"/>
                  </a:moveTo>
                  <a:lnTo>
                    <a:pt x="1" y="3509"/>
                  </a:lnTo>
                  <a:lnTo>
                    <a:pt x="2494" y="3509"/>
                  </a:lnTo>
                  <a:cubicBezTo>
                    <a:pt x="2656" y="3054"/>
                    <a:pt x="3003" y="2554"/>
                    <a:pt x="3445" y="2374"/>
                  </a:cubicBezTo>
                  <a:cubicBezTo>
                    <a:pt x="3385" y="1702"/>
                    <a:pt x="3283" y="1034"/>
                    <a:pt x="3135" y="374"/>
                  </a:cubicBezTo>
                  <a:cubicBezTo>
                    <a:pt x="2208" y="167"/>
                    <a:pt x="1063" y="3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21" name="Google Shape;5421;p57"/>
            <p:cNvSpPr/>
            <p:nvPr/>
          </p:nvSpPr>
          <p:spPr>
            <a:xfrm>
              <a:off x="4710200" y="1797500"/>
              <a:ext cx="70025" cy="89375"/>
            </a:xfrm>
            <a:custGeom>
              <a:rect b="b" l="l" r="r" t="t"/>
              <a:pathLst>
                <a:path extrusionOk="0" h="3575" w="2801">
                  <a:moveTo>
                    <a:pt x="2801" y="0"/>
                  </a:moveTo>
                  <a:lnTo>
                    <a:pt x="2801" y="0"/>
                  </a:lnTo>
                  <a:cubicBezTo>
                    <a:pt x="2283" y="93"/>
                    <a:pt x="1609" y="166"/>
                    <a:pt x="1048" y="214"/>
                  </a:cubicBezTo>
                  <a:cubicBezTo>
                    <a:pt x="892" y="726"/>
                    <a:pt x="503" y="1135"/>
                    <a:pt x="1" y="1316"/>
                  </a:cubicBezTo>
                  <a:lnTo>
                    <a:pt x="1" y="3574"/>
                  </a:lnTo>
                  <a:cubicBezTo>
                    <a:pt x="1082" y="3222"/>
                    <a:pt x="2181" y="1885"/>
                    <a:pt x="28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22" name="Google Shape;5422;p57"/>
            <p:cNvSpPr/>
            <p:nvPr/>
          </p:nvSpPr>
          <p:spPr>
            <a:xfrm>
              <a:off x="4681975" y="1776400"/>
              <a:ext cx="28250" cy="28350"/>
            </a:xfrm>
            <a:custGeom>
              <a:rect b="b" l="l" r="r" t="t"/>
              <a:pathLst>
                <a:path extrusionOk="0" h="1134" w="1130">
                  <a:moveTo>
                    <a:pt x="566" y="1"/>
                  </a:moveTo>
                  <a:cubicBezTo>
                    <a:pt x="253" y="1"/>
                    <a:pt x="0" y="251"/>
                    <a:pt x="0" y="564"/>
                  </a:cubicBezTo>
                  <a:lnTo>
                    <a:pt x="0" y="567"/>
                  </a:lnTo>
                  <a:cubicBezTo>
                    <a:pt x="0" y="567"/>
                    <a:pt x="0" y="570"/>
                    <a:pt x="0" y="570"/>
                  </a:cubicBezTo>
                  <a:cubicBezTo>
                    <a:pt x="0" y="880"/>
                    <a:pt x="253" y="1133"/>
                    <a:pt x="566" y="1133"/>
                  </a:cubicBezTo>
                  <a:cubicBezTo>
                    <a:pt x="877" y="1133"/>
                    <a:pt x="1130" y="880"/>
                    <a:pt x="1130" y="570"/>
                  </a:cubicBezTo>
                  <a:cubicBezTo>
                    <a:pt x="1130" y="570"/>
                    <a:pt x="1130" y="567"/>
                    <a:pt x="1130" y="567"/>
                  </a:cubicBezTo>
                  <a:lnTo>
                    <a:pt x="1130" y="564"/>
                  </a:lnTo>
                  <a:cubicBezTo>
                    <a:pt x="1130" y="251"/>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23" name="Google Shape;5423;p57"/>
            <p:cNvSpPr/>
            <p:nvPr/>
          </p:nvSpPr>
          <p:spPr>
            <a:xfrm>
              <a:off x="4710200" y="1692175"/>
              <a:ext cx="86150" cy="82450"/>
            </a:xfrm>
            <a:custGeom>
              <a:rect b="b" l="l" r="r" t="t"/>
              <a:pathLst>
                <a:path extrusionOk="0" h="3298" w="3446">
                  <a:moveTo>
                    <a:pt x="1" y="0"/>
                  </a:moveTo>
                  <a:lnTo>
                    <a:pt x="1" y="2346"/>
                  </a:lnTo>
                  <a:cubicBezTo>
                    <a:pt x="455" y="2506"/>
                    <a:pt x="820" y="2852"/>
                    <a:pt x="1003" y="3298"/>
                  </a:cubicBezTo>
                  <a:cubicBezTo>
                    <a:pt x="1702" y="3234"/>
                    <a:pt x="2506" y="3129"/>
                    <a:pt x="3135" y="2987"/>
                  </a:cubicBezTo>
                  <a:cubicBezTo>
                    <a:pt x="3283" y="2328"/>
                    <a:pt x="3385" y="1660"/>
                    <a:pt x="3445" y="985"/>
                  </a:cubicBezTo>
                  <a:cubicBezTo>
                    <a:pt x="3003" y="807"/>
                    <a:pt x="2656" y="449"/>
                    <a:pt x="24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424" name="Google Shape;5424;p57"/>
          <p:cNvGrpSpPr/>
          <p:nvPr/>
        </p:nvGrpSpPr>
        <p:grpSpPr>
          <a:xfrm>
            <a:off x="3750665" y="3125886"/>
            <a:ext cx="342580" cy="339271"/>
            <a:chOff x="5049725" y="1435050"/>
            <a:chExt cx="486550" cy="481850"/>
          </a:xfrm>
        </p:grpSpPr>
        <p:sp>
          <p:nvSpPr>
            <p:cNvPr id="5425" name="Google Shape;5425;p57"/>
            <p:cNvSpPr/>
            <p:nvPr/>
          </p:nvSpPr>
          <p:spPr>
            <a:xfrm>
              <a:off x="5136300" y="1519775"/>
              <a:ext cx="310550" cy="310550"/>
            </a:xfrm>
            <a:custGeom>
              <a:rect b="b" l="l" r="r" t="t"/>
              <a:pathLst>
                <a:path extrusionOk="0" h="12422" w="12422">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26" name="Google Shape;5426;p57"/>
            <p:cNvSpPr/>
            <p:nvPr/>
          </p:nvSpPr>
          <p:spPr>
            <a:xfrm>
              <a:off x="5184925" y="1576250"/>
              <a:ext cx="205475" cy="197625"/>
            </a:xfrm>
            <a:custGeom>
              <a:rect b="b" l="l" r="r" t="t"/>
              <a:pathLst>
                <a:path extrusionOk="0" h="7905" w="8219">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27" name="Google Shape;5427;p57"/>
            <p:cNvSpPr/>
            <p:nvPr/>
          </p:nvSpPr>
          <p:spPr>
            <a:xfrm>
              <a:off x="5049725" y="1435075"/>
              <a:ext cx="481825" cy="481825"/>
            </a:xfrm>
            <a:custGeom>
              <a:rect b="b" l="l" r="r" t="t"/>
              <a:pathLst>
                <a:path extrusionOk="0" h="19273" w="19273">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28" name="Google Shape;5428;p57"/>
            <p:cNvSpPr/>
            <p:nvPr/>
          </p:nvSpPr>
          <p:spPr>
            <a:xfrm>
              <a:off x="5245825" y="1435050"/>
              <a:ext cx="290450" cy="282350"/>
            </a:xfrm>
            <a:custGeom>
              <a:rect b="b" l="l" r="r" t="t"/>
              <a:pathLst>
                <a:path extrusionOk="0" h="11294" w="11618">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429" name="Google Shape;5429;p57"/>
          <p:cNvGrpSpPr/>
          <p:nvPr/>
        </p:nvGrpSpPr>
        <p:grpSpPr>
          <a:xfrm>
            <a:off x="4166216" y="3125895"/>
            <a:ext cx="339359" cy="339253"/>
            <a:chOff x="5642475" y="1435075"/>
            <a:chExt cx="481975" cy="481825"/>
          </a:xfrm>
        </p:grpSpPr>
        <p:sp>
          <p:nvSpPr>
            <p:cNvPr id="5430" name="Google Shape;5430;p57"/>
            <p:cNvSpPr/>
            <p:nvPr/>
          </p:nvSpPr>
          <p:spPr>
            <a:xfrm>
              <a:off x="5642475" y="1435075"/>
              <a:ext cx="481975" cy="340675"/>
            </a:xfrm>
            <a:custGeom>
              <a:rect b="b" l="l" r="r" t="t"/>
              <a:pathLst>
                <a:path extrusionOk="0" h="13627" w="19279">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31" name="Google Shape;5431;p57"/>
            <p:cNvSpPr/>
            <p:nvPr/>
          </p:nvSpPr>
          <p:spPr>
            <a:xfrm>
              <a:off x="5756375" y="1803975"/>
              <a:ext cx="254100" cy="112925"/>
            </a:xfrm>
            <a:custGeom>
              <a:rect b="b" l="l" r="r" t="t"/>
              <a:pathLst>
                <a:path extrusionOk="0" h="4517" w="10164">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32" name="Google Shape;5432;p57"/>
            <p:cNvSpPr/>
            <p:nvPr/>
          </p:nvSpPr>
          <p:spPr>
            <a:xfrm>
              <a:off x="5843400" y="1537550"/>
              <a:ext cx="79975" cy="76125"/>
            </a:xfrm>
            <a:custGeom>
              <a:rect b="b" l="l" r="r" t="t"/>
              <a:pathLst>
                <a:path extrusionOk="0" h="3045" w="3199">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433" name="Google Shape;5433;p57"/>
          <p:cNvGrpSpPr/>
          <p:nvPr/>
        </p:nvGrpSpPr>
        <p:grpSpPr>
          <a:xfrm>
            <a:off x="4580702" y="3125886"/>
            <a:ext cx="343759" cy="339271"/>
            <a:chOff x="6232000" y="1435050"/>
            <a:chExt cx="488225" cy="481850"/>
          </a:xfrm>
        </p:grpSpPr>
        <p:sp>
          <p:nvSpPr>
            <p:cNvPr id="5434" name="Google Shape;5434;p57"/>
            <p:cNvSpPr/>
            <p:nvPr/>
          </p:nvSpPr>
          <p:spPr>
            <a:xfrm>
              <a:off x="6578000" y="1463375"/>
              <a:ext cx="83150" cy="78250"/>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35" name="Google Shape;5435;p57"/>
            <p:cNvSpPr/>
            <p:nvPr/>
          </p:nvSpPr>
          <p:spPr>
            <a:xfrm>
              <a:off x="6421725" y="1773850"/>
              <a:ext cx="112950" cy="143050"/>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36" name="Google Shape;5436;p57"/>
            <p:cNvSpPr/>
            <p:nvPr/>
          </p:nvSpPr>
          <p:spPr>
            <a:xfrm>
              <a:off x="6448975" y="1632700"/>
              <a:ext cx="56475" cy="56475"/>
            </a:xfrm>
            <a:custGeom>
              <a:rect b="b" l="l" r="r" t="t"/>
              <a:pathLst>
                <a:path extrusionOk="0" h="2259" w="2259">
                  <a:moveTo>
                    <a:pt x="0" y="0"/>
                  </a:moveTo>
                  <a:lnTo>
                    <a:pt x="0" y="2259"/>
                  </a:lnTo>
                  <a:lnTo>
                    <a:pt x="2259" y="2259"/>
                  </a:lnTo>
                  <a:lnTo>
                    <a:pt x="225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37" name="Google Shape;5437;p57"/>
            <p:cNvSpPr/>
            <p:nvPr/>
          </p:nvSpPr>
          <p:spPr>
            <a:xfrm>
              <a:off x="6232000" y="1435050"/>
              <a:ext cx="488225" cy="237825"/>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38" name="Google Shape;5438;p57"/>
            <p:cNvSpPr/>
            <p:nvPr/>
          </p:nvSpPr>
          <p:spPr>
            <a:xfrm>
              <a:off x="6291025" y="1537700"/>
              <a:ext cx="369800" cy="379200"/>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439" name="Google Shape;5439;p57"/>
          <p:cNvGrpSpPr/>
          <p:nvPr/>
        </p:nvGrpSpPr>
        <p:grpSpPr>
          <a:xfrm>
            <a:off x="841438" y="3539545"/>
            <a:ext cx="299929" cy="337792"/>
            <a:chOff x="924450" y="2028975"/>
            <a:chExt cx="425975" cy="479750"/>
          </a:xfrm>
        </p:grpSpPr>
        <p:sp>
          <p:nvSpPr>
            <p:cNvPr id="5440" name="Google Shape;5440;p57"/>
            <p:cNvSpPr/>
            <p:nvPr/>
          </p:nvSpPr>
          <p:spPr>
            <a:xfrm>
              <a:off x="1035500" y="2028975"/>
              <a:ext cx="314925" cy="153075"/>
            </a:xfrm>
            <a:custGeom>
              <a:rect b="b" l="l" r="r" t="t"/>
              <a:pathLst>
                <a:path extrusionOk="0" h="6123" w="12597">
                  <a:moveTo>
                    <a:pt x="12036" y="0"/>
                  </a:moveTo>
                  <a:cubicBezTo>
                    <a:pt x="11993" y="0"/>
                    <a:pt x="11948" y="5"/>
                    <a:pt x="11904" y="16"/>
                  </a:cubicBezTo>
                  <a:lnTo>
                    <a:pt x="437" y="2696"/>
                  </a:lnTo>
                  <a:cubicBezTo>
                    <a:pt x="181" y="2753"/>
                    <a:pt x="0" y="2982"/>
                    <a:pt x="0" y="3244"/>
                  </a:cubicBezTo>
                  <a:lnTo>
                    <a:pt x="0" y="6123"/>
                  </a:lnTo>
                  <a:lnTo>
                    <a:pt x="12596" y="3181"/>
                  </a:lnTo>
                  <a:lnTo>
                    <a:pt x="12596" y="564"/>
                  </a:lnTo>
                  <a:cubicBezTo>
                    <a:pt x="12596" y="245"/>
                    <a:pt x="12338" y="0"/>
                    <a:pt x="120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41" name="Google Shape;5441;p57"/>
            <p:cNvSpPr/>
            <p:nvPr/>
          </p:nvSpPr>
          <p:spPr>
            <a:xfrm>
              <a:off x="1212475" y="2137450"/>
              <a:ext cx="137950" cy="304275"/>
            </a:xfrm>
            <a:custGeom>
              <a:rect b="b" l="l" r="r" t="t"/>
              <a:pathLst>
                <a:path extrusionOk="0" h="12171" w="5518">
                  <a:moveTo>
                    <a:pt x="5517" y="1"/>
                  </a:moveTo>
                  <a:lnTo>
                    <a:pt x="4388" y="266"/>
                  </a:lnTo>
                  <a:lnTo>
                    <a:pt x="4388" y="7345"/>
                  </a:lnTo>
                  <a:cubicBezTo>
                    <a:pt x="3943" y="7029"/>
                    <a:pt x="3410" y="6861"/>
                    <a:pt x="2865" y="6861"/>
                  </a:cubicBezTo>
                  <a:cubicBezTo>
                    <a:pt x="1790" y="6861"/>
                    <a:pt x="823" y="7508"/>
                    <a:pt x="410" y="8499"/>
                  </a:cubicBezTo>
                  <a:cubicBezTo>
                    <a:pt x="1" y="9492"/>
                    <a:pt x="227" y="10634"/>
                    <a:pt x="986" y="11392"/>
                  </a:cubicBezTo>
                  <a:cubicBezTo>
                    <a:pt x="1495" y="11900"/>
                    <a:pt x="2174" y="12170"/>
                    <a:pt x="2865" y="12170"/>
                  </a:cubicBezTo>
                  <a:cubicBezTo>
                    <a:pt x="3207" y="12170"/>
                    <a:pt x="3551" y="12104"/>
                    <a:pt x="3879" y="11968"/>
                  </a:cubicBezTo>
                  <a:cubicBezTo>
                    <a:pt x="4873" y="11558"/>
                    <a:pt x="5517" y="10588"/>
                    <a:pt x="5517" y="9516"/>
                  </a:cubicBezTo>
                  <a:lnTo>
                    <a:pt x="55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42" name="Google Shape;5442;p57"/>
            <p:cNvSpPr/>
            <p:nvPr/>
          </p:nvSpPr>
          <p:spPr>
            <a:xfrm>
              <a:off x="924450" y="2204450"/>
              <a:ext cx="139300" cy="304275"/>
            </a:xfrm>
            <a:custGeom>
              <a:rect b="b" l="l" r="r" t="t"/>
              <a:pathLst>
                <a:path extrusionOk="0" h="12171" w="5572">
                  <a:moveTo>
                    <a:pt x="5572" y="1"/>
                  </a:moveTo>
                  <a:lnTo>
                    <a:pt x="4442" y="263"/>
                  </a:lnTo>
                  <a:lnTo>
                    <a:pt x="4442" y="7345"/>
                  </a:lnTo>
                  <a:cubicBezTo>
                    <a:pt x="3982" y="7023"/>
                    <a:pt x="3449" y="6864"/>
                    <a:pt x="2917" y="6864"/>
                  </a:cubicBezTo>
                  <a:cubicBezTo>
                    <a:pt x="2291" y="6864"/>
                    <a:pt x="1668" y="7085"/>
                    <a:pt x="1169" y="7520"/>
                  </a:cubicBezTo>
                  <a:cubicBezTo>
                    <a:pt x="251" y="8327"/>
                    <a:pt x="1" y="9655"/>
                    <a:pt x="564" y="10742"/>
                  </a:cubicBezTo>
                  <a:cubicBezTo>
                    <a:pt x="1030" y="11634"/>
                    <a:pt x="1946" y="12171"/>
                    <a:pt x="2916" y="12171"/>
                  </a:cubicBezTo>
                  <a:cubicBezTo>
                    <a:pt x="3126" y="12171"/>
                    <a:pt x="3338" y="12146"/>
                    <a:pt x="3548" y="12094"/>
                  </a:cubicBezTo>
                  <a:cubicBezTo>
                    <a:pt x="4738" y="11802"/>
                    <a:pt x="5572" y="10739"/>
                    <a:pt x="5572" y="9516"/>
                  </a:cubicBezTo>
                  <a:lnTo>
                    <a:pt x="55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443" name="Google Shape;5443;p57"/>
          <p:cNvGrpSpPr/>
          <p:nvPr/>
        </p:nvGrpSpPr>
        <p:grpSpPr>
          <a:xfrm>
            <a:off x="1653934" y="3559347"/>
            <a:ext cx="339306" cy="298186"/>
            <a:chOff x="2085450" y="2057100"/>
            <a:chExt cx="481900" cy="423500"/>
          </a:xfrm>
        </p:grpSpPr>
        <p:sp>
          <p:nvSpPr>
            <p:cNvPr id="5444" name="Google Shape;5444;p57"/>
            <p:cNvSpPr/>
            <p:nvPr/>
          </p:nvSpPr>
          <p:spPr>
            <a:xfrm>
              <a:off x="2085450" y="2061650"/>
              <a:ext cx="141250" cy="418950"/>
            </a:xfrm>
            <a:custGeom>
              <a:rect b="b" l="l" r="r" t="t"/>
              <a:pathLst>
                <a:path extrusionOk="0" h="16758" w="565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45" name="Google Shape;5445;p57"/>
            <p:cNvSpPr/>
            <p:nvPr/>
          </p:nvSpPr>
          <p:spPr>
            <a:xfrm>
              <a:off x="2254900" y="2061050"/>
              <a:ext cx="143050" cy="415650"/>
            </a:xfrm>
            <a:custGeom>
              <a:rect b="b" l="l" r="r" t="t"/>
              <a:pathLst>
                <a:path extrusionOk="0" h="16626" w="5722">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46" name="Google Shape;5446;p57"/>
            <p:cNvSpPr/>
            <p:nvPr/>
          </p:nvSpPr>
          <p:spPr>
            <a:xfrm>
              <a:off x="2426175" y="2057100"/>
              <a:ext cx="141175" cy="418925"/>
            </a:xfrm>
            <a:custGeom>
              <a:rect b="b" l="l" r="r" t="t"/>
              <a:pathLst>
                <a:path extrusionOk="0" h="16757" w="5647">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447" name="Google Shape;5447;p57"/>
          <p:cNvGrpSpPr/>
          <p:nvPr/>
        </p:nvGrpSpPr>
        <p:grpSpPr>
          <a:xfrm>
            <a:off x="2081868" y="3582592"/>
            <a:ext cx="339306" cy="251698"/>
            <a:chOff x="2678275" y="2090100"/>
            <a:chExt cx="481900" cy="357475"/>
          </a:xfrm>
        </p:grpSpPr>
        <p:sp>
          <p:nvSpPr>
            <p:cNvPr id="5448" name="Google Shape;5448;p57"/>
            <p:cNvSpPr/>
            <p:nvPr/>
          </p:nvSpPr>
          <p:spPr>
            <a:xfrm>
              <a:off x="2899450" y="2249100"/>
              <a:ext cx="39550" cy="39550"/>
            </a:xfrm>
            <a:custGeom>
              <a:rect b="b" l="l" r="r" t="t"/>
              <a:pathLst>
                <a:path extrusionOk="0" h="1582" w="1582">
                  <a:moveTo>
                    <a:pt x="793" y="1"/>
                  </a:moveTo>
                  <a:cubicBezTo>
                    <a:pt x="356" y="1"/>
                    <a:pt x="1" y="353"/>
                    <a:pt x="1" y="790"/>
                  </a:cubicBezTo>
                  <a:cubicBezTo>
                    <a:pt x="1" y="1226"/>
                    <a:pt x="356" y="1581"/>
                    <a:pt x="793" y="1581"/>
                  </a:cubicBezTo>
                  <a:cubicBezTo>
                    <a:pt x="1227" y="1581"/>
                    <a:pt x="1582" y="1226"/>
                    <a:pt x="1582" y="790"/>
                  </a:cubicBezTo>
                  <a:cubicBezTo>
                    <a:pt x="1582" y="353"/>
                    <a:pt x="1227" y="1"/>
                    <a:pt x="7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49" name="Google Shape;5449;p57"/>
            <p:cNvSpPr/>
            <p:nvPr/>
          </p:nvSpPr>
          <p:spPr>
            <a:xfrm>
              <a:off x="3092400" y="2249100"/>
              <a:ext cx="39550" cy="39550"/>
            </a:xfrm>
            <a:custGeom>
              <a:rect b="b" l="l" r="r" t="t"/>
              <a:pathLst>
                <a:path extrusionOk="0" h="1582" w="1582">
                  <a:moveTo>
                    <a:pt x="790" y="1"/>
                  </a:moveTo>
                  <a:cubicBezTo>
                    <a:pt x="353" y="1"/>
                    <a:pt x="1" y="353"/>
                    <a:pt x="1" y="790"/>
                  </a:cubicBezTo>
                  <a:cubicBezTo>
                    <a:pt x="1" y="1226"/>
                    <a:pt x="353" y="1581"/>
                    <a:pt x="790" y="1581"/>
                  </a:cubicBezTo>
                  <a:cubicBezTo>
                    <a:pt x="1226" y="1581"/>
                    <a:pt x="1582" y="1226"/>
                    <a:pt x="1582" y="790"/>
                  </a:cubicBezTo>
                  <a:cubicBezTo>
                    <a:pt x="1582" y="353"/>
                    <a:pt x="1226" y="1"/>
                    <a:pt x="7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50" name="Google Shape;5450;p57"/>
            <p:cNvSpPr/>
            <p:nvPr/>
          </p:nvSpPr>
          <p:spPr>
            <a:xfrm>
              <a:off x="2678350" y="2389425"/>
              <a:ext cx="481825" cy="58150"/>
            </a:xfrm>
            <a:custGeom>
              <a:rect b="b" l="l" r="r" t="t"/>
              <a:pathLst>
                <a:path extrusionOk="0" h="2326" w="19273">
                  <a:moveTo>
                    <a:pt x="1" y="1"/>
                  </a:moveTo>
                  <a:lnTo>
                    <a:pt x="1" y="1759"/>
                  </a:lnTo>
                  <a:cubicBezTo>
                    <a:pt x="1" y="2072"/>
                    <a:pt x="251" y="2325"/>
                    <a:pt x="564" y="2325"/>
                  </a:cubicBezTo>
                  <a:lnTo>
                    <a:pt x="18707" y="2325"/>
                  </a:lnTo>
                  <a:cubicBezTo>
                    <a:pt x="19020" y="2325"/>
                    <a:pt x="19273" y="2072"/>
                    <a:pt x="19273" y="1759"/>
                  </a:cubicBezTo>
                  <a:lnTo>
                    <a:pt x="19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51" name="Google Shape;5451;p57"/>
            <p:cNvSpPr/>
            <p:nvPr/>
          </p:nvSpPr>
          <p:spPr>
            <a:xfrm>
              <a:off x="2706600" y="2249100"/>
              <a:ext cx="39550" cy="39550"/>
            </a:xfrm>
            <a:custGeom>
              <a:rect b="b" l="l" r="r" t="t"/>
              <a:pathLst>
                <a:path extrusionOk="0" h="1582" w="1582">
                  <a:moveTo>
                    <a:pt x="789" y="1"/>
                  </a:moveTo>
                  <a:cubicBezTo>
                    <a:pt x="352" y="1"/>
                    <a:pt x="0" y="353"/>
                    <a:pt x="0" y="790"/>
                  </a:cubicBezTo>
                  <a:cubicBezTo>
                    <a:pt x="0" y="1226"/>
                    <a:pt x="352" y="1581"/>
                    <a:pt x="789" y="1581"/>
                  </a:cubicBezTo>
                  <a:cubicBezTo>
                    <a:pt x="1226" y="1581"/>
                    <a:pt x="1581" y="1226"/>
                    <a:pt x="1581" y="790"/>
                  </a:cubicBezTo>
                  <a:cubicBezTo>
                    <a:pt x="1581" y="353"/>
                    <a:pt x="1226"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52" name="Google Shape;5452;p57"/>
            <p:cNvSpPr/>
            <p:nvPr/>
          </p:nvSpPr>
          <p:spPr>
            <a:xfrm>
              <a:off x="2678275" y="2090100"/>
              <a:ext cx="481900" cy="271125"/>
            </a:xfrm>
            <a:custGeom>
              <a:rect b="b" l="l" r="r" t="t"/>
              <a:pathLst>
                <a:path extrusionOk="0" h="10845" w="19276">
                  <a:moveTo>
                    <a:pt x="9638" y="5229"/>
                  </a:moveTo>
                  <a:cubicBezTo>
                    <a:pt x="9885" y="5229"/>
                    <a:pt x="10134" y="5277"/>
                    <a:pt x="10372" y="5376"/>
                  </a:cubicBezTo>
                  <a:cubicBezTo>
                    <a:pt x="11091" y="5674"/>
                    <a:pt x="11558" y="6373"/>
                    <a:pt x="11558" y="7150"/>
                  </a:cubicBezTo>
                  <a:cubicBezTo>
                    <a:pt x="11558" y="8209"/>
                    <a:pt x="10697" y="9068"/>
                    <a:pt x="9640" y="9071"/>
                  </a:cubicBezTo>
                  <a:cubicBezTo>
                    <a:pt x="8863" y="9071"/>
                    <a:pt x="8161" y="8601"/>
                    <a:pt x="7866" y="7884"/>
                  </a:cubicBezTo>
                  <a:cubicBezTo>
                    <a:pt x="7568" y="7168"/>
                    <a:pt x="7731" y="6343"/>
                    <a:pt x="8282" y="5791"/>
                  </a:cubicBezTo>
                  <a:cubicBezTo>
                    <a:pt x="8648" y="5425"/>
                    <a:pt x="9139" y="5229"/>
                    <a:pt x="9638" y="5229"/>
                  </a:cubicBezTo>
                  <a:close/>
                  <a:moveTo>
                    <a:pt x="571" y="1"/>
                  </a:moveTo>
                  <a:cubicBezTo>
                    <a:pt x="281" y="1"/>
                    <a:pt x="3" y="226"/>
                    <a:pt x="1" y="567"/>
                  </a:cubicBezTo>
                  <a:lnTo>
                    <a:pt x="1" y="7150"/>
                  </a:lnTo>
                  <a:cubicBezTo>
                    <a:pt x="1" y="6373"/>
                    <a:pt x="471" y="5674"/>
                    <a:pt x="1187" y="5376"/>
                  </a:cubicBezTo>
                  <a:cubicBezTo>
                    <a:pt x="1425" y="5277"/>
                    <a:pt x="1674" y="5229"/>
                    <a:pt x="1921" y="5229"/>
                  </a:cubicBezTo>
                  <a:cubicBezTo>
                    <a:pt x="2420" y="5229"/>
                    <a:pt x="2912" y="5425"/>
                    <a:pt x="3280" y="5791"/>
                  </a:cubicBezTo>
                  <a:cubicBezTo>
                    <a:pt x="3828" y="6343"/>
                    <a:pt x="3994" y="7168"/>
                    <a:pt x="3696" y="7884"/>
                  </a:cubicBezTo>
                  <a:cubicBezTo>
                    <a:pt x="3398" y="8601"/>
                    <a:pt x="2699" y="9071"/>
                    <a:pt x="1922" y="9071"/>
                  </a:cubicBezTo>
                  <a:cubicBezTo>
                    <a:pt x="862" y="9068"/>
                    <a:pt x="4" y="8209"/>
                    <a:pt x="1" y="7150"/>
                  </a:cubicBezTo>
                  <a:lnTo>
                    <a:pt x="1" y="10844"/>
                  </a:lnTo>
                  <a:lnTo>
                    <a:pt x="19276" y="10844"/>
                  </a:lnTo>
                  <a:lnTo>
                    <a:pt x="19276" y="7150"/>
                  </a:lnTo>
                  <a:cubicBezTo>
                    <a:pt x="19276" y="7926"/>
                    <a:pt x="18806" y="8625"/>
                    <a:pt x="18089" y="8923"/>
                  </a:cubicBezTo>
                  <a:cubicBezTo>
                    <a:pt x="17852" y="9022"/>
                    <a:pt x="17603" y="9070"/>
                    <a:pt x="17356" y="9070"/>
                  </a:cubicBezTo>
                  <a:cubicBezTo>
                    <a:pt x="16857" y="9070"/>
                    <a:pt x="16365" y="8874"/>
                    <a:pt x="15997" y="8508"/>
                  </a:cubicBezTo>
                  <a:cubicBezTo>
                    <a:pt x="15449" y="7957"/>
                    <a:pt x="15283" y="7131"/>
                    <a:pt x="15581" y="6415"/>
                  </a:cubicBezTo>
                  <a:cubicBezTo>
                    <a:pt x="15879" y="5698"/>
                    <a:pt x="16578" y="5231"/>
                    <a:pt x="17355" y="5231"/>
                  </a:cubicBezTo>
                  <a:cubicBezTo>
                    <a:pt x="18415" y="5231"/>
                    <a:pt x="19273" y="6090"/>
                    <a:pt x="19276" y="7150"/>
                  </a:cubicBezTo>
                  <a:lnTo>
                    <a:pt x="19276" y="567"/>
                  </a:lnTo>
                  <a:cubicBezTo>
                    <a:pt x="19276" y="341"/>
                    <a:pt x="19137" y="133"/>
                    <a:pt x="18927" y="46"/>
                  </a:cubicBezTo>
                  <a:cubicBezTo>
                    <a:pt x="18857" y="17"/>
                    <a:pt x="18783" y="2"/>
                    <a:pt x="18709" y="2"/>
                  </a:cubicBezTo>
                  <a:cubicBezTo>
                    <a:pt x="18564" y="2"/>
                    <a:pt x="18420" y="58"/>
                    <a:pt x="18312" y="166"/>
                  </a:cubicBezTo>
                  <a:lnTo>
                    <a:pt x="14783" y="3641"/>
                  </a:lnTo>
                  <a:lnTo>
                    <a:pt x="9971" y="112"/>
                  </a:lnTo>
                  <a:cubicBezTo>
                    <a:pt x="9871" y="38"/>
                    <a:pt x="9754" y="1"/>
                    <a:pt x="9636" y="1"/>
                  </a:cubicBezTo>
                  <a:cubicBezTo>
                    <a:pt x="9517" y="1"/>
                    <a:pt x="9397" y="39"/>
                    <a:pt x="9297" y="115"/>
                  </a:cubicBezTo>
                  <a:lnTo>
                    <a:pt x="4656" y="3641"/>
                  </a:lnTo>
                  <a:lnTo>
                    <a:pt x="952" y="154"/>
                  </a:lnTo>
                  <a:cubicBezTo>
                    <a:pt x="840" y="48"/>
                    <a:pt x="704" y="1"/>
                    <a:pt x="5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453" name="Google Shape;5453;p57"/>
          <p:cNvGrpSpPr/>
          <p:nvPr/>
        </p:nvGrpSpPr>
        <p:grpSpPr>
          <a:xfrm>
            <a:off x="2559072" y="3594790"/>
            <a:ext cx="219345" cy="227301"/>
            <a:chOff x="3357325" y="2093500"/>
            <a:chExt cx="311525" cy="322825"/>
          </a:xfrm>
        </p:grpSpPr>
        <p:sp>
          <p:nvSpPr>
            <p:cNvPr id="5454" name="Google Shape;5454;p57"/>
            <p:cNvSpPr/>
            <p:nvPr/>
          </p:nvSpPr>
          <p:spPr>
            <a:xfrm>
              <a:off x="3357325" y="2210550"/>
              <a:ext cx="85700" cy="205775"/>
            </a:xfrm>
            <a:custGeom>
              <a:rect b="b" l="l" r="r" t="t"/>
              <a:pathLst>
                <a:path extrusionOk="0" h="8231" w="3428">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55" name="Google Shape;5455;p57"/>
            <p:cNvSpPr/>
            <p:nvPr/>
          </p:nvSpPr>
          <p:spPr>
            <a:xfrm>
              <a:off x="3471225" y="2152075"/>
              <a:ext cx="84725" cy="264250"/>
            </a:xfrm>
            <a:custGeom>
              <a:rect b="b" l="l" r="r" t="t"/>
              <a:pathLst>
                <a:path extrusionOk="0" h="10570" w="3389">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56" name="Google Shape;5456;p57"/>
            <p:cNvSpPr/>
            <p:nvPr/>
          </p:nvSpPr>
          <p:spPr>
            <a:xfrm>
              <a:off x="3584150" y="2093500"/>
              <a:ext cx="84700" cy="322825"/>
            </a:xfrm>
            <a:custGeom>
              <a:rect b="b" l="l" r="r" t="t"/>
              <a:pathLst>
                <a:path extrusionOk="0" h="12913" w="3388">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5457" name="Google Shape;5457;p57"/>
          <p:cNvSpPr/>
          <p:nvPr/>
        </p:nvSpPr>
        <p:spPr>
          <a:xfrm>
            <a:off x="2914345" y="3550464"/>
            <a:ext cx="333673" cy="315824"/>
          </a:xfrm>
          <a:custGeom>
            <a:rect b="b" l="l" r="r" t="t"/>
            <a:pathLst>
              <a:path extrusionOk="0" h="17942" w="18956">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5458" name="Google Shape;5458;p57"/>
          <p:cNvGrpSpPr/>
          <p:nvPr/>
        </p:nvGrpSpPr>
        <p:grpSpPr>
          <a:xfrm>
            <a:off x="3353262" y="3538814"/>
            <a:ext cx="292078" cy="339253"/>
            <a:chOff x="4492800" y="2027925"/>
            <a:chExt cx="414825" cy="481825"/>
          </a:xfrm>
        </p:grpSpPr>
        <p:sp>
          <p:nvSpPr>
            <p:cNvPr id="5459" name="Google Shape;5459;p57"/>
            <p:cNvSpPr/>
            <p:nvPr/>
          </p:nvSpPr>
          <p:spPr>
            <a:xfrm>
              <a:off x="4492800" y="2027925"/>
              <a:ext cx="54600" cy="481825"/>
            </a:xfrm>
            <a:custGeom>
              <a:rect b="b" l="l" r="r" t="t"/>
              <a:pathLst>
                <a:path extrusionOk="0" h="19273" w="2184">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60" name="Google Shape;5460;p57"/>
            <p:cNvSpPr/>
            <p:nvPr/>
          </p:nvSpPr>
          <p:spPr>
            <a:xfrm>
              <a:off x="4575600" y="2051425"/>
              <a:ext cx="332025" cy="262450"/>
            </a:xfrm>
            <a:custGeom>
              <a:rect b="b" l="l" r="r" t="t"/>
              <a:pathLst>
                <a:path extrusionOk="0" h="10498" w="13281">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461" name="Google Shape;5461;p57"/>
          <p:cNvGrpSpPr/>
          <p:nvPr/>
        </p:nvGrpSpPr>
        <p:grpSpPr>
          <a:xfrm>
            <a:off x="3752354" y="3538805"/>
            <a:ext cx="339200" cy="339271"/>
            <a:chOff x="5049725" y="2027900"/>
            <a:chExt cx="481750" cy="481850"/>
          </a:xfrm>
        </p:grpSpPr>
        <p:sp>
          <p:nvSpPr>
            <p:cNvPr id="5462" name="Google Shape;5462;p57"/>
            <p:cNvSpPr/>
            <p:nvPr/>
          </p:nvSpPr>
          <p:spPr>
            <a:xfrm>
              <a:off x="5191775" y="2394925"/>
              <a:ext cx="197625" cy="114825"/>
            </a:xfrm>
            <a:custGeom>
              <a:rect b="b" l="l" r="r" t="t"/>
              <a:pathLst>
                <a:path extrusionOk="0" h="4593" w="7905">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63" name="Google Shape;5463;p57"/>
            <p:cNvSpPr/>
            <p:nvPr/>
          </p:nvSpPr>
          <p:spPr>
            <a:xfrm>
              <a:off x="5113625" y="2027900"/>
              <a:ext cx="347300" cy="338825"/>
            </a:xfrm>
            <a:custGeom>
              <a:rect b="b" l="l" r="r" t="t"/>
              <a:pathLst>
                <a:path extrusionOk="0" h="13553" w="13892">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64" name="Google Shape;5464;p57"/>
            <p:cNvSpPr/>
            <p:nvPr/>
          </p:nvSpPr>
          <p:spPr>
            <a:xfrm>
              <a:off x="5049725" y="2197300"/>
              <a:ext cx="56400" cy="28275"/>
            </a:xfrm>
            <a:custGeom>
              <a:rect b="b" l="l" r="r" t="t"/>
              <a:pathLst>
                <a:path extrusionOk="0" h="1131" w="2256">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65" name="Google Shape;5465;p57"/>
            <p:cNvSpPr/>
            <p:nvPr/>
          </p:nvSpPr>
          <p:spPr>
            <a:xfrm>
              <a:off x="5052575" y="2102800"/>
              <a:ext cx="50850" cy="48075"/>
            </a:xfrm>
            <a:custGeom>
              <a:rect b="b" l="l" r="r" t="t"/>
              <a:pathLst>
                <a:path extrusionOk="0" h="1923" w="2034">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66" name="Google Shape;5466;p57"/>
            <p:cNvSpPr/>
            <p:nvPr/>
          </p:nvSpPr>
          <p:spPr>
            <a:xfrm>
              <a:off x="5052575" y="2272175"/>
              <a:ext cx="50700" cy="47900"/>
            </a:xfrm>
            <a:custGeom>
              <a:rect b="b" l="l" r="r" t="t"/>
              <a:pathLst>
                <a:path extrusionOk="0" h="1916" w="2028">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67" name="Google Shape;5467;p57"/>
            <p:cNvSpPr/>
            <p:nvPr/>
          </p:nvSpPr>
          <p:spPr>
            <a:xfrm>
              <a:off x="5475050" y="2197300"/>
              <a:ext cx="56425" cy="28275"/>
            </a:xfrm>
            <a:custGeom>
              <a:rect b="b" l="l" r="r" t="t"/>
              <a:pathLst>
                <a:path extrusionOk="0" h="1131" w="2257">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68" name="Google Shape;5468;p57"/>
            <p:cNvSpPr/>
            <p:nvPr/>
          </p:nvSpPr>
          <p:spPr>
            <a:xfrm>
              <a:off x="5477925" y="2102800"/>
              <a:ext cx="50675" cy="47900"/>
            </a:xfrm>
            <a:custGeom>
              <a:rect b="b" l="l" r="r" t="t"/>
              <a:pathLst>
                <a:path extrusionOk="0" h="1916" w="2027">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69" name="Google Shape;5469;p57"/>
            <p:cNvSpPr/>
            <p:nvPr/>
          </p:nvSpPr>
          <p:spPr>
            <a:xfrm>
              <a:off x="5477775" y="2272000"/>
              <a:ext cx="50825" cy="48075"/>
            </a:xfrm>
            <a:custGeom>
              <a:rect b="b" l="l" r="r" t="t"/>
              <a:pathLst>
                <a:path extrusionOk="0" h="1923" w="2033">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470" name="Google Shape;5470;p57"/>
          <p:cNvGrpSpPr/>
          <p:nvPr/>
        </p:nvGrpSpPr>
        <p:grpSpPr>
          <a:xfrm>
            <a:off x="4225950" y="3538893"/>
            <a:ext cx="219890" cy="339095"/>
            <a:chOff x="5726350" y="2028150"/>
            <a:chExt cx="312300" cy="481600"/>
          </a:xfrm>
        </p:grpSpPr>
        <p:sp>
          <p:nvSpPr>
            <p:cNvPr id="5471" name="Google Shape;5471;p57"/>
            <p:cNvSpPr/>
            <p:nvPr/>
          </p:nvSpPr>
          <p:spPr>
            <a:xfrm>
              <a:off x="5756075" y="2028150"/>
              <a:ext cx="252825" cy="83275"/>
            </a:xfrm>
            <a:custGeom>
              <a:rect b="b" l="l" r="r" t="t"/>
              <a:pathLst>
                <a:path extrusionOk="0" h="3331" w="10113">
                  <a:moveTo>
                    <a:pt x="1639" y="1"/>
                  </a:moveTo>
                  <a:cubicBezTo>
                    <a:pt x="730" y="13"/>
                    <a:pt x="1" y="753"/>
                    <a:pt x="1" y="1666"/>
                  </a:cubicBezTo>
                  <a:cubicBezTo>
                    <a:pt x="1" y="2575"/>
                    <a:pt x="730" y="3316"/>
                    <a:pt x="1639" y="3331"/>
                  </a:cubicBezTo>
                  <a:lnTo>
                    <a:pt x="8474" y="3331"/>
                  </a:lnTo>
                  <a:cubicBezTo>
                    <a:pt x="9384" y="3316"/>
                    <a:pt x="10113" y="2575"/>
                    <a:pt x="10113" y="1666"/>
                  </a:cubicBezTo>
                  <a:cubicBezTo>
                    <a:pt x="10113" y="753"/>
                    <a:pt x="9384" y="13"/>
                    <a:pt x="8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72" name="Google Shape;5472;p57"/>
            <p:cNvSpPr/>
            <p:nvPr/>
          </p:nvSpPr>
          <p:spPr>
            <a:xfrm>
              <a:off x="5726350" y="2139650"/>
              <a:ext cx="312300" cy="224425"/>
            </a:xfrm>
            <a:custGeom>
              <a:rect b="b" l="l" r="r" t="t"/>
              <a:pathLst>
                <a:path extrusionOk="0" h="8977" w="12492">
                  <a:moveTo>
                    <a:pt x="2822" y="0"/>
                  </a:moveTo>
                  <a:lnTo>
                    <a:pt x="2822" y="4800"/>
                  </a:lnTo>
                  <a:cubicBezTo>
                    <a:pt x="1527" y="5589"/>
                    <a:pt x="542" y="6797"/>
                    <a:pt x="36" y="8224"/>
                  </a:cubicBezTo>
                  <a:lnTo>
                    <a:pt x="30" y="8233"/>
                  </a:lnTo>
                  <a:cubicBezTo>
                    <a:pt x="27" y="8242"/>
                    <a:pt x="24" y="8254"/>
                    <a:pt x="21" y="8266"/>
                  </a:cubicBezTo>
                  <a:cubicBezTo>
                    <a:pt x="18" y="8278"/>
                    <a:pt x="15" y="8281"/>
                    <a:pt x="15" y="8287"/>
                  </a:cubicBezTo>
                  <a:cubicBezTo>
                    <a:pt x="12" y="8296"/>
                    <a:pt x="9" y="8308"/>
                    <a:pt x="9" y="8317"/>
                  </a:cubicBezTo>
                  <a:cubicBezTo>
                    <a:pt x="6" y="8326"/>
                    <a:pt x="6" y="8335"/>
                    <a:pt x="3" y="8347"/>
                  </a:cubicBezTo>
                  <a:cubicBezTo>
                    <a:pt x="3" y="8356"/>
                    <a:pt x="3" y="8362"/>
                    <a:pt x="3" y="8368"/>
                  </a:cubicBezTo>
                  <a:cubicBezTo>
                    <a:pt x="0" y="8378"/>
                    <a:pt x="3" y="8393"/>
                    <a:pt x="3" y="8405"/>
                  </a:cubicBezTo>
                  <a:cubicBezTo>
                    <a:pt x="3" y="8408"/>
                    <a:pt x="3" y="8411"/>
                    <a:pt x="3" y="8414"/>
                  </a:cubicBezTo>
                  <a:lnTo>
                    <a:pt x="3" y="8426"/>
                  </a:lnTo>
                  <a:cubicBezTo>
                    <a:pt x="3" y="8438"/>
                    <a:pt x="3" y="8450"/>
                    <a:pt x="3" y="8462"/>
                  </a:cubicBezTo>
                  <a:lnTo>
                    <a:pt x="6" y="8483"/>
                  </a:lnTo>
                  <a:cubicBezTo>
                    <a:pt x="6" y="8495"/>
                    <a:pt x="9" y="8504"/>
                    <a:pt x="12" y="8513"/>
                  </a:cubicBezTo>
                  <a:cubicBezTo>
                    <a:pt x="12" y="8525"/>
                    <a:pt x="15" y="8531"/>
                    <a:pt x="15" y="8540"/>
                  </a:cubicBezTo>
                  <a:cubicBezTo>
                    <a:pt x="18" y="8549"/>
                    <a:pt x="21" y="8558"/>
                    <a:pt x="21" y="8564"/>
                  </a:cubicBezTo>
                  <a:cubicBezTo>
                    <a:pt x="24" y="8573"/>
                    <a:pt x="27" y="8585"/>
                    <a:pt x="33" y="8594"/>
                  </a:cubicBezTo>
                  <a:cubicBezTo>
                    <a:pt x="36" y="8606"/>
                    <a:pt x="36" y="8609"/>
                    <a:pt x="40" y="8615"/>
                  </a:cubicBezTo>
                  <a:cubicBezTo>
                    <a:pt x="43" y="8624"/>
                    <a:pt x="49" y="8636"/>
                    <a:pt x="52" y="8646"/>
                  </a:cubicBezTo>
                  <a:cubicBezTo>
                    <a:pt x="58" y="8658"/>
                    <a:pt x="58" y="8661"/>
                    <a:pt x="61" y="8667"/>
                  </a:cubicBezTo>
                  <a:cubicBezTo>
                    <a:pt x="67" y="8673"/>
                    <a:pt x="73" y="8685"/>
                    <a:pt x="76" y="8694"/>
                  </a:cubicBezTo>
                  <a:cubicBezTo>
                    <a:pt x="82" y="8703"/>
                    <a:pt x="85" y="8709"/>
                    <a:pt x="88" y="8715"/>
                  </a:cubicBezTo>
                  <a:cubicBezTo>
                    <a:pt x="94" y="8721"/>
                    <a:pt x="100" y="8730"/>
                    <a:pt x="106" y="8739"/>
                  </a:cubicBezTo>
                  <a:cubicBezTo>
                    <a:pt x="112" y="8748"/>
                    <a:pt x="115" y="8754"/>
                    <a:pt x="121" y="8760"/>
                  </a:cubicBezTo>
                  <a:cubicBezTo>
                    <a:pt x="127" y="8769"/>
                    <a:pt x="133" y="8775"/>
                    <a:pt x="139" y="8781"/>
                  </a:cubicBezTo>
                  <a:cubicBezTo>
                    <a:pt x="145" y="8787"/>
                    <a:pt x="151" y="8796"/>
                    <a:pt x="157" y="8802"/>
                  </a:cubicBezTo>
                  <a:lnTo>
                    <a:pt x="175" y="8820"/>
                  </a:lnTo>
                  <a:cubicBezTo>
                    <a:pt x="181" y="8826"/>
                    <a:pt x="190" y="8832"/>
                    <a:pt x="196" y="8841"/>
                  </a:cubicBezTo>
                  <a:lnTo>
                    <a:pt x="217" y="8856"/>
                  </a:lnTo>
                  <a:lnTo>
                    <a:pt x="238" y="8874"/>
                  </a:lnTo>
                  <a:lnTo>
                    <a:pt x="262" y="8889"/>
                  </a:lnTo>
                  <a:lnTo>
                    <a:pt x="283" y="8901"/>
                  </a:lnTo>
                  <a:lnTo>
                    <a:pt x="314" y="8917"/>
                  </a:lnTo>
                  <a:cubicBezTo>
                    <a:pt x="320" y="8920"/>
                    <a:pt x="326" y="8923"/>
                    <a:pt x="332" y="8926"/>
                  </a:cubicBezTo>
                  <a:cubicBezTo>
                    <a:pt x="341" y="8929"/>
                    <a:pt x="356" y="8938"/>
                    <a:pt x="368" y="8941"/>
                  </a:cubicBezTo>
                  <a:lnTo>
                    <a:pt x="377" y="8947"/>
                  </a:lnTo>
                  <a:lnTo>
                    <a:pt x="386" y="8947"/>
                  </a:lnTo>
                  <a:lnTo>
                    <a:pt x="413" y="8956"/>
                  </a:lnTo>
                  <a:lnTo>
                    <a:pt x="437" y="8962"/>
                  </a:lnTo>
                  <a:lnTo>
                    <a:pt x="461" y="8968"/>
                  </a:lnTo>
                  <a:cubicBezTo>
                    <a:pt x="473" y="8971"/>
                    <a:pt x="485" y="8971"/>
                    <a:pt x="497" y="8974"/>
                  </a:cubicBezTo>
                  <a:lnTo>
                    <a:pt x="512" y="8977"/>
                  </a:lnTo>
                  <a:lnTo>
                    <a:pt x="11928" y="8977"/>
                  </a:lnTo>
                  <a:cubicBezTo>
                    <a:pt x="11946" y="8977"/>
                    <a:pt x="11967" y="8977"/>
                    <a:pt x="11985" y="8974"/>
                  </a:cubicBezTo>
                  <a:lnTo>
                    <a:pt x="11991" y="8974"/>
                  </a:lnTo>
                  <a:cubicBezTo>
                    <a:pt x="12006" y="8974"/>
                    <a:pt x="12021" y="8971"/>
                    <a:pt x="12033" y="8968"/>
                  </a:cubicBezTo>
                  <a:lnTo>
                    <a:pt x="12051" y="8965"/>
                  </a:lnTo>
                  <a:cubicBezTo>
                    <a:pt x="12063" y="8962"/>
                    <a:pt x="12072" y="8959"/>
                    <a:pt x="12085" y="8956"/>
                  </a:cubicBezTo>
                  <a:lnTo>
                    <a:pt x="12106" y="8950"/>
                  </a:lnTo>
                  <a:lnTo>
                    <a:pt x="12118" y="8947"/>
                  </a:lnTo>
                  <a:lnTo>
                    <a:pt x="12130" y="8941"/>
                  </a:lnTo>
                  <a:lnTo>
                    <a:pt x="12160" y="8929"/>
                  </a:lnTo>
                  <a:lnTo>
                    <a:pt x="12184" y="8917"/>
                  </a:lnTo>
                  <a:cubicBezTo>
                    <a:pt x="12193" y="8914"/>
                    <a:pt x="12199" y="8907"/>
                    <a:pt x="12208" y="8904"/>
                  </a:cubicBezTo>
                  <a:cubicBezTo>
                    <a:pt x="12214" y="8898"/>
                    <a:pt x="12226" y="8892"/>
                    <a:pt x="12235" y="8889"/>
                  </a:cubicBezTo>
                  <a:lnTo>
                    <a:pt x="12253" y="8877"/>
                  </a:lnTo>
                  <a:cubicBezTo>
                    <a:pt x="12262" y="8868"/>
                    <a:pt x="12271" y="8862"/>
                    <a:pt x="12280" y="8856"/>
                  </a:cubicBezTo>
                  <a:lnTo>
                    <a:pt x="12295" y="8844"/>
                  </a:lnTo>
                  <a:cubicBezTo>
                    <a:pt x="12304" y="8835"/>
                    <a:pt x="12313" y="8826"/>
                    <a:pt x="12319" y="8820"/>
                  </a:cubicBezTo>
                  <a:lnTo>
                    <a:pt x="12334" y="8805"/>
                  </a:lnTo>
                  <a:cubicBezTo>
                    <a:pt x="12343" y="8796"/>
                    <a:pt x="12349" y="8790"/>
                    <a:pt x="12359" y="8781"/>
                  </a:cubicBezTo>
                  <a:lnTo>
                    <a:pt x="12371" y="8763"/>
                  </a:lnTo>
                  <a:lnTo>
                    <a:pt x="12389" y="8739"/>
                  </a:lnTo>
                  <a:lnTo>
                    <a:pt x="12404" y="8718"/>
                  </a:lnTo>
                  <a:cubicBezTo>
                    <a:pt x="12410" y="8709"/>
                    <a:pt x="12413" y="8703"/>
                    <a:pt x="12419" y="8694"/>
                  </a:cubicBezTo>
                  <a:cubicBezTo>
                    <a:pt x="12422" y="8688"/>
                    <a:pt x="12428" y="8679"/>
                    <a:pt x="12431" y="8670"/>
                  </a:cubicBezTo>
                  <a:cubicBezTo>
                    <a:pt x="12437" y="8661"/>
                    <a:pt x="12440" y="8655"/>
                    <a:pt x="12443" y="8646"/>
                  </a:cubicBezTo>
                  <a:cubicBezTo>
                    <a:pt x="12446" y="8639"/>
                    <a:pt x="12449" y="8627"/>
                    <a:pt x="12455" y="8618"/>
                  </a:cubicBezTo>
                  <a:cubicBezTo>
                    <a:pt x="12458" y="8609"/>
                    <a:pt x="12461" y="8603"/>
                    <a:pt x="12461" y="8594"/>
                  </a:cubicBezTo>
                  <a:cubicBezTo>
                    <a:pt x="12464" y="8588"/>
                    <a:pt x="12467" y="8576"/>
                    <a:pt x="12470" y="8567"/>
                  </a:cubicBezTo>
                  <a:cubicBezTo>
                    <a:pt x="12473" y="8558"/>
                    <a:pt x="12476" y="8549"/>
                    <a:pt x="12479" y="8540"/>
                  </a:cubicBezTo>
                  <a:cubicBezTo>
                    <a:pt x="12479" y="8534"/>
                    <a:pt x="12482" y="8525"/>
                    <a:pt x="12482" y="8516"/>
                  </a:cubicBezTo>
                  <a:cubicBezTo>
                    <a:pt x="12485" y="8507"/>
                    <a:pt x="12485" y="8495"/>
                    <a:pt x="12488" y="8486"/>
                  </a:cubicBezTo>
                  <a:lnTo>
                    <a:pt x="12491" y="8462"/>
                  </a:lnTo>
                  <a:cubicBezTo>
                    <a:pt x="12491" y="8450"/>
                    <a:pt x="12491" y="8438"/>
                    <a:pt x="12491" y="8426"/>
                  </a:cubicBezTo>
                  <a:lnTo>
                    <a:pt x="12491" y="8414"/>
                  </a:lnTo>
                  <a:cubicBezTo>
                    <a:pt x="12491" y="8411"/>
                    <a:pt x="12491" y="8408"/>
                    <a:pt x="12491" y="8405"/>
                  </a:cubicBezTo>
                  <a:lnTo>
                    <a:pt x="12491" y="8371"/>
                  </a:lnTo>
                  <a:cubicBezTo>
                    <a:pt x="12491" y="8359"/>
                    <a:pt x="12491" y="8356"/>
                    <a:pt x="12491" y="8347"/>
                  </a:cubicBezTo>
                  <a:cubicBezTo>
                    <a:pt x="12488" y="8338"/>
                    <a:pt x="12488" y="8329"/>
                    <a:pt x="12485" y="8317"/>
                  </a:cubicBezTo>
                  <a:cubicBezTo>
                    <a:pt x="12482" y="8308"/>
                    <a:pt x="12482" y="8299"/>
                    <a:pt x="12479" y="8290"/>
                  </a:cubicBezTo>
                  <a:cubicBezTo>
                    <a:pt x="12476" y="8278"/>
                    <a:pt x="12476" y="8275"/>
                    <a:pt x="12473" y="8266"/>
                  </a:cubicBezTo>
                  <a:cubicBezTo>
                    <a:pt x="12473" y="8260"/>
                    <a:pt x="12467" y="8245"/>
                    <a:pt x="12464" y="8233"/>
                  </a:cubicBezTo>
                  <a:lnTo>
                    <a:pt x="12461" y="8224"/>
                  </a:lnTo>
                  <a:cubicBezTo>
                    <a:pt x="11955" y="6797"/>
                    <a:pt x="10970" y="5589"/>
                    <a:pt x="9676" y="4803"/>
                  </a:cubicBezTo>
                  <a:lnTo>
                    <a:pt x="96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73" name="Google Shape;5473;p57"/>
            <p:cNvSpPr/>
            <p:nvPr/>
          </p:nvSpPr>
          <p:spPr>
            <a:xfrm>
              <a:off x="5842500" y="2392350"/>
              <a:ext cx="79975" cy="117400"/>
            </a:xfrm>
            <a:custGeom>
              <a:rect b="b" l="l" r="r" t="t"/>
              <a:pathLst>
                <a:path extrusionOk="0" h="4696" w="3199">
                  <a:moveTo>
                    <a:pt x="4" y="1"/>
                  </a:moveTo>
                  <a:lnTo>
                    <a:pt x="4" y="1651"/>
                  </a:lnTo>
                  <a:cubicBezTo>
                    <a:pt x="1" y="2591"/>
                    <a:pt x="287" y="3509"/>
                    <a:pt x="820" y="4283"/>
                  </a:cubicBezTo>
                  <a:cubicBezTo>
                    <a:pt x="994" y="4542"/>
                    <a:pt x="1287" y="4696"/>
                    <a:pt x="1600" y="4696"/>
                  </a:cubicBezTo>
                  <a:cubicBezTo>
                    <a:pt x="1913" y="4696"/>
                    <a:pt x="2205" y="4542"/>
                    <a:pt x="2380" y="4283"/>
                  </a:cubicBezTo>
                  <a:cubicBezTo>
                    <a:pt x="2913" y="3509"/>
                    <a:pt x="3199" y="2591"/>
                    <a:pt x="3196" y="1651"/>
                  </a:cubicBezTo>
                  <a:lnTo>
                    <a:pt x="31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474" name="Google Shape;5474;p57"/>
          <p:cNvGrpSpPr/>
          <p:nvPr/>
        </p:nvGrpSpPr>
        <p:grpSpPr>
          <a:xfrm>
            <a:off x="4586141" y="3542000"/>
            <a:ext cx="332881" cy="332881"/>
            <a:chOff x="6239925" y="2032450"/>
            <a:chExt cx="472775" cy="472775"/>
          </a:xfrm>
        </p:grpSpPr>
        <p:sp>
          <p:nvSpPr>
            <p:cNvPr id="5475" name="Google Shape;5475;p57"/>
            <p:cNvSpPr/>
            <p:nvPr/>
          </p:nvSpPr>
          <p:spPr>
            <a:xfrm>
              <a:off x="6239925" y="2032450"/>
              <a:ext cx="472775" cy="472775"/>
            </a:xfrm>
            <a:custGeom>
              <a:rect b="b" l="l" r="r" t="t"/>
              <a:pathLst>
                <a:path extrusionOk="0" h="18911" w="18911">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76" name="Google Shape;5476;p57"/>
            <p:cNvSpPr/>
            <p:nvPr/>
          </p:nvSpPr>
          <p:spPr>
            <a:xfrm>
              <a:off x="6329800" y="2122325"/>
              <a:ext cx="292950" cy="293025"/>
            </a:xfrm>
            <a:custGeom>
              <a:rect b="b" l="l" r="r" t="t"/>
              <a:pathLst>
                <a:path extrusionOk="0" h="11721" w="11718">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477" name="Google Shape;5477;p57"/>
          <p:cNvGrpSpPr/>
          <p:nvPr/>
        </p:nvGrpSpPr>
        <p:grpSpPr>
          <a:xfrm>
            <a:off x="5035233" y="2364092"/>
            <a:ext cx="334641" cy="185425"/>
            <a:chOff x="903075" y="2730000"/>
            <a:chExt cx="475275" cy="263350"/>
          </a:xfrm>
        </p:grpSpPr>
        <p:sp>
          <p:nvSpPr>
            <p:cNvPr id="5478" name="Google Shape;5478;p57"/>
            <p:cNvSpPr/>
            <p:nvPr/>
          </p:nvSpPr>
          <p:spPr>
            <a:xfrm>
              <a:off x="986725" y="2807325"/>
              <a:ext cx="308000" cy="108800"/>
            </a:xfrm>
            <a:custGeom>
              <a:rect b="b" l="l" r="r" t="t"/>
              <a:pathLst>
                <a:path extrusionOk="0" h="4352" w="12320">
                  <a:moveTo>
                    <a:pt x="6161" y="482"/>
                  </a:moveTo>
                  <a:cubicBezTo>
                    <a:pt x="6845" y="482"/>
                    <a:pt x="7462" y="894"/>
                    <a:pt x="7724" y="1527"/>
                  </a:cubicBezTo>
                  <a:cubicBezTo>
                    <a:pt x="7986" y="2159"/>
                    <a:pt x="7838" y="2888"/>
                    <a:pt x="7357" y="3370"/>
                  </a:cubicBezTo>
                  <a:cubicBezTo>
                    <a:pt x="7032" y="3694"/>
                    <a:pt x="6599" y="3866"/>
                    <a:pt x="6158" y="3866"/>
                  </a:cubicBezTo>
                  <a:cubicBezTo>
                    <a:pt x="5940" y="3866"/>
                    <a:pt x="5720" y="3824"/>
                    <a:pt x="5511" y="3737"/>
                  </a:cubicBezTo>
                  <a:cubicBezTo>
                    <a:pt x="4881" y="3475"/>
                    <a:pt x="4469" y="2858"/>
                    <a:pt x="4469" y="2174"/>
                  </a:cubicBezTo>
                  <a:cubicBezTo>
                    <a:pt x="4469" y="1241"/>
                    <a:pt x="5225" y="482"/>
                    <a:pt x="6161" y="482"/>
                  </a:cubicBezTo>
                  <a:close/>
                  <a:moveTo>
                    <a:pt x="1418" y="0"/>
                  </a:moveTo>
                  <a:cubicBezTo>
                    <a:pt x="1220" y="684"/>
                    <a:pt x="684" y="1220"/>
                    <a:pt x="0" y="1415"/>
                  </a:cubicBezTo>
                  <a:lnTo>
                    <a:pt x="0" y="2933"/>
                  </a:lnTo>
                  <a:cubicBezTo>
                    <a:pt x="684" y="3129"/>
                    <a:pt x="1220" y="3665"/>
                    <a:pt x="1418" y="4351"/>
                  </a:cubicBezTo>
                  <a:lnTo>
                    <a:pt x="10904" y="4351"/>
                  </a:lnTo>
                  <a:cubicBezTo>
                    <a:pt x="11100" y="3665"/>
                    <a:pt x="11636" y="3129"/>
                    <a:pt x="12319" y="2933"/>
                  </a:cubicBezTo>
                  <a:lnTo>
                    <a:pt x="12319" y="1415"/>
                  </a:lnTo>
                  <a:cubicBezTo>
                    <a:pt x="11636" y="1220"/>
                    <a:pt x="11100" y="684"/>
                    <a:pt x="109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79" name="Google Shape;5479;p57"/>
            <p:cNvSpPr/>
            <p:nvPr/>
          </p:nvSpPr>
          <p:spPr>
            <a:xfrm>
              <a:off x="1126675" y="2847600"/>
              <a:ext cx="28100" cy="28175"/>
            </a:xfrm>
            <a:custGeom>
              <a:rect b="b" l="l" r="r" t="t"/>
              <a:pathLst>
                <a:path extrusionOk="0" h="1127" w="1124">
                  <a:moveTo>
                    <a:pt x="563" y="0"/>
                  </a:moveTo>
                  <a:cubicBezTo>
                    <a:pt x="250" y="0"/>
                    <a:pt x="0" y="253"/>
                    <a:pt x="0" y="563"/>
                  </a:cubicBezTo>
                  <a:cubicBezTo>
                    <a:pt x="0" y="873"/>
                    <a:pt x="250" y="1126"/>
                    <a:pt x="563" y="1126"/>
                  </a:cubicBezTo>
                  <a:cubicBezTo>
                    <a:pt x="873" y="1126"/>
                    <a:pt x="1123" y="873"/>
                    <a:pt x="1123" y="563"/>
                  </a:cubicBezTo>
                  <a:cubicBezTo>
                    <a:pt x="1123" y="253"/>
                    <a:pt x="873" y="0"/>
                    <a:pt x="5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80" name="Google Shape;5480;p57"/>
            <p:cNvSpPr/>
            <p:nvPr/>
          </p:nvSpPr>
          <p:spPr>
            <a:xfrm>
              <a:off x="903075" y="2730000"/>
              <a:ext cx="475275" cy="263350"/>
            </a:xfrm>
            <a:custGeom>
              <a:rect b="b" l="l" r="r" t="t"/>
              <a:pathLst>
                <a:path extrusionOk="0" h="10534" w="19011">
                  <a:moveTo>
                    <a:pt x="14735" y="1964"/>
                  </a:moveTo>
                  <a:cubicBezTo>
                    <a:pt x="15045" y="1964"/>
                    <a:pt x="15298" y="2217"/>
                    <a:pt x="15298" y="2530"/>
                  </a:cubicBezTo>
                  <a:cubicBezTo>
                    <a:pt x="15298" y="3042"/>
                    <a:pt x="15716" y="3460"/>
                    <a:pt x="16231" y="3460"/>
                  </a:cubicBezTo>
                  <a:cubicBezTo>
                    <a:pt x="16541" y="3460"/>
                    <a:pt x="16794" y="3713"/>
                    <a:pt x="16794" y="4026"/>
                  </a:cubicBezTo>
                  <a:lnTo>
                    <a:pt x="16794" y="6511"/>
                  </a:lnTo>
                  <a:cubicBezTo>
                    <a:pt x="16794" y="6821"/>
                    <a:pt x="16541" y="7074"/>
                    <a:pt x="16231" y="7074"/>
                  </a:cubicBezTo>
                  <a:cubicBezTo>
                    <a:pt x="15716" y="7074"/>
                    <a:pt x="15298" y="7492"/>
                    <a:pt x="15298" y="8007"/>
                  </a:cubicBezTo>
                  <a:cubicBezTo>
                    <a:pt x="15298" y="8318"/>
                    <a:pt x="15045" y="8570"/>
                    <a:pt x="14735" y="8570"/>
                  </a:cubicBezTo>
                  <a:lnTo>
                    <a:pt x="4277" y="8570"/>
                  </a:lnTo>
                  <a:cubicBezTo>
                    <a:pt x="3966" y="8570"/>
                    <a:pt x="3714" y="8318"/>
                    <a:pt x="3714" y="8007"/>
                  </a:cubicBezTo>
                  <a:cubicBezTo>
                    <a:pt x="3714" y="7492"/>
                    <a:pt x="3295" y="7074"/>
                    <a:pt x="2783" y="7074"/>
                  </a:cubicBezTo>
                  <a:cubicBezTo>
                    <a:pt x="2470" y="7074"/>
                    <a:pt x="2217" y="6821"/>
                    <a:pt x="2217" y="6511"/>
                  </a:cubicBezTo>
                  <a:lnTo>
                    <a:pt x="2217" y="4026"/>
                  </a:lnTo>
                  <a:cubicBezTo>
                    <a:pt x="2217" y="3713"/>
                    <a:pt x="2470" y="3460"/>
                    <a:pt x="2783" y="3460"/>
                  </a:cubicBezTo>
                  <a:cubicBezTo>
                    <a:pt x="3295" y="3460"/>
                    <a:pt x="3714" y="3042"/>
                    <a:pt x="3714" y="2530"/>
                  </a:cubicBezTo>
                  <a:cubicBezTo>
                    <a:pt x="3714" y="2217"/>
                    <a:pt x="3966" y="1964"/>
                    <a:pt x="4277" y="1964"/>
                  </a:cubicBezTo>
                  <a:close/>
                  <a:moveTo>
                    <a:pt x="567" y="0"/>
                  </a:moveTo>
                  <a:cubicBezTo>
                    <a:pt x="254" y="0"/>
                    <a:pt x="1" y="253"/>
                    <a:pt x="1" y="567"/>
                  </a:cubicBezTo>
                  <a:lnTo>
                    <a:pt x="1" y="9968"/>
                  </a:lnTo>
                  <a:cubicBezTo>
                    <a:pt x="1" y="10281"/>
                    <a:pt x="254" y="10534"/>
                    <a:pt x="567" y="10534"/>
                  </a:cubicBezTo>
                  <a:lnTo>
                    <a:pt x="18445" y="10534"/>
                  </a:lnTo>
                  <a:cubicBezTo>
                    <a:pt x="18758" y="10534"/>
                    <a:pt x="19011" y="10281"/>
                    <a:pt x="19011" y="9968"/>
                  </a:cubicBezTo>
                  <a:lnTo>
                    <a:pt x="19011" y="567"/>
                  </a:lnTo>
                  <a:cubicBezTo>
                    <a:pt x="19011" y="253"/>
                    <a:pt x="18758" y="0"/>
                    <a:pt x="184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481" name="Google Shape;5481;p57"/>
          <p:cNvGrpSpPr/>
          <p:nvPr/>
        </p:nvGrpSpPr>
        <p:grpSpPr>
          <a:xfrm>
            <a:off x="1239624" y="3538814"/>
            <a:ext cx="339253" cy="339253"/>
            <a:chOff x="1492675" y="2027925"/>
            <a:chExt cx="481825" cy="481825"/>
          </a:xfrm>
        </p:grpSpPr>
        <p:sp>
          <p:nvSpPr>
            <p:cNvPr id="5482" name="Google Shape;5482;p57"/>
            <p:cNvSpPr/>
            <p:nvPr/>
          </p:nvSpPr>
          <p:spPr>
            <a:xfrm>
              <a:off x="1719425" y="2170050"/>
              <a:ext cx="28250" cy="28250"/>
            </a:xfrm>
            <a:custGeom>
              <a:rect b="b" l="l" r="r" t="t"/>
              <a:pathLst>
                <a:path extrusionOk="0" h="1130"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83" name="Google Shape;5483;p57"/>
            <p:cNvSpPr/>
            <p:nvPr/>
          </p:nvSpPr>
          <p:spPr>
            <a:xfrm>
              <a:off x="1832350" y="2254750"/>
              <a:ext cx="28250" cy="28250"/>
            </a:xfrm>
            <a:custGeom>
              <a:rect b="b" l="l" r="r" t="t"/>
              <a:pathLst>
                <a:path extrusionOk="0" h="1130" w="113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84" name="Google Shape;5484;p57"/>
            <p:cNvSpPr/>
            <p:nvPr/>
          </p:nvSpPr>
          <p:spPr>
            <a:xfrm>
              <a:off x="1606500" y="2254750"/>
              <a:ext cx="28250" cy="28250"/>
            </a:xfrm>
            <a:custGeom>
              <a:rect b="b" l="l" r="r" t="t"/>
              <a:pathLst>
                <a:path extrusionOk="0" h="1130" w="113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85" name="Google Shape;5485;p57"/>
            <p:cNvSpPr/>
            <p:nvPr/>
          </p:nvSpPr>
          <p:spPr>
            <a:xfrm>
              <a:off x="1492675" y="2425025"/>
              <a:ext cx="481825" cy="84725"/>
            </a:xfrm>
            <a:custGeom>
              <a:rect b="b" l="l" r="r" t="t"/>
              <a:pathLst>
                <a:path extrusionOk="0" h="3389" w="19273">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86" name="Google Shape;5486;p57"/>
            <p:cNvSpPr/>
            <p:nvPr/>
          </p:nvSpPr>
          <p:spPr>
            <a:xfrm>
              <a:off x="1492675" y="2027925"/>
              <a:ext cx="481825" cy="368000"/>
            </a:xfrm>
            <a:custGeom>
              <a:rect b="b" l="l" r="r" t="t"/>
              <a:pathLst>
                <a:path extrusionOk="0" h="14720" w="19273">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487" name="Google Shape;5487;p57"/>
          <p:cNvGrpSpPr/>
          <p:nvPr/>
        </p:nvGrpSpPr>
        <p:grpSpPr>
          <a:xfrm>
            <a:off x="5466000" y="2287178"/>
            <a:ext cx="339253" cy="339253"/>
            <a:chOff x="1492675" y="2620775"/>
            <a:chExt cx="481825" cy="481825"/>
          </a:xfrm>
        </p:grpSpPr>
        <p:sp>
          <p:nvSpPr>
            <p:cNvPr id="5488" name="Google Shape;5488;p57"/>
            <p:cNvSpPr/>
            <p:nvPr/>
          </p:nvSpPr>
          <p:spPr>
            <a:xfrm>
              <a:off x="1677125" y="2620775"/>
              <a:ext cx="112950" cy="113850"/>
            </a:xfrm>
            <a:custGeom>
              <a:rect b="b" l="l" r="r" t="t"/>
              <a:pathLst>
                <a:path extrusionOk="0" h="4554" w="4518">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89" name="Google Shape;5489;p57"/>
            <p:cNvSpPr/>
            <p:nvPr/>
          </p:nvSpPr>
          <p:spPr>
            <a:xfrm>
              <a:off x="1492675" y="2734675"/>
              <a:ext cx="481825" cy="367925"/>
            </a:xfrm>
            <a:custGeom>
              <a:rect b="b" l="l" r="r" t="t"/>
              <a:pathLst>
                <a:path extrusionOk="0" h="14717" w="19273">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5490" name="Google Shape;5490;p57"/>
          <p:cNvSpPr/>
          <p:nvPr/>
        </p:nvSpPr>
        <p:spPr>
          <a:xfrm>
            <a:off x="5865948" y="2287094"/>
            <a:ext cx="352508" cy="339253"/>
          </a:xfrm>
          <a:custGeom>
            <a:rect b="b" l="l" r="r" t="t"/>
            <a:pathLst>
              <a:path extrusionOk="0" h="19273" w="20026">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5491" name="Google Shape;5491;p57"/>
          <p:cNvGrpSpPr/>
          <p:nvPr/>
        </p:nvGrpSpPr>
        <p:grpSpPr>
          <a:xfrm>
            <a:off x="6289754" y="2303161"/>
            <a:ext cx="333585" cy="307287"/>
            <a:chOff x="2682350" y="2643425"/>
            <a:chExt cx="473775" cy="436425"/>
          </a:xfrm>
        </p:grpSpPr>
        <p:sp>
          <p:nvSpPr>
            <p:cNvPr id="5492" name="Google Shape;5492;p57"/>
            <p:cNvSpPr/>
            <p:nvPr/>
          </p:nvSpPr>
          <p:spPr>
            <a:xfrm>
              <a:off x="2682350" y="2725775"/>
              <a:ext cx="70175" cy="73425"/>
            </a:xfrm>
            <a:custGeom>
              <a:rect b="b" l="l" r="r" t="t"/>
              <a:pathLst>
                <a:path extrusionOk="0" h="2937" w="2807">
                  <a:moveTo>
                    <a:pt x="1130" y="1"/>
                  </a:moveTo>
                  <a:cubicBezTo>
                    <a:pt x="506" y="1"/>
                    <a:pt x="1" y="504"/>
                    <a:pt x="1" y="1130"/>
                  </a:cubicBezTo>
                  <a:lnTo>
                    <a:pt x="1" y="2937"/>
                  </a:lnTo>
                  <a:lnTo>
                    <a:pt x="1991" y="2937"/>
                  </a:lnTo>
                  <a:cubicBezTo>
                    <a:pt x="2443" y="2937"/>
                    <a:pt x="2807" y="2572"/>
                    <a:pt x="2807" y="2124"/>
                  </a:cubicBezTo>
                  <a:lnTo>
                    <a:pt x="28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93" name="Google Shape;5493;p57"/>
            <p:cNvSpPr/>
            <p:nvPr/>
          </p:nvSpPr>
          <p:spPr>
            <a:xfrm>
              <a:off x="2682350" y="3006350"/>
              <a:ext cx="70175" cy="73500"/>
            </a:xfrm>
            <a:custGeom>
              <a:rect b="b" l="l" r="r" t="t"/>
              <a:pathLst>
                <a:path extrusionOk="0" h="2940" w="2807">
                  <a:moveTo>
                    <a:pt x="1" y="1"/>
                  </a:moveTo>
                  <a:lnTo>
                    <a:pt x="1" y="1811"/>
                  </a:lnTo>
                  <a:cubicBezTo>
                    <a:pt x="1" y="2434"/>
                    <a:pt x="506" y="2940"/>
                    <a:pt x="1130" y="2940"/>
                  </a:cubicBezTo>
                  <a:lnTo>
                    <a:pt x="2807" y="2940"/>
                  </a:lnTo>
                  <a:lnTo>
                    <a:pt x="2807" y="817"/>
                  </a:lnTo>
                  <a:cubicBezTo>
                    <a:pt x="2807" y="365"/>
                    <a:pt x="2443" y="4"/>
                    <a:pt x="19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94" name="Google Shape;5494;p57"/>
            <p:cNvSpPr/>
            <p:nvPr/>
          </p:nvSpPr>
          <p:spPr>
            <a:xfrm>
              <a:off x="3085925" y="2725700"/>
              <a:ext cx="70200" cy="73500"/>
            </a:xfrm>
            <a:custGeom>
              <a:rect b="b" l="l" r="r" t="t"/>
              <a:pathLst>
                <a:path extrusionOk="0" h="2940" w="2808">
                  <a:moveTo>
                    <a:pt x="1" y="1"/>
                  </a:moveTo>
                  <a:lnTo>
                    <a:pt x="1" y="2127"/>
                  </a:lnTo>
                  <a:cubicBezTo>
                    <a:pt x="1" y="2575"/>
                    <a:pt x="365" y="2940"/>
                    <a:pt x="817" y="2940"/>
                  </a:cubicBezTo>
                  <a:lnTo>
                    <a:pt x="2807" y="2940"/>
                  </a:lnTo>
                  <a:lnTo>
                    <a:pt x="2807" y="1130"/>
                  </a:lnTo>
                  <a:cubicBezTo>
                    <a:pt x="2807" y="507"/>
                    <a:pt x="2301" y="1"/>
                    <a:pt x="16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95" name="Google Shape;5495;p57"/>
            <p:cNvSpPr/>
            <p:nvPr/>
          </p:nvSpPr>
          <p:spPr>
            <a:xfrm>
              <a:off x="2825150" y="2843075"/>
              <a:ext cx="180700" cy="107375"/>
            </a:xfrm>
            <a:custGeom>
              <a:rect b="b" l="l" r="r" t="t"/>
              <a:pathLst>
                <a:path extrusionOk="0" h="4295" w="7228">
                  <a:moveTo>
                    <a:pt x="5024" y="714"/>
                  </a:moveTo>
                  <a:cubicBezTo>
                    <a:pt x="5337" y="714"/>
                    <a:pt x="5590" y="967"/>
                    <a:pt x="5590" y="1277"/>
                  </a:cubicBezTo>
                  <a:cubicBezTo>
                    <a:pt x="5590" y="1590"/>
                    <a:pt x="5337" y="1843"/>
                    <a:pt x="5024" y="1843"/>
                  </a:cubicBezTo>
                  <a:lnTo>
                    <a:pt x="2503" y="1843"/>
                  </a:lnTo>
                  <a:cubicBezTo>
                    <a:pt x="2190" y="1843"/>
                    <a:pt x="1937" y="1590"/>
                    <a:pt x="1937" y="1277"/>
                  </a:cubicBezTo>
                  <a:cubicBezTo>
                    <a:pt x="1937" y="967"/>
                    <a:pt x="2190" y="714"/>
                    <a:pt x="2503" y="714"/>
                  </a:cubicBezTo>
                  <a:close/>
                  <a:moveTo>
                    <a:pt x="6078" y="2452"/>
                  </a:moveTo>
                  <a:cubicBezTo>
                    <a:pt x="6391" y="2452"/>
                    <a:pt x="6644" y="2704"/>
                    <a:pt x="6644" y="3018"/>
                  </a:cubicBezTo>
                  <a:cubicBezTo>
                    <a:pt x="6644" y="3328"/>
                    <a:pt x="6391" y="3581"/>
                    <a:pt x="6078" y="3581"/>
                  </a:cubicBezTo>
                  <a:lnTo>
                    <a:pt x="1449" y="3581"/>
                  </a:lnTo>
                  <a:cubicBezTo>
                    <a:pt x="1136" y="3581"/>
                    <a:pt x="883" y="3328"/>
                    <a:pt x="883" y="3018"/>
                  </a:cubicBezTo>
                  <a:cubicBezTo>
                    <a:pt x="883" y="2704"/>
                    <a:pt x="1136" y="2452"/>
                    <a:pt x="1449" y="2452"/>
                  </a:cubicBezTo>
                  <a:close/>
                  <a:moveTo>
                    <a:pt x="1" y="0"/>
                  </a:moveTo>
                  <a:lnTo>
                    <a:pt x="1" y="4294"/>
                  </a:lnTo>
                  <a:lnTo>
                    <a:pt x="7228" y="4294"/>
                  </a:lnTo>
                  <a:lnTo>
                    <a:pt x="72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96" name="Google Shape;5496;p57"/>
            <p:cNvSpPr/>
            <p:nvPr/>
          </p:nvSpPr>
          <p:spPr>
            <a:xfrm>
              <a:off x="2682350" y="2725700"/>
              <a:ext cx="473775" cy="354150"/>
            </a:xfrm>
            <a:custGeom>
              <a:rect b="b" l="l" r="r" t="t"/>
              <a:pathLst>
                <a:path extrusionOk="0" h="14166" w="18951">
                  <a:moveTo>
                    <a:pt x="13503" y="3566"/>
                  </a:moveTo>
                  <a:cubicBezTo>
                    <a:pt x="13816" y="3566"/>
                    <a:pt x="14069" y="3819"/>
                    <a:pt x="14069" y="4129"/>
                  </a:cubicBezTo>
                  <a:lnTo>
                    <a:pt x="14069" y="9556"/>
                  </a:lnTo>
                  <a:cubicBezTo>
                    <a:pt x="14069" y="9866"/>
                    <a:pt x="13816" y="10119"/>
                    <a:pt x="13503" y="10119"/>
                  </a:cubicBezTo>
                  <a:lnTo>
                    <a:pt x="5147" y="10119"/>
                  </a:lnTo>
                  <a:cubicBezTo>
                    <a:pt x="4834" y="10119"/>
                    <a:pt x="4584" y="9866"/>
                    <a:pt x="4584" y="9556"/>
                  </a:cubicBezTo>
                  <a:lnTo>
                    <a:pt x="4584" y="4129"/>
                  </a:lnTo>
                  <a:cubicBezTo>
                    <a:pt x="4584" y="3819"/>
                    <a:pt x="4834" y="3566"/>
                    <a:pt x="5147" y="3566"/>
                  </a:cubicBezTo>
                  <a:close/>
                  <a:moveTo>
                    <a:pt x="3936" y="1"/>
                  </a:moveTo>
                  <a:lnTo>
                    <a:pt x="3936" y="2127"/>
                  </a:lnTo>
                  <a:cubicBezTo>
                    <a:pt x="3933" y="3199"/>
                    <a:pt x="3066" y="4069"/>
                    <a:pt x="1991" y="4069"/>
                  </a:cubicBezTo>
                  <a:lnTo>
                    <a:pt x="1" y="4069"/>
                  </a:lnTo>
                  <a:lnTo>
                    <a:pt x="1" y="10098"/>
                  </a:lnTo>
                  <a:lnTo>
                    <a:pt x="1991" y="10098"/>
                  </a:lnTo>
                  <a:cubicBezTo>
                    <a:pt x="3066" y="10101"/>
                    <a:pt x="3933" y="10968"/>
                    <a:pt x="3936" y="12043"/>
                  </a:cubicBezTo>
                  <a:lnTo>
                    <a:pt x="3936" y="14166"/>
                  </a:lnTo>
                  <a:lnTo>
                    <a:pt x="15015" y="14166"/>
                  </a:lnTo>
                  <a:lnTo>
                    <a:pt x="15015" y="12043"/>
                  </a:lnTo>
                  <a:cubicBezTo>
                    <a:pt x="15018" y="10968"/>
                    <a:pt x="15885" y="10101"/>
                    <a:pt x="16960" y="10098"/>
                  </a:cubicBezTo>
                  <a:lnTo>
                    <a:pt x="18950" y="10098"/>
                  </a:lnTo>
                  <a:lnTo>
                    <a:pt x="18950" y="4069"/>
                  </a:lnTo>
                  <a:lnTo>
                    <a:pt x="16960" y="4069"/>
                  </a:lnTo>
                  <a:cubicBezTo>
                    <a:pt x="15885" y="4069"/>
                    <a:pt x="15018" y="3199"/>
                    <a:pt x="15015" y="2127"/>
                  </a:cubicBezTo>
                  <a:lnTo>
                    <a:pt x="150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97" name="Google Shape;5497;p57"/>
            <p:cNvSpPr/>
            <p:nvPr/>
          </p:nvSpPr>
          <p:spPr>
            <a:xfrm>
              <a:off x="3085925" y="3006350"/>
              <a:ext cx="70200" cy="73500"/>
            </a:xfrm>
            <a:custGeom>
              <a:rect b="b" l="l" r="r" t="t"/>
              <a:pathLst>
                <a:path extrusionOk="0" h="2940" w="2808">
                  <a:moveTo>
                    <a:pt x="817" y="1"/>
                  </a:moveTo>
                  <a:cubicBezTo>
                    <a:pt x="365" y="4"/>
                    <a:pt x="1" y="365"/>
                    <a:pt x="1" y="817"/>
                  </a:cubicBezTo>
                  <a:lnTo>
                    <a:pt x="1" y="2940"/>
                  </a:lnTo>
                  <a:lnTo>
                    <a:pt x="1678" y="2940"/>
                  </a:lnTo>
                  <a:cubicBezTo>
                    <a:pt x="2301" y="2940"/>
                    <a:pt x="2807" y="2434"/>
                    <a:pt x="2807" y="1811"/>
                  </a:cubicBezTo>
                  <a:lnTo>
                    <a:pt x="28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498" name="Google Shape;5498;p57"/>
            <p:cNvSpPr/>
            <p:nvPr/>
          </p:nvSpPr>
          <p:spPr>
            <a:xfrm>
              <a:off x="2825450" y="2643425"/>
              <a:ext cx="187550" cy="54075"/>
            </a:xfrm>
            <a:custGeom>
              <a:rect b="b" l="l" r="r" t="t"/>
              <a:pathLst>
                <a:path extrusionOk="0" h="2163" w="7502">
                  <a:moveTo>
                    <a:pt x="1862" y="1"/>
                  </a:moveTo>
                  <a:cubicBezTo>
                    <a:pt x="835" y="4"/>
                    <a:pt x="1" y="835"/>
                    <a:pt x="1" y="1861"/>
                  </a:cubicBezTo>
                  <a:lnTo>
                    <a:pt x="1" y="2163"/>
                  </a:lnTo>
                  <a:lnTo>
                    <a:pt x="1130" y="2163"/>
                  </a:lnTo>
                  <a:lnTo>
                    <a:pt x="1130" y="1861"/>
                  </a:lnTo>
                  <a:cubicBezTo>
                    <a:pt x="1130" y="1458"/>
                    <a:pt x="1458" y="1133"/>
                    <a:pt x="1862" y="1130"/>
                  </a:cubicBezTo>
                  <a:lnTo>
                    <a:pt x="5641" y="1130"/>
                  </a:lnTo>
                  <a:cubicBezTo>
                    <a:pt x="6044" y="1133"/>
                    <a:pt x="6373" y="1458"/>
                    <a:pt x="6373" y="1861"/>
                  </a:cubicBezTo>
                  <a:lnTo>
                    <a:pt x="6373" y="2163"/>
                  </a:lnTo>
                  <a:lnTo>
                    <a:pt x="7502" y="2163"/>
                  </a:lnTo>
                  <a:lnTo>
                    <a:pt x="7502" y="1861"/>
                  </a:lnTo>
                  <a:cubicBezTo>
                    <a:pt x="7502" y="835"/>
                    <a:pt x="6668" y="4"/>
                    <a:pt x="56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499" name="Google Shape;5499;p57"/>
          <p:cNvGrpSpPr/>
          <p:nvPr/>
        </p:nvGrpSpPr>
        <p:grpSpPr>
          <a:xfrm>
            <a:off x="6755243" y="2287178"/>
            <a:ext cx="238531" cy="339253"/>
            <a:chOff x="3342725" y="2620775"/>
            <a:chExt cx="338775" cy="481825"/>
          </a:xfrm>
        </p:grpSpPr>
        <p:sp>
          <p:nvSpPr>
            <p:cNvPr id="5500" name="Google Shape;5500;p57"/>
            <p:cNvSpPr/>
            <p:nvPr/>
          </p:nvSpPr>
          <p:spPr>
            <a:xfrm>
              <a:off x="3342725" y="2620775"/>
              <a:ext cx="338775" cy="56475"/>
            </a:xfrm>
            <a:custGeom>
              <a:rect b="b" l="l" r="r" t="t"/>
              <a:pathLst>
                <a:path extrusionOk="0" h="2259" w="13551">
                  <a:moveTo>
                    <a:pt x="1693" y="0"/>
                  </a:moveTo>
                  <a:cubicBezTo>
                    <a:pt x="756" y="0"/>
                    <a:pt x="0" y="759"/>
                    <a:pt x="0" y="1695"/>
                  </a:cubicBezTo>
                  <a:lnTo>
                    <a:pt x="0" y="2259"/>
                  </a:lnTo>
                  <a:lnTo>
                    <a:pt x="13551" y="2259"/>
                  </a:lnTo>
                  <a:lnTo>
                    <a:pt x="13551" y="1695"/>
                  </a:lnTo>
                  <a:cubicBezTo>
                    <a:pt x="13548" y="759"/>
                    <a:pt x="12792" y="0"/>
                    <a:pt x="118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01" name="Google Shape;5501;p57"/>
            <p:cNvSpPr/>
            <p:nvPr/>
          </p:nvSpPr>
          <p:spPr>
            <a:xfrm>
              <a:off x="3342725" y="2705450"/>
              <a:ext cx="338775" cy="284225"/>
            </a:xfrm>
            <a:custGeom>
              <a:rect b="b" l="l" r="r" t="t"/>
              <a:pathLst>
                <a:path extrusionOk="0" h="11369" w="13551">
                  <a:moveTo>
                    <a:pt x="0" y="1"/>
                  </a:moveTo>
                  <a:lnTo>
                    <a:pt x="0" y="11368"/>
                  </a:lnTo>
                  <a:lnTo>
                    <a:pt x="13551" y="11368"/>
                  </a:lnTo>
                  <a:lnTo>
                    <a:pt x="135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02" name="Google Shape;5502;p57"/>
            <p:cNvSpPr/>
            <p:nvPr/>
          </p:nvSpPr>
          <p:spPr>
            <a:xfrm>
              <a:off x="3342725" y="3017875"/>
              <a:ext cx="338775" cy="84725"/>
            </a:xfrm>
            <a:custGeom>
              <a:rect b="b" l="l" r="r" t="t"/>
              <a:pathLst>
                <a:path extrusionOk="0" h="3389" w="13551">
                  <a:moveTo>
                    <a:pt x="8224" y="1205"/>
                  </a:moveTo>
                  <a:cubicBezTo>
                    <a:pt x="8534" y="1205"/>
                    <a:pt x="8787" y="1458"/>
                    <a:pt x="8787" y="1771"/>
                  </a:cubicBezTo>
                  <a:cubicBezTo>
                    <a:pt x="8787" y="2081"/>
                    <a:pt x="8534" y="2334"/>
                    <a:pt x="8224" y="2334"/>
                  </a:cubicBezTo>
                  <a:lnTo>
                    <a:pt x="5324" y="2334"/>
                  </a:lnTo>
                  <a:cubicBezTo>
                    <a:pt x="5014" y="2334"/>
                    <a:pt x="4761" y="2081"/>
                    <a:pt x="4761" y="1771"/>
                  </a:cubicBezTo>
                  <a:cubicBezTo>
                    <a:pt x="4761" y="1458"/>
                    <a:pt x="5014" y="1205"/>
                    <a:pt x="5324" y="1205"/>
                  </a:cubicBezTo>
                  <a:close/>
                  <a:moveTo>
                    <a:pt x="0" y="0"/>
                  </a:moveTo>
                  <a:lnTo>
                    <a:pt x="0" y="1696"/>
                  </a:lnTo>
                  <a:cubicBezTo>
                    <a:pt x="0" y="2629"/>
                    <a:pt x="756" y="3388"/>
                    <a:pt x="1693" y="3388"/>
                  </a:cubicBezTo>
                  <a:lnTo>
                    <a:pt x="11855" y="3388"/>
                  </a:lnTo>
                  <a:cubicBezTo>
                    <a:pt x="12792" y="3388"/>
                    <a:pt x="13548" y="2629"/>
                    <a:pt x="13551" y="1696"/>
                  </a:cubicBezTo>
                  <a:lnTo>
                    <a:pt x="135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503" name="Google Shape;5503;p57"/>
          <p:cNvGrpSpPr/>
          <p:nvPr/>
        </p:nvGrpSpPr>
        <p:grpSpPr>
          <a:xfrm>
            <a:off x="7148994" y="2287178"/>
            <a:ext cx="278296" cy="339253"/>
            <a:chOff x="3907325" y="2620775"/>
            <a:chExt cx="395250" cy="481825"/>
          </a:xfrm>
        </p:grpSpPr>
        <p:sp>
          <p:nvSpPr>
            <p:cNvPr id="5504" name="Google Shape;5504;p57"/>
            <p:cNvSpPr/>
            <p:nvPr/>
          </p:nvSpPr>
          <p:spPr>
            <a:xfrm>
              <a:off x="3907325" y="3016975"/>
              <a:ext cx="74550" cy="56475"/>
            </a:xfrm>
            <a:custGeom>
              <a:rect b="b" l="l" r="r" t="t"/>
              <a:pathLst>
                <a:path extrusionOk="0" h="2259" w="2982">
                  <a:moveTo>
                    <a:pt x="1" y="0"/>
                  </a:moveTo>
                  <a:lnTo>
                    <a:pt x="1" y="563"/>
                  </a:lnTo>
                  <a:cubicBezTo>
                    <a:pt x="1" y="1500"/>
                    <a:pt x="756" y="2256"/>
                    <a:pt x="1693" y="2259"/>
                  </a:cubicBezTo>
                  <a:lnTo>
                    <a:pt x="2982" y="2259"/>
                  </a:lnTo>
                  <a:cubicBezTo>
                    <a:pt x="2711" y="1527"/>
                    <a:pt x="2515" y="768"/>
                    <a:pt x="2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05" name="Google Shape;5505;p57"/>
            <p:cNvSpPr/>
            <p:nvPr/>
          </p:nvSpPr>
          <p:spPr>
            <a:xfrm>
              <a:off x="3907325" y="2705450"/>
              <a:ext cx="282325" cy="283325"/>
            </a:xfrm>
            <a:custGeom>
              <a:rect b="b" l="l" r="r" t="t"/>
              <a:pathLst>
                <a:path extrusionOk="0" h="11333" w="11293">
                  <a:moveTo>
                    <a:pt x="1" y="1"/>
                  </a:moveTo>
                  <a:lnTo>
                    <a:pt x="1" y="11332"/>
                  </a:lnTo>
                  <a:lnTo>
                    <a:pt x="2283" y="11332"/>
                  </a:lnTo>
                  <a:cubicBezTo>
                    <a:pt x="2274" y="11142"/>
                    <a:pt x="2259" y="10956"/>
                    <a:pt x="2259" y="10766"/>
                  </a:cubicBezTo>
                  <a:lnTo>
                    <a:pt x="2259" y="9637"/>
                  </a:lnTo>
                  <a:cubicBezTo>
                    <a:pt x="2259" y="8396"/>
                    <a:pt x="2834" y="7249"/>
                    <a:pt x="3834" y="6490"/>
                  </a:cubicBezTo>
                  <a:lnTo>
                    <a:pt x="4517" y="5975"/>
                  </a:lnTo>
                  <a:lnTo>
                    <a:pt x="4517" y="3145"/>
                  </a:lnTo>
                  <a:cubicBezTo>
                    <a:pt x="4517" y="2051"/>
                    <a:pt x="5400" y="1169"/>
                    <a:pt x="6493" y="1169"/>
                  </a:cubicBezTo>
                  <a:cubicBezTo>
                    <a:pt x="7583" y="1169"/>
                    <a:pt x="8468" y="2051"/>
                    <a:pt x="8468" y="3145"/>
                  </a:cubicBezTo>
                  <a:lnTo>
                    <a:pt x="8468" y="3617"/>
                  </a:lnTo>
                  <a:cubicBezTo>
                    <a:pt x="8743" y="3487"/>
                    <a:pt x="9031" y="3426"/>
                    <a:pt x="9314" y="3426"/>
                  </a:cubicBezTo>
                  <a:cubicBezTo>
                    <a:pt x="10141" y="3426"/>
                    <a:pt x="10923" y="3949"/>
                    <a:pt x="11196" y="4795"/>
                  </a:cubicBezTo>
                  <a:cubicBezTo>
                    <a:pt x="11226" y="4780"/>
                    <a:pt x="11260" y="4771"/>
                    <a:pt x="11293" y="4759"/>
                  </a:cubicBezTo>
                  <a:lnTo>
                    <a:pt x="11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06" name="Google Shape;5506;p57"/>
            <p:cNvSpPr/>
            <p:nvPr/>
          </p:nvSpPr>
          <p:spPr>
            <a:xfrm>
              <a:off x="3907325" y="2620775"/>
              <a:ext cx="282325" cy="56475"/>
            </a:xfrm>
            <a:custGeom>
              <a:rect b="b" l="l" r="r" t="t"/>
              <a:pathLst>
                <a:path extrusionOk="0" h="2259" w="11293">
                  <a:moveTo>
                    <a:pt x="1693" y="0"/>
                  </a:moveTo>
                  <a:cubicBezTo>
                    <a:pt x="756" y="0"/>
                    <a:pt x="1" y="759"/>
                    <a:pt x="1" y="1695"/>
                  </a:cubicBezTo>
                  <a:lnTo>
                    <a:pt x="1" y="2259"/>
                  </a:lnTo>
                  <a:lnTo>
                    <a:pt x="11293" y="2259"/>
                  </a:lnTo>
                  <a:lnTo>
                    <a:pt x="11293" y="1695"/>
                  </a:lnTo>
                  <a:cubicBezTo>
                    <a:pt x="11290" y="759"/>
                    <a:pt x="10534" y="0"/>
                    <a:pt x="95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07" name="Google Shape;5507;p57"/>
            <p:cNvSpPr/>
            <p:nvPr/>
          </p:nvSpPr>
          <p:spPr>
            <a:xfrm>
              <a:off x="3992025" y="2762900"/>
              <a:ext cx="310550" cy="339700"/>
            </a:xfrm>
            <a:custGeom>
              <a:rect b="b" l="l" r="r" t="t"/>
              <a:pathLst>
                <a:path extrusionOk="0" h="13588" w="12422">
                  <a:moveTo>
                    <a:pt x="3105" y="0"/>
                  </a:moveTo>
                  <a:cubicBezTo>
                    <a:pt x="2635" y="0"/>
                    <a:pt x="2259" y="377"/>
                    <a:pt x="2259" y="847"/>
                  </a:cubicBezTo>
                  <a:lnTo>
                    <a:pt x="2259" y="8468"/>
                  </a:lnTo>
                  <a:cubicBezTo>
                    <a:pt x="2259" y="8781"/>
                    <a:pt x="2006" y="9031"/>
                    <a:pt x="1693" y="9031"/>
                  </a:cubicBezTo>
                  <a:cubicBezTo>
                    <a:pt x="1379" y="9031"/>
                    <a:pt x="1129" y="8781"/>
                    <a:pt x="1129" y="8468"/>
                  </a:cubicBezTo>
                  <a:lnTo>
                    <a:pt x="1129" y="5095"/>
                  </a:lnTo>
                  <a:cubicBezTo>
                    <a:pt x="419" y="5622"/>
                    <a:pt x="0" y="6453"/>
                    <a:pt x="0" y="7339"/>
                  </a:cubicBezTo>
                  <a:lnTo>
                    <a:pt x="0" y="8468"/>
                  </a:lnTo>
                  <a:cubicBezTo>
                    <a:pt x="0" y="10052"/>
                    <a:pt x="368" y="11615"/>
                    <a:pt x="1069" y="13036"/>
                  </a:cubicBezTo>
                  <a:cubicBezTo>
                    <a:pt x="1223" y="13346"/>
                    <a:pt x="1322" y="13587"/>
                    <a:pt x="1693" y="13587"/>
                  </a:cubicBezTo>
                  <a:lnTo>
                    <a:pt x="10726" y="13587"/>
                  </a:lnTo>
                  <a:cubicBezTo>
                    <a:pt x="11097" y="13587"/>
                    <a:pt x="11196" y="13346"/>
                    <a:pt x="11350" y="13036"/>
                  </a:cubicBezTo>
                  <a:cubicBezTo>
                    <a:pt x="12051" y="11615"/>
                    <a:pt x="12419" y="10052"/>
                    <a:pt x="12422" y="8468"/>
                  </a:cubicBezTo>
                  <a:lnTo>
                    <a:pt x="12422" y="5363"/>
                  </a:lnTo>
                  <a:cubicBezTo>
                    <a:pt x="12422" y="4894"/>
                    <a:pt x="12042" y="4517"/>
                    <a:pt x="11572" y="4517"/>
                  </a:cubicBezTo>
                  <a:cubicBezTo>
                    <a:pt x="11106" y="4517"/>
                    <a:pt x="10726" y="4894"/>
                    <a:pt x="10726" y="5363"/>
                  </a:cubicBezTo>
                  <a:lnTo>
                    <a:pt x="10726" y="7339"/>
                  </a:lnTo>
                  <a:cubicBezTo>
                    <a:pt x="10726" y="7652"/>
                    <a:pt x="10473" y="7902"/>
                    <a:pt x="10163" y="7902"/>
                  </a:cubicBezTo>
                  <a:cubicBezTo>
                    <a:pt x="9850" y="7902"/>
                    <a:pt x="9597" y="7652"/>
                    <a:pt x="9597" y="7339"/>
                  </a:cubicBezTo>
                  <a:lnTo>
                    <a:pt x="9597" y="6297"/>
                  </a:lnTo>
                  <a:lnTo>
                    <a:pt x="9597" y="4234"/>
                  </a:lnTo>
                  <a:cubicBezTo>
                    <a:pt x="9597" y="3764"/>
                    <a:pt x="9218" y="3388"/>
                    <a:pt x="8751" y="3388"/>
                  </a:cubicBezTo>
                  <a:cubicBezTo>
                    <a:pt x="8281" y="3388"/>
                    <a:pt x="7905" y="3764"/>
                    <a:pt x="7905" y="4234"/>
                  </a:cubicBezTo>
                  <a:lnTo>
                    <a:pt x="7905" y="6210"/>
                  </a:lnTo>
                  <a:cubicBezTo>
                    <a:pt x="7905" y="6523"/>
                    <a:pt x="7652" y="6773"/>
                    <a:pt x="7339" y="6773"/>
                  </a:cubicBezTo>
                  <a:cubicBezTo>
                    <a:pt x="7025" y="6773"/>
                    <a:pt x="6776" y="6523"/>
                    <a:pt x="6776" y="6210"/>
                  </a:cubicBezTo>
                  <a:lnTo>
                    <a:pt x="6776" y="3105"/>
                  </a:lnTo>
                  <a:cubicBezTo>
                    <a:pt x="6776" y="2635"/>
                    <a:pt x="6396" y="2259"/>
                    <a:pt x="5926" y="2259"/>
                  </a:cubicBezTo>
                  <a:cubicBezTo>
                    <a:pt x="5460" y="2259"/>
                    <a:pt x="5080" y="2635"/>
                    <a:pt x="5080" y="3105"/>
                  </a:cubicBezTo>
                  <a:lnTo>
                    <a:pt x="5080" y="6210"/>
                  </a:lnTo>
                  <a:cubicBezTo>
                    <a:pt x="5080" y="6523"/>
                    <a:pt x="4827" y="6773"/>
                    <a:pt x="4517" y="6773"/>
                  </a:cubicBezTo>
                  <a:cubicBezTo>
                    <a:pt x="4204" y="6773"/>
                    <a:pt x="3951" y="6523"/>
                    <a:pt x="3951" y="6210"/>
                  </a:cubicBezTo>
                  <a:lnTo>
                    <a:pt x="3951" y="847"/>
                  </a:lnTo>
                  <a:cubicBezTo>
                    <a:pt x="3951" y="377"/>
                    <a:pt x="3572" y="0"/>
                    <a:pt x="31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508" name="Google Shape;5508;p57"/>
          <p:cNvGrpSpPr/>
          <p:nvPr/>
        </p:nvGrpSpPr>
        <p:grpSpPr>
          <a:xfrm>
            <a:off x="7542181" y="2297783"/>
            <a:ext cx="339253" cy="318042"/>
            <a:chOff x="4456875" y="2635825"/>
            <a:chExt cx="481825" cy="451700"/>
          </a:xfrm>
        </p:grpSpPr>
        <p:sp>
          <p:nvSpPr>
            <p:cNvPr id="5509" name="Google Shape;5509;p57"/>
            <p:cNvSpPr/>
            <p:nvPr/>
          </p:nvSpPr>
          <p:spPr>
            <a:xfrm>
              <a:off x="4542475" y="3031050"/>
              <a:ext cx="189725" cy="56475"/>
            </a:xfrm>
            <a:custGeom>
              <a:rect b="b" l="l" r="r" t="t"/>
              <a:pathLst>
                <a:path extrusionOk="0" h="2259" w="7589">
                  <a:moveTo>
                    <a:pt x="2792" y="0"/>
                  </a:moveTo>
                  <a:lnTo>
                    <a:pt x="2415" y="1130"/>
                  </a:lnTo>
                  <a:lnTo>
                    <a:pt x="567" y="1130"/>
                  </a:lnTo>
                  <a:cubicBezTo>
                    <a:pt x="253" y="1130"/>
                    <a:pt x="0" y="1383"/>
                    <a:pt x="0" y="1696"/>
                  </a:cubicBezTo>
                  <a:cubicBezTo>
                    <a:pt x="0" y="2006"/>
                    <a:pt x="253" y="2259"/>
                    <a:pt x="567" y="2259"/>
                  </a:cubicBezTo>
                  <a:lnTo>
                    <a:pt x="7589" y="2259"/>
                  </a:lnTo>
                  <a:cubicBezTo>
                    <a:pt x="7101" y="1831"/>
                    <a:pt x="6821" y="1214"/>
                    <a:pt x="6821" y="567"/>
                  </a:cubicBezTo>
                  <a:lnTo>
                    <a:pt x="68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10" name="Google Shape;5510;p57"/>
            <p:cNvSpPr/>
            <p:nvPr/>
          </p:nvSpPr>
          <p:spPr>
            <a:xfrm>
              <a:off x="4456875" y="2946350"/>
              <a:ext cx="256125" cy="56500"/>
            </a:xfrm>
            <a:custGeom>
              <a:rect b="b" l="l" r="r" t="t"/>
              <a:pathLst>
                <a:path extrusionOk="0" h="2260" w="10245">
                  <a:moveTo>
                    <a:pt x="1" y="1"/>
                  </a:moveTo>
                  <a:lnTo>
                    <a:pt x="1" y="567"/>
                  </a:lnTo>
                  <a:cubicBezTo>
                    <a:pt x="1" y="1500"/>
                    <a:pt x="756" y="2259"/>
                    <a:pt x="1693" y="2259"/>
                  </a:cubicBezTo>
                  <a:lnTo>
                    <a:pt x="10245" y="2259"/>
                  </a:lnTo>
                  <a:lnTo>
                    <a:pt x="102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11" name="Google Shape;5511;p57"/>
            <p:cNvSpPr/>
            <p:nvPr/>
          </p:nvSpPr>
          <p:spPr>
            <a:xfrm>
              <a:off x="4741225" y="2861675"/>
              <a:ext cx="169400" cy="141175"/>
            </a:xfrm>
            <a:custGeom>
              <a:rect b="b" l="l" r="r" t="t"/>
              <a:pathLst>
                <a:path extrusionOk="0" h="5647" w="6776">
                  <a:moveTo>
                    <a:pt x="0" y="0"/>
                  </a:moveTo>
                  <a:lnTo>
                    <a:pt x="0" y="5646"/>
                  </a:lnTo>
                  <a:lnTo>
                    <a:pt x="6775" y="5646"/>
                  </a:lnTo>
                  <a:lnTo>
                    <a:pt x="67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12" name="Google Shape;5512;p57"/>
            <p:cNvSpPr/>
            <p:nvPr/>
          </p:nvSpPr>
          <p:spPr>
            <a:xfrm>
              <a:off x="4741225" y="3031050"/>
              <a:ext cx="169400" cy="42400"/>
            </a:xfrm>
            <a:custGeom>
              <a:rect b="b" l="l" r="r" t="t"/>
              <a:pathLst>
                <a:path extrusionOk="0" h="1696" w="6776">
                  <a:moveTo>
                    <a:pt x="0" y="0"/>
                  </a:moveTo>
                  <a:lnTo>
                    <a:pt x="0" y="567"/>
                  </a:lnTo>
                  <a:cubicBezTo>
                    <a:pt x="0" y="1190"/>
                    <a:pt x="506" y="1696"/>
                    <a:pt x="1129" y="1696"/>
                  </a:cubicBezTo>
                  <a:lnTo>
                    <a:pt x="5646" y="1696"/>
                  </a:lnTo>
                  <a:cubicBezTo>
                    <a:pt x="6270" y="1696"/>
                    <a:pt x="6775" y="1190"/>
                    <a:pt x="6775" y="567"/>
                  </a:cubicBezTo>
                  <a:lnTo>
                    <a:pt x="67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13" name="Google Shape;5513;p57"/>
            <p:cNvSpPr/>
            <p:nvPr/>
          </p:nvSpPr>
          <p:spPr>
            <a:xfrm>
              <a:off x="4456875" y="2635825"/>
              <a:ext cx="481825" cy="282325"/>
            </a:xfrm>
            <a:custGeom>
              <a:rect b="b" l="l" r="r" t="t"/>
              <a:pathLst>
                <a:path extrusionOk="0" h="11293" w="19273">
                  <a:moveTo>
                    <a:pt x="1693" y="0"/>
                  </a:moveTo>
                  <a:cubicBezTo>
                    <a:pt x="756" y="0"/>
                    <a:pt x="1" y="759"/>
                    <a:pt x="1" y="1696"/>
                  </a:cubicBezTo>
                  <a:lnTo>
                    <a:pt x="1" y="11293"/>
                  </a:lnTo>
                  <a:lnTo>
                    <a:pt x="10245" y="11293"/>
                  </a:lnTo>
                  <a:lnTo>
                    <a:pt x="10245" y="7342"/>
                  </a:lnTo>
                  <a:cubicBezTo>
                    <a:pt x="10245" y="6092"/>
                    <a:pt x="11257" y="5083"/>
                    <a:pt x="12503" y="5083"/>
                  </a:cubicBezTo>
                  <a:lnTo>
                    <a:pt x="17020" y="5083"/>
                  </a:lnTo>
                  <a:cubicBezTo>
                    <a:pt x="18201" y="5083"/>
                    <a:pt x="19179" y="5993"/>
                    <a:pt x="19273" y="7167"/>
                  </a:cubicBezTo>
                  <a:lnTo>
                    <a:pt x="19273" y="1696"/>
                  </a:lnTo>
                  <a:cubicBezTo>
                    <a:pt x="19270" y="759"/>
                    <a:pt x="18514" y="0"/>
                    <a:pt x="17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14" name="Google Shape;5514;p57"/>
            <p:cNvSpPr/>
            <p:nvPr/>
          </p:nvSpPr>
          <p:spPr>
            <a:xfrm>
              <a:off x="4741225" y="2791125"/>
              <a:ext cx="169400" cy="42325"/>
            </a:xfrm>
            <a:custGeom>
              <a:rect b="b" l="l" r="r" t="t"/>
              <a:pathLst>
                <a:path extrusionOk="0" h="1693" w="6776">
                  <a:moveTo>
                    <a:pt x="1129" y="1"/>
                  </a:moveTo>
                  <a:cubicBezTo>
                    <a:pt x="506" y="1"/>
                    <a:pt x="0" y="503"/>
                    <a:pt x="0" y="1130"/>
                  </a:cubicBezTo>
                  <a:lnTo>
                    <a:pt x="0" y="1693"/>
                  </a:lnTo>
                  <a:lnTo>
                    <a:pt x="6775" y="1693"/>
                  </a:lnTo>
                  <a:lnTo>
                    <a:pt x="6775" y="1130"/>
                  </a:lnTo>
                  <a:cubicBezTo>
                    <a:pt x="6775" y="503"/>
                    <a:pt x="6270" y="1"/>
                    <a:pt x="56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515" name="Google Shape;5515;p57"/>
          <p:cNvGrpSpPr/>
          <p:nvPr/>
        </p:nvGrpSpPr>
        <p:grpSpPr>
          <a:xfrm>
            <a:off x="7967105" y="2297783"/>
            <a:ext cx="339253" cy="318042"/>
            <a:chOff x="5049725" y="2635825"/>
            <a:chExt cx="481825" cy="451700"/>
          </a:xfrm>
        </p:grpSpPr>
        <p:sp>
          <p:nvSpPr>
            <p:cNvPr id="5516" name="Google Shape;5516;p57"/>
            <p:cNvSpPr/>
            <p:nvPr/>
          </p:nvSpPr>
          <p:spPr>
            <a:xfrm>
              <a:off x="5135325" y="3031050"/>
              <a:ext cx="310550" cy="56475"/>
            </a:xfrm>
            <a:custGeom>
              <a:rect b="b" l="l" r="r" t="t"/>
              <a:pathLst>
                <a:path extrusionOk="0" h="2259" w="12422">
                  <a:moveTo>
                    <a:pt x="2791" y="0"/>
                  </a:moveTo>
                  <a:lnTo>
                    <a:pt x="2415" y="1130"/>
                  </a:lnTo>
                  <a:lnTo>
                    <a:pt x="566" y="1130"/>
                  </a:lnTo>
                  <a:cubicBezTo>
                    <a:pt x="253" y="1130"/>
                    <a:pt x="0" y="1383"/>
                    <a:pt x="0" y="1696"/>
                  </a:cubicBezTo>
                  <a:cubicBezTo>
                    <a:pt x="0" y="2006"/>
                    <a:pt x="253" y="2259"/>
                    <a:pt x="566" y="2259"/>
                  </a:cubicBezTo>
                  <a:lnTo>
                    <a:pt x="11858" y="2259"/>
                  </a:lnTo>
                  <a:cubicBezTo>
                    <a:pt x="12169" y="2259"/>
                    <a:pt x="12421" y="2006"/>
                    <a:pt x="12421" y="1696"/>
                  </a:cubicBezTo>
                  <a:cubicBezTo>
                    <a:pt x="12421" y="1383"/>
                    <a:pt x="12169" y="1130"/>
                    <a:pt x="11858" y="1130"/>
                  </a:cubicBezTo>
                  <a:lnTo>
                    <a:pt x="10006" y="1130"/>
                  </a:lnTo>
                  <a:lnTo>
                    <a:pt x="96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17" name="Google Shape;5517;p57"/>
            <p:cNvSpPr/>
            <p:nvPr/>
          </p:nvSpPr>
          <p:spPr>
            <a:xfrm>
              <a:off x="5049725" y="2946350"/>
              <a:ext cx="481825" cy="56500"/>
            </a:xfrm>
            <a:custGeom>
              <a:rect b="b" l="l" r="r" t="t"/>
              <a:pathLst>
                <a:path extrusionOk="0" h="2260" w="19273">
                  <a:moveTo>
                    <a:pt x="0" y="1"/>
                  </a:moveTo>
                  <a:lnTo>
                    <a:pt x="0" y="567"/>
                  </a:lnTo>
                  <a:cubicBezTo>
                    <a:pt x="0" y="1500"/>
                    <a:pt x="756" y="2259"/>
                    <a:pt x="1693" y="2259"/>
                  </a:cubicBezTo>
                  <a:lnTo>
                    <a:pt x="17577" y="2259"/>
                  </a:lnTo>
                  <a:cubicBezTo>
                    <a:pt x="18513" y="2259"/>
                    <a:pt x="19269" y="1500"/>
                    <a:pt x="19272" y="567"/>
                  </a:cubicBezTo>
                  <a:lnTo>
                    <a:pt x="192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18" name="Google Shape;5518;p57"/>
            <p:cNvSpPr/>
            <p:nvPr/>
          </p:nvSpPr>
          <p:spPr>
            <a:xfrm>
              <a:off x="5049725" y="2635825"/>
              <a:ext cx="481825" cy="282325"/>
            </a:xfrm>
            <a:custGeom>
              <a:rect b="b" l="l" r="r" t="t"/>
              <a:pathLst>
                <a:path extrusionOk="0" h="11293" w="19273">
                  <a:moveTo>
                    <a:pt x="1693" y="0"/>
                  </a:moveTo>
                  <a:cubicBezTo>
                    <a:pt x="756" y="0"/>
                    <a:pt x="0" y="759"/>
                    <a:pt x="0" y="1696"/>
                  </a:cubicBezTo>
                  <a:lnTo>
                    <a:pt x="0" y="11293"/>
                  </a:lnTo>
                  <a:lnTo>
                    <a:pt x="19272" y="11293"/>
                  </a:lnTo>
                  <a:lnTo>
                    <a:pt x="19272" y="1696"/>
                  </a:lnTo>
                  <a:cubicBezTo>
                    <a:pt x="19269" y="759"/>
                    <a:pt x="18513" y="0"/>
                    <a:pt x="17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519" name="Google Shape;5519;p57"/>
          <p:cNvGrpSpPr/>
          <p:nvPr/>
        </p:nvGrpSpPr>
        <p:grpSpPr>
          <a:xfrm>
            <a:off x="2211475" y="3952243"/>
            <a:ext cx="338566" cy="338373"/>
            <a:chOff x="5643000" y="2621375"/>
            <a:chExt cx="480850" cy="480575"/>
          </a:xfrm>
        </p:grpSpPr>
        <p:sp>
          <p:nvSpPr>
            <p:cNvPr id="5520" name="Google Shape;5520;p57"/>
            <p:cNvSpPr/>
            <p:nvPr/>
          </p:nvSpPr>
          <p:spPr>
            <a:xfrm>
              <a:off x="5837150" y="2812950"/>
              <a:ext cx="92625" cy="88125"/>
            </a:xfrm>
            <a:custGeom>
              <a:rect b="b" l="l" r="r" t="t"/>
              <a:pathLst>
                <a:path extrusionOk="0" h="3525" w="3705">
                  <a:moveTo>
                    <a:pt x="1853" y="1"/>
                  </a:moveTo>
                  <a:lnTo>
                    <a:pt x="1" y="1347"/>
                  </a:lnTo>
                  <a:lnTo>
                    <a:pt x="706" y="3524"/>
                  </a:lnTo>
                  <a:lnTo>
                    <a:pt x="2997" y="3524"/>
                  </a:lnTo>
                  <a:lnTo>
                    <a:pt x="3705" y="1347"/>
                  </a:lnTo>
                  <a:lnTo>
                    <a:pt x="18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21" name="Google Shape;5521;p57"/>
            <p:cNvSpPr/>
            <p:nvPr/>
          </p:nvSpPr>
          <p:spPr>
            <a:xfrm>
              <a:off x="5643000" y="2631975"/>
              <a:ext cx="480850" cy="469975"/>
            </a:xfrm>
            <a:custGeom>
              <a:rect b="b" l="l" r="r" t="t"/>
              <a:pathLst>
                <a:path extrusionOk="0" h="18799" w="19234">
                  <a:moveTo>
                    <a:pt x="9617" y="5978"/>
                  </a:moveTo>
                  <a:cubicBezTo>
                    <a:pt x="9734" y="5978"/>
                    <a:pt x="9851" y="6014"/>
                    <a:pt x="9950" y="6087"/>
                  </a:cubicBezTo>
                  <a:lnTo>
                    <a:pt x="12464" y="7914"/>
                  </a:lnTo>
                  <a:cubicBezTo>
                    <a:pt x="12663" y="8059"/>
                    <a:pt x="12745" y="8312"/>
                    <a:pt x="12669" y="8547"/>
                  </a:cubicBezTo>
                  <a:lnTo>
                    <a:pt x="11709" y="11504"/>
                  </a:lnTo>
                  <a:cubicBezTo>
                    <a:pt x="11633" y="11736"/>
                    <a:pt x="11417" y="11892"/>
                    <a:pt x="11173" y="11892"/>
                  </a:cubicBezTo>
                  <a:lnTo>
                    <a:pt x="8062" y="11892"/>
                  </a:lnTo>
                  <a:cubicBezTo>
                    <a:pt x="7818" y="11892"/>
                    <a:pt x="7601" y="11736"/>
                    <a:pt x="7526" y="11504"/>
                  </a:cubicBezTo>
                  <a:lnTo>
                    <a:pt x="6565" y="8547"/>
                  </a:lnTo>
                  <a:cubicBezTo>
                    <a:pt x="6490" y="8312"/>
                    <a:pt x="6571" y="8059"/>
                    <a:pt x="6770" y="7914"/>
                  </a:cubicBezTo>
                  <a:lnTo>
                    <a:pt x="9285" y="6087"/>
                  </a:lnTo>
                  <a:cubicBezTo>
                    <a:pt x="9384" y="6014"/>
                    <a:pt x="9501" y="5978"/>
                    <a:pt x="9617" y="5978"/>
                  </a:cubicBezTo>
                  <a:close/>
                  <a:moveTo>
                    <a:pt x="6785" y="1"/>
                  </a:moveTo>
                  <a:lnTo>
                    <a:pt x="6785" y="1"/>
                  </a:lnTo>
                  <a:cubicBezTo>
                    <a:pt x="5289" y="462"/>
                    <a:pt x="3928" y="1284"/>
                    <a:pt x="2822" y="2395"/>
                  </a:cubicBezTo>
                  <a:cubicBezTo>
                    <a:pt x="2431" y="2783"/>
                    <a:pt x="2076" y="3208"/>
                    <a:pt x="1756" y="3656"/>
                  </a:cubicBezTo>
                  <a:lnTo>
                    <a:pt x="3072" y="3834"/>
                  </a:lnTo>
                  <a:cubicBezTo>
                    <a:pt x="3289" y="3864"/>
                    <a:pt x="3467" y="4015"/>
                    <a:pt x="3533" y="4220"/>
                  </a:cubicBezTo>
                  <a:lnTo>
                    <a:pt x="4497" y="7177"/>
                  </a:lnTo>
                  <a:cubicBezTo>
                    <a:pt x="4572" y="7408"/>
                    <a:pt x="4488" y="7664"/>
                    <a:pt x="4289" y="7809"/>
                  </a:cubicBezTo>
                  <a:lnTo>
                    <a:pt x="1775" y="9637"/>
                  </a:lnTo>
                  <a:cubicBezTo>
                    <a:pt x="1677" y="9708"/>
                    <a:pt x="1560" y="9743"/>
                    <a:pt x="1444" y="9743"/>
                  </a:cubicBezTo>
                  <a:cubicBezTo>
                    <a:pt x="1351" y="9743"/>
                    <a:pt x="1259" y="9721"/>
                    <a:pt x="1175" y="9676"/>
                  </a:cubicBezTo>
                  <a:lnTo>
                    <a:pt x="7" y="9047"/>
                  </a:lnTo>
                  <a:cubicBezTo>
                    <a:pt x="7" y="9092"/>
                    <a:pt x="7" y="9140"/>
                    <a:pt x="7" y="9188"/>
                  </a:cubicBezTo>
                  <a:cubicBezTo>
                    <a:pt x="1" y="11269"/>
                    <a:pt x="675" y="13292"/>
                    <a:pt x="1925" y="14955"/>
                  </a:cubicBezTo>
                  <a:lnTo>
                    <a:pt x="2500" y="13756"/>
                  </a:lnTo>
                  <a:cubicBezTo>
                    <a:pt x="2594" y="13560"/>
                    <a:pt x="2792" y="13437"/>
                    <a:pt x="3009" y="13437"/>
                  </a:cubicBezTo>
                  <a:lnTo>
                    <a:pt x="6120" y="13437"/>
                  </a:lnTo>
                  <a:cubicBezTo>
                    <a:pt x="6364" y="13437"/>
                    <a:pt x="6580" y="13594"/>
                    <a:pt x="6656" y="13828"/>
                  </a:cubicBezTo>
                  <a:lnTo>
                    <a:pt x="7616" y="16786"/>
                  </a:lnTo>
                  <a:cubicBezTo>
                    <a:pt x="7683" y="16990"/>
                    <a:pt x="7625" y="17216"/>
                    <a:pt x="7469" y="17367"/>
                  </a:cubicBezTo>
                  <a:lnTo>
                    <a:pt x="6508" y="18288"/>
                  </a:lnTo>
                  <a:cubicBezTo>
                    <a:pt x="7515" y="18628"/>
                    <a:pt x="8566" y="18799"/>
                    <a:pt x="9616" y="18799"/>
                  </a:cubicBezTo>
                  <a:cubicBezTo>
                    <a:pt x="10667" y="18799"/>
                    <a:pt x="11718" y="18628"/>
                    <a:pt x="12726" y="18288"/>
                  </a:cubicBezTo>
                  <a:lnTo>
                    <a:pt x="11763" y="17367"/>
                  </a:lnTo>
                  <a:cubicBezTo>
                    <a:pt x="11606" y="17216"/>
                    <a:pt x="11549" y="16990"/>
                    <a:pt x="11615" y="16786"/>
                  </a:cubicBezTo>
                  <a:lnTo>
                    <a:pt x="12576" y="13828"/>
                  </a:lnTo>
                  <a:cubicBezTo>
                    <a:pt x="12651" y="13594"/>
                    <a:pt x="12868" y="13437"/>
                    <a:pt x="13115" y="13437"/>
                  </a:cubicBezTo>
                  <a:lnTo>
                    <a:pt x="16223" y="13437"/>
                  </a:lnTo>
                  <a:cubicBezTo>
                    <a:pt x="16439" y="13437"/>
                    <a:pt x="16638" y="13560"/>
                    <a:pt x="16731" y="13756"/>
                  </a:cubicBezTo>
                  <a:lnTo>
                    <a:pt x="17307" y="14955"/>
                  </a:lnTo>
                  <a:cubicBezTo>
                    <a:pt x="18559" y="13292"/>
                    <a:pt x="19234" y="11269"/>
                    <a:pt x="19228" y="9188"/>
                  </a:cubicBezTo>
                  <a:cubicBezTo>
                    <a:pt x="19228" y="9140"/>
                    <a:pt x="19228" y="9092"/>
                    <a:pt x="19225" y="9044"/>
                  </a:cubicBezTo>
                  <a:lnTo>
                    <a:pt x="18059" y="9673"/>
                  </a:lnTo>
                  <a:cubicBezTo>
                    <a:pt x="17975" y="9719"/>
                    <a:pt x="17883" y="9742"/>
                    <a:pt x="17791" y="9742"/>
                  </a:cubicBezTo>
                  <a:cubicBezTo>
                    <a:pt x="17674" y="9742"/>
                    <a:pt x="17557" y="9705"/>
                    <a:pt x="17457" y="9634"/>
                  </a:cubicBezTo>
                  <a:lnTo>
                    <a:pt x="14943" y="7806"/>
                  </a:lnTo>
                  <a:cubicBezTo>
                    <a:pt x="14744" y="7661"/>
                    <a:pt x="14663" y="7408"/>
                    <a:pt x="14738" y="7174"/>
                  </a:cubicBezTo>
                  <a:lnTo>
                    <a:pt x="15702" y="4220"/>
                  </a:lnTo>
                  <a:cubicBezTo>
                    <a:pt x="15768" y="4012"/>
                    <a:pt x="15945" y="3864"/>
                    <a:pt x="16162" y="3834"/>
                  </a:cubicBezTo>
                  <a:lnTo>
                    <a:pt x="17478" y="3656"/>
                  </a:lnTo>
                  <a:cubicBezTo>
                    <a:pt x="17162" y="3208"/>
                    <a:pt x="16804" y="2783"/>
                    <a:pt x="16415" y="2395"/>
                  </a:cubicBezTo>
                  <a:cubicBezTo>
                    <a:pt x="15307" y="1284"/>
                    <a:pt x="13946" y="462"/>
                    <a:pt x="12449" y="1"/>
                  </a:cubicBezTo>
                  <a:lnTo>
                    <a:pt x="12449" y="1"/>
                  </a:lnTo>
                  <a:lnTo>
                    <a:pt x="12690" y="1311"/>
                  </a:lnTo>
                  <a:cubicBezTo>
                    <a:pt x="12726" y="1524"/>
                    <a:pt x="12642" y="1741"/>
                    <a:pt x="12464" y="1868"/>
                  </a:cubicBezTo>
                  <a:lnTo>
                    <a:pt x="9950" y="3696"/>
                  </a:lnTo>
                  <a:cubicBezTo>
                    <a:pt x="9851" y="3768"/>
                    <a:pt x="9734" y="3804"/>
                    <a:pt x="9618" y="3804"/>
                  </a:cubicBezTo>
                  <a:cubicBezTo>
                    <a:pt x="9501" y="3804"/>
                    <a:pt x="9385" y="3768"/>
                    <a:pt x="9288" y="3696"/>
                  </a:cubicBezTo>
                  <a:lnTo>
                    <a:pt x="6770" y="1868"/>
                  </a:lnTo>
                  <a:cubicBezTo>
                    <a:pt x="6596" y="1741"/>
                    <a:pt x="6508" y="1524"/>
                    <a:pt x="6547" y="1311"/>
                  </a:cubicBezTo>
                  <a:lnTo>
                    <a:pt x="67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22" name="Google Shape;5522;p57"/>
            <p:cNvSpPr/>
            <p:nvPr/>
          </p:nvSpPr>
          <p:spPr>
            <a:xfrm>
              <a:off x="6041550" y="2749725"/>
              <a:ext cx="79750" cy="95025"/>
            </a:xfrm>
            <a:custGeom>
              <a:rect b="b" l="l" r="r" t="t"/>
              <a:pathLst>
                <a:path extrusionOk="0" h="3801" w="3190">
                  <a:moveTo>
                    <a:pt x="2184" y="0"/>
                  </a:moveTo>
                  <a:lnTo>
                    <a:pt x="723" y="196"/>
                  </a:lnTo>
                  <a:lnTo>
                    <a:pt x="0" y="2424"/>
                  </a:lnTo>
                  <a:lnTo>
                    <a:pt x="1895" y="3801"/>
                  </a:lnTo>
                  <a:lnTo>
                    <a:pt x="3189" y="3102"/>
                  </a:lnTo>
                  <a:cubicBezTo>
                    <a:pt x="3036" y="2018"/>
                    <a:pt x="2696" y="967"/>
                    <a:pt x="21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23" name="Google Shape;5523;p57"/>
            <p:cNvSpPr/>
            <p:nvPr/>
          </p:nvSpPr>
          <p:spPr>
            <a:xfrm>
              <a:off x="5963025" y="2996125"/>
              <a:ext cx="92625" cy="81175"/>
            </a:xfrm>
            <a:custGeom>
              <a:rect b="b" l="l" r="r" t="t"/>
              <a:pathLst>
                <a:path extrusionOk="0" h="3247" w="3705">
                  <a:moveTo>
                    <a:pt x="723" y="0"/>
                  </a:moveTo>
                  <a:lnTo>
                    <a:pt x="1" y="2229"/>
                  </a:lnTo>
                  <a:lnTo>
                    <a:pt x="1067" y="3246"/>
                  </a:lnTo>
                  <a:cubicBezTo>
                    <a:pt x="2009" y="2780"/>
                    <a:pt x="2870" y="2162"/>
                    <a:pt x="3614" y="1416"/>
                  </a:cubicBezTo>
                  <a:cubicBezTo>
                    <a:pt x="3644" y="1388"/>
                    <a:pt x="3674" y="1355"/>
                    <a:pt x="3705" y="1325"/>
                  </a:cubicBezTo>
                  <a:lnTo>
                    <a:pt x="30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24" name="Google Shape;5524;p57"/>
            <p:cNvSpPr/>
            <p:nvPr/>
          </p:nvSpPr>
          <p:spPr>
            <a:xfrm>
              <a:off x="5711225" y="2996200"/>
              <a:ext cx="92600" cy="81100"/>
            </a:xfrm>
            <a:custGeom>
              <a:rect b="b" l="l" r="r" t="t"/>
              <a:pathLst>
                <a:path extrusionOk="0" h="3244" w="3704">
                  <a:moveTo>
                    <a:pt x="635" y="0"/>
                  </a:moveTo>
                  <a:lnTo>
                    <a:pt x="0" y="1322"/>
                  </a:lnTo>
                  <a:cubicBezTo>
                    <a:pt x="30" y="1355"/>
                    <a:pt x="60" y="1385"/>
                    <a:pt x="93" y="1416"/>
                  </a:cubicBezTo>
                  <a:cubicBezTo>
                    <a:pt x="834" y="2162"/>
                    <a:pt x="1695" y="2780"/>
                    <a:pt x="2638" y="3243"/>
                  </a:cubicBezTo>
                  <a:lnTo>
                    <a:pt x="3704" y="2229"/>
                  </a:lnTo>
                  <a:lnTo>
                    <a:pt x="298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25" name="Google Shape;5525;p57"/>
            <p:cNvSpPr/>
            <p:nvPr/>
          </p:nvSpPr>
          <p:spPr>
            <a:xfrm>
              <a:off x="5645575" y="2749725"/>
              <a:ext cx="79825" cy="95100"/>
            </a:xfrm>
            <a:custGeom>
              <a:rect b="b" l="l" r="r" t="t"/>
              <a:pathLst>
                <a:path extrusionOk="0" h="3804" w="3193">
                  <a:moveTo>
                    <a:pt x="1009" y="0"/>
                  </a:moveTo>
                  <a:cubicBezTo>
                    <a:pt x="497" y="967"/>
                    <a:pt x="154" y="2018"/>
                    <a:pt x="0" y="3105"/>
                  </a:cubicBezTo>
                  <a:lnTo>
                    <a:pt x="1295" y="3804"/>
                  </a:lnTo>
                  <a:lnTo>
                    <a:pt x="3192" y="2424"/>
                  </a:lnTo>
                  <a:lnTo>
                    <a:pt x="2467" y="196"/>
                  </a:lnTo>
                  <a:lnTo>
                    <a:pt x="10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26" name="Google Shape;5526;p57"/>
            <p:cNvSpPr/>
            <p:nvPr/>
          </p:nvSpPr>
          <p:spPr>
            <a:xfrm>
              <a:off x="5836025" y="2621375"/>
              <a:ext cx="94800" cy="74100"/>
            </a:xfrm>
            <a:custGeom>
              <a:rect b="b" l="l" r="r" t="t"/>
              <a:pathLst>
                <a:path extrusionOk="0" h="2964" w="3792">
                  <a:moveTo>
                    <a:pt x="1897" y="1"/>
                  </a:moveTo>
                  <a:cubicBezTo>
                    <a:pt x="1351" y="1"/>
                    <a:pt x="805" y="47"/>
                    <a:pt x="266" y="139"/>
                  </a:cubicBezTo>
                  <a:lnTo>
                    <a:pt x="1" y="1587"/>
                  </a:lnTo>
                  <a:lnTo>
                    <a:pt x="1898" y="2963"/>
                  </a:lnTo>
                  <a:lnTo>
                    <a:pt x="3792" y="1587"/>
                  </a:lnTo>
                  <a:lnTo>
                    <a:pt x="3530" y="139"/>
                  </a:lnTo>
                  <a:cubicBezTo>
                    <a:pt x="2989" y="47"/>
                    <a:pt x="2443" y="1"/>
                    <a:pt x="18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527" name="Google Shape;5527;p57"/>
          <p:cNvGrpSpPr/>
          <p:nvPr/>
        </p:nvGrpSpPr>
        <p:grpSpPr>
          <a:xfrm>
            <a:off x="4032695" y="3951803"/>
            <a:ext cx="339359" cy="339253"/>
            <a:chOff x="6235250" y="2620775"/>
            <a:chExt cx="481975" cy="481825"/>
          </a:xfrm>
        </p:grpSpPr>
        <p:sp>
          <p:nvSpPr>
            <p:cNvPr id="5528" name="Google Shape;5528;p57"/>
            <p:cNvSpPr/>
            <p:nvPr/>
          </p:nvSpPr>
          <p:spPr>
            <a:xfrm>
              <a:off x="6405675" y="2620775"/>
              <a:ext cx="28275" cy="56475"/>
            </a:xfrm>
            <a:custGeom>
              <a:rect b="b" l="l" r="r" t="t"/>
              <a:pathLst>
                <a:path extrusionOk="0" h="2259" w="1131">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29" name="Google Shape;5529;p57"/>
            <p:cNvSpPr/>
            <p:nvPr/>
          </p:nvSpPr>
          <p:spPr>
            <a:xfrm>
              <a:off x="6518600" y="2620775"/>
              <a:ext cx="28250" cy="56475"/>
            </a:xfrm>
            <a:custGeom>
              <a:rect b="b" l="l" r="r" t="t"/>
              <a:pathLst>
                <a:path extrusionOk="0" h="2259" w="113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30" name="Google Shape;5530;p57"/>
            <p:cNvSpPr/>
            <p:nvPr/>
          </p:nvSpPr>
          <p:spPr>
            <a:xfrm>
              <a:off x="6603300" y="2649000"/>
              <a:ext cx="28250" cy="56475"/>
            </a:xfrm>
            <a:custGeom>
              <a:rect b="b" l="l" r="r" t="t"/>
              <a:pathLst>
                <a:path extrusionOk="0" h="2259" w="1130">
                  <a:moveTo>
                    <a:pt x="567" y="0"/>
                  </a:moveTo>
                  <a:cubicBezTo>
                    <a:pt x="253" y="0"/>
                    <a:pt x="0" y="253"/>
                    <a:pt x="0" y="566"/>
                  </a:cubicBezTo>
                  <a:lnTo>
                    <a:pt x="0" y="1696"/>
                  </a:lnTo>
                  <a:cubicBezTo>
                    <a:pt x="0" y="2006"/>
                    <a:pt x="253" y="2259"/>
                    <a:pt x="567" y="2259"/>
                  </a:cubicBezTo>
                  <a:cubicBezTo>
                    <a:pt x="877" y="2259"/>
                    <a:pt x="1130" y="2006"/>
                    <a:pt x="1130" y="1696"/>
                  </a:cubicBezTo>
                  <a:lnTo>
                    <a:pt x="1130" y="566"/>
                  </a:lnTo>
                  <a:cubicBezTo>
                    <a:pt x="1130" y="253"/>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31" name="Google Shape;5531;p57"/>
            <p:cNvSpPr/>
            <p:nvPr/>
          </p:nvSpPr>
          <p:spPr>
            <a:xfrm>
              <a:off x="6321000" y="2649000"/>
              <a:ext cx="28250" cy="56475"/>
            </a:xfrm>
            <a:custGeom>
              <a:rect b="b" l="l" r="r" t="t"/>
              <a:pathLst>
                <a:path extrusionOk="0" h="2259" w="1130">
                  <a:moveTo>
                    <a:pt x="566" y="0"/>
                  </a:moveTo>
                  <a:cubicBezTo>
                    <a:pt x="253" y="0"/>
                    <a:pt x="0" y="253"/>
                    <a:pt x="0" y="566"/>
                  </a:cubicBezTo>
                  <a:lnTo>
                    <a:pt x="0" y="1696"/>
                  </a:lnTo>
                  <a:cubicBezTo>
                    <a:pt x="0" y="2006"/>
                    <a:pt x="253" y="2259"/>
                    <a:pt x="566" y="2259"/>
                  </a:cubicBezTo>
                  <a:cubicBezTo>
                    <a:pt x="876" y="2259"/>
                    <a:pt x="1129" y="2006"/>
                    <a:pt x="1129" y="1696"/>
                  </a:cubicBezTo>
                  <a:lnTo>
                    <a:pt x="1129" y="566"/>
                  </a:lnTo>
                  <a:cubicBezTo>
                    <a:pt x="1129" y="253"/>
                    <a:pt x="876"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32" name="Google Shape;5532;p57"/>
            <p:cNvSpPr/>
            <p:nvPr/>
          </p:nvSpPr>
          <p:spPr>
            <a:xfrm>
              <a:off x="6235250" y="2677225"/>
              <a:ext cx="481975" cy="425375"/>
            </a:xfrm>
            <a:custGeom>
              <a:rect b="b" l="l" r="r" t="t"/>
              <a:pathLst>
                <a:path extrusionOk="0" h="17015" w="19279">
                  <a:moveTo>
                    <a:pt x="9639" y="1"/>
                  </a:moveTo>
                  <a:cubicBezTo>
                    <a:pt x="9326" y="1"/>
                    <a:pt x="9073" y="254"/>
                    <a:pt x="9073" y="567"/>
                  </a:cubicBezTo>
                  <a:lnTo>
                    <a:pt x="9073" y="1202"/>
                  </a:lnTo>
                  <a:cubicBezTo>
                    <a:pt x="7920" y="1470"/>
                    <a:pt x="6872" y="2548"/>
                    <a:pt x="6252" y="4156"/>
                  </a:cubicBezTo>
                  <a:cubicBezTo>
                    <a:pt x="6164" y="4380"/>
                    <a:pt x="5952" y="4518"/>
                    <a:pt x="5726" y="4518"/>
                  </a:cubicBezTo>
                  <a:cubicBezTo>
                    <a:pt x="5658" y="4518"/>
                    <a:pt x="5588" y="4505"/>
                    <a:pt x="5520" y="4478"/>
                  </a:cubicBezTo>
                  <a:cubicBezTo>
                    <a:pt x="5231" y="4367"/>
                    <a:pt x="5083" y="4042"/>
                    <a:pt x="5198" y="3750"/>
                  </a:cubicBezTo>
                  <a:cubicBezTo>
                    <a:pt x="5532" y="2876"/>
                    <a:pt x="5987" y="2130"/>
                    <a:pt x="6517" y="1536"/>
                  </a:cubicBezTo>
                  <a:lnTo>
                    <a:pt x="6517" y="1536"/>
                  </a:lnTo>
                  <a:cubicBezTo>
                    <a:pt x="2753" y="2527"/>
                    <a:pt x="0" y="5258"/>
                    <a:pt x="0" y="8468"/>
                  </a:cubicBezTo>
                  <a:lnTo>
                    <a:pt x="0" y="9034"/>
                  </a:lnTo>
                  <a:cubicBezTo>
                    <a:pt x="0" y="9347"/>
                    <a:pt x="253" y="9597"/>
                    <a:pt x="564" y="9597"/>
                  </a:cubicBezTo>
                  <a:cubicBezTo>
                    <a:pt x="877" y="9597"/>
                    <a:pt x="1130" y="9347"/>
                    <a:pt x="1130" y="9034"/>
                  </a:cubicBezTo>
                  <a:cubicBezTo>
                    <a:pt x="1130" y="8423"/>
                    <a:pt x="1904" y="7905"/>
                    <a:pt x="2822" y="7905"/>
                  </a:cubicBezTo>
                  <a:cubicBezTo>
                    <a:pt x="3740" y="7905"/>
                    <a:pt x="4553" y="8423"/>
                    <a:pt x="4553" y="9034"/>
                  </a:cubicBezTo>
                  <a:cubicBezTo>
                    <a:pt x="4553" y="9347"/>
                    <a:pt x="4806" y="9597"/>
                    <a:pt x="5120" y="9597"/>
                  </a:cubicBezTo>
                  <a:cubicBezTo>
                    <a:pt x="5430" y="9597"/>
                    <a:pt x="5683" y="9347"/>
                    <a:pt x="5683" y="9034"/>
                  </a:cubicBezTo>
                  <a:cubicBezTo>
                    <a:pt x="5683" y="8423"/>
                    <a:pt x="6460" y="7905"/>
                    <a:pt x="7378" y="7905"/>
                  </a:cubicBezTo>
                  <a:cubicBezTo>
                    <a:pt x="8296" y="7905"/>
                    <a:pt x="9070" y="8423"/>
                    <a:pt x="9070" y="9034"/>
                  </a:cubicBezTo>
                  <a:lnTo>
                    <a:pt x="9070" y="14756"/>
                  </a:lnTo>
                  <a:cubicBezTo>
                    <a:pt x="9070" y="15379"/>
                    <a:pt x="8564" y="15885"/>
                    <a:pt x="7941" y="15885"/>
                  </a:cubicBezTo>
                  <a:cubicBezTo>
                    <a:pt x="7318" y="15885"/>
                    <a:pt x="6812" y="15379"/>
                    <a:pt x="6812" y="14756"/>
                  </a:cubicBezTo>
                  <a:lnTo>
                    <a:pt x="6812" y="14190"/>
                  </a:lnTo>
                  <a:cubicBezTo>
                    <a:pt x="6812" y="13879"/>
                    <a:pt x="6559" y="13626"/>
                    <a:pt x="6249" y="13626"/>
                  </a:cubicBezTo>
                  <a:cubicBezTo>
                    <a:pt x="5936" y="13626"/>
                    <a:pt x="5683" y="13879"/>
                    <a:pt x="5683" y="14190"/>
                  </a:cubicBezTo>
                  <a:lnTo>
                    <a:pt x="5683" y="14756"/>
                  </a:lnTo>
                  <a:cubicBezTo>
                    <a:pt x="5683" y="16002"/>
                    <a:pt x="6694" y="17014"/>
                    <a:pt x="7941" y="17014"/>
                  </a:cubicBezTo>
                  <a:cubicBezTo>
                    <a:pt x="9188" y="17014"/>
                    <a:pt x="10200" y="16002"/>
                    <a:pt x="10200" y="14756"/>
                  </a:cubicBezTo>
                  <a:lnTo>
                    <a:pt x="10200" y="9034"/>
                  </a:lnTo>
                  <a:cubicBezTo>
                    <a:pt x="10200" y="8423"/>
                    <a:pt x="10976" y="7905"/>
                    <a:pt x="11895" y="7905"/>
                  </a:cubicBezTo>
                  <a:cubicBezTo>
                    <a:pt x="12813" y="7905"/>
                    <a:pt x="13587" y="8423"/>
                    <a:pt x="13587" y="9034"/>
                  </a:cubicBezTo>
                  <a:cubicBezTo>
                    <a:pt x="13587" y="9347"/>
                    <a:pt x="13840" y="9597"/>
                    <a:pt x="14153" y="9597"/>
                  </a:cubicBezTo>
                  <a:cubicBezTo>
                    <a:pt x="14463" y="9597"/>
                    <a:pt x="14716" y="9347"/>
                    <a:pt x="14716" y="9034"/>
                  </a:cubicBezTo>
                  <a:cubicBezTo>
                    <a:pt x="14716" y="8423"/>
                    <a:pt x="15529" y="7905"/>
                    <a:pt x="16448" y="7905"/>
                  </a:cubicBezTo>
                  <a:cubicBezTo>
                    <a:pt x="17366" y="7905"/>
                    <a:pt x="18143" y="8423"/>
                    <a:pt x="18143" y="9034"/>
                  </a:cubicBezTo>
                  <a:cubicBezTo>
                    <a:pt x="18143" y="9347"/>
                    <a:pt x="18396" y="9597"/>
                    <a:pt x="18706" y="9597"/>
                  </a:cubicBezTo>
                  <a:cubicBezTo>
                    <a:pt x="19019" y="9597"/>
                    <a:pt x="19272" y="9347"/>
                    <a:pt x="19272" y="9034"/>
                  </a:cubicBezTo>
                  <a:lnTo>
                    <a:pt x="19272" y="8471"/>
                  </a:lnTo>
                  <a:cubicBezTo>
                    <a:pt x="19278" y="5258"/>
                    <a:pt x="16523" y="2527"/>
                    <a:pt x="12759" y="1536"/>
                  </a:cubicBezTo>
                  <a:lnTo>
                    <a:pt x="12759" y="1536"/>
                  </a:lnTo>
                  <a:cubicBezTo>
                    <a:pt x="13292" y="2130"/>
                    <a:pt x="13744" y="2876"/>
                    <a:pt x="14081" y="3750"/>
                  </a:cubicBezTo>
                  <a:cubicBezTo>
                    <a:pt x="14192" y="4042"/>
                    <a:pt x="14048" y="4367"/>
                    <a:pt x="13756" y="4478"/>
                  </a:cubicBezTo>
                  <a:cubicBezTo>
                    <a:pt x="13688" y="4505"/>
                    <a:pt x="13618" y="4518"/>
                    <a:pt x="13550" y="4518"/>
                  </a:cubicBezTo>
                  <a:cubicBezTo>
                    <a:pt x="13324" y="4518"/>
                    <a:pt x="13113" y="4380"/>
                    <a:pt x="13027" y="4156"/>
                  </a:cubicBezTo>
                  <a:cubicBezTo>
                    <a:pt x="12407" y="2548"/>
                    <a:pt x="11359" y="1470"/>
                    <a:pt x="10203" y="1202"/>
                  </a:cubicBezTo>
                  <a:lnTo>
                    <a:pt x="10203" y="567"/>
                  </a:lnTo>
                  <a:cubicBezTo>
                    <a:pt x="10203" y="254"/>
                    <a:pt x="9950" y="1"/>
                    <a:pt x="96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5533" name="Google Shape;5533;p57"/>
          <p:cNvSpPr/>
          <p:nvPr/>
        </p:nvSpPr>
        <p:spPr>
          <a:xfrm>
            <a:off x="5030010" y="2720693"/>
            <a:ext cx="345027" cy="320295"/>
          </a:xfrm>
          <a:custGeom>
            <a:rect b="b" l="l" r="r" t="t"/>
            <a:pathLst>
              <a:path extrusionOk="0" h="18196" w="19601">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5534" name="Google Shape;5534;p57"/>
          <p:cNvGrpSpPr/>
          <p:nvPr/>
        </p:nvGrpSpPr>
        <p:grpSpPr>
          <a:xfrm>
            <a:off x="5465078" y="2711317"/>
            <a:ext cx="341101" cy="339253"/>
            <a:chOff x="1535000" y="3223325"/>
            <a:chExt cx="484450" cy="481825"/>
          </a:xfrm>
        </p:grpSpPr>
        <p:sp>
          <p:nvSpPr>
            <p:cNvPr id="5535" name="Google Shape;5535;p57"/>
            <p:cNvSpPr/>
            <p:nvPr/>
          </p:nvSpPr>
          <p:spPr>
            <a:xfrm>
              <a:off x="1760150" y="3308225"/>
              <a:ext cx="143825" cy="140600"/>
            </a:xfrm>
            <a:custGeom>
              <a:rect b="b" l="l" r="r" t="t"/>
              <a:pathLst>
                <a:path extrusionOk="0" h="5624" w="5753">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4" y="5310"/>
                  </a:cubicBezTo>
                  <a:lnTo>
                    <a:pt x="4102" y="3973"/>
                  </a:lnTo>
                  <a:lnTo>
                    <a:pt x="5439" y="3304"/>
                  </a:lnTo>
                  <a:cubicBezTo>
                    <a:pt x="5629" y="3208"/>
                    <a:pt x="5752" y="3012"/>
                    <a:pt x="5752" y="2798"/>
                  </a:cubicBezTo>
                  <a:cubicBezTo>
                    <a:pt x="5752" y="2585"/>
                    <a:pt x="5632" y="2389"/>
                    <a:pt x="5439" y="2295"/>
                  </a:cubicBezTo>
                  <a:lnTo>
                    <a:pt x="4102" y="1627"/>
                  </a:lnTo>
                  <a:lnTo>
                    <a:pt x="3434" y="287"/>
                  </a:lnTo>
                  <a:cubicBezTo>
                    <a:pt x="3337" y="96"/>
                    <a:pt x="3132" y="0"/>
                    <a:pt x="29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36" name="Google Shape;5536;p57"/>
            <p:cNvSpPr/>
            <p:nvPr/>
          </p:nvSpPr>
          <p:spPr>
            <a:xfrm>
              <a:off x="1873075" y="3421150"/>
              <a:ext cx="146375" cy="140600"/>
            </a:xfrm>
            <a:custGeom>
              <a:rect b="b" l="l" r="r" t="t"/>
              <a:pathLst>
                <a:path extrusionOk="0" h="5624" w="5855">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3" y="5310"/>
                  </a:cubicBezTo>
                  <a:lnTo>
                    <a:pt x="4102" y="3973"/>
                  </a:lnTo>
                  <a:lnTo>
                    <a:pt x="5439" y="3304"/>
                  </a:lnTo>
                  <a:cubicBezTo>
                    <a:pt x="5854" y="3096"/>
                    <a:pt x="5854" y="2503"/>
                    <a:pt x="5439" y="2295"/>
                  </a:cubicBezTo>
                  <a:lnTo>
                    <a:pt x="4102" y="1627"/>
                  </a:lnTo>
                  <a:lnTo>
                    <a:pt x="3433" y="287"/>
                  </a:lnTo>
                  <a:cubicBezTo>
                    <a:pt x="3337" y="96"/>
                    <a:pt x="3132" y="0"/>
                    <a:pt x="29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37" name="Google Shape;5537;p57"/>
            <p:cNvSpPr/>
            <p:nvPr/>
          </p:nvSpPr>
          <p:spPr>
            <a:xfrm>
              <a:off x="1535000" y="3223325"/>
              <a:ext cx="406450" cy="481825"/>
            </a:xfrm>
            <a:custGeom>
              <a:rect b="b" l="l" r="r" t="t"/>
              <a:pathLst>
                <a:path extrusionOk="0" h="19273" w="16258">
                  <a:moveTo>
                    <a:pt x="9660" y="0"/>
                  </a:moveTo>
                  <a:cubicBezTo>
                    <a:pt x="4399" y="0"/>
                    <a:pt x="0" y="4351"/>
                    <a:pt x="0" y="9636"/>
                  </a:cubicBezTo>
                  <a:cubicBezTo>
                    <a:pt x="0" y="14927"/>
                    <a:pt x="4381" y="19272"/>
                    <a:pt x="9675" y="19272"/>
                  </a:cubicBezTo>
                  <a:cubicBezTo>
                    <a:pt x="12012" y="19269"/>
                    <a:pt x="14270" y="18411"/>
                    <a:pt x="16023" y="16860"/>
                  </a:cubicBezTo>
                  <a:cubicBezTo>
                    <a:pt x="16195" y="16707"/>
                    <a:pt x="16258" y="16463"/>
                    <a:pt x="16176" y="16243"/>
                  </a:cubicBezTo>
                  <a:cubicBezTo>
                    <a:pt x="16098" y="16026"/>
                    <a:pt x="15893" y="15879"/>
                    <a:pt x="15662" y="15872"/>
                  </a:cubicBezTo>
                  <a:cubicBezTo>
                    <a:pt x="11352" y="15752"/>
                    <a:pt x="7980" y="12250"/>
                    <a:pt x="7980" y="7941"/>
                  </a:cubicBezTo>
                  <a:cubicBezTo>
                    <a:pt x="7974" y="5207"/>
                    <a:pt x="9380" y="2662"/>
                    <a:pt x="11696" y="1211"/>
                  </a:cubicBezTo>
                  <a:cubicBezTo>
                    <a:pt x="12129" y="937"/>
                    <a:pt x="12006" y="274"/>
                    <a:pt x="11503" y="178"/>
                  </a:cubicBezTo>
                  <a:cubicBezTo>
                    <a:pt x="10881" y="58"/>
                    <a:pt x="10265" y="0"/>
                    <a:pt x="96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538" name="Google Shape;5538;p57"/>
          <p:cNvGrpSpPr/>
          <p:nvPr/>
        </p:nvGrpSpPr>
        <p:grpSpPr>
          <a:xfrm>
            <a:off x="5872645" y="2746618"/>
            <a:ext cx="339253" cy="268649"/>
            <a:chOff x="2085525" y="3263750"/>
            <a:chExt cx="481825" cy="381550"/>
          </a:xfrm>
        </p:grpSpPr>
        <p:sp>
          <p:nvSpPr>
            <p:cNvPr id="5539" name="Google Shape;5539;p57"/>
            <p:cNvSpPr/>
            <p:nvPr/>
          </p:nvSpPr>
          <p:spPr>
            <a:xfrm>
              <a:off x="2320325" y="3263750"/>
              <a:ext cx="227825" cy="141025"/>
            </a:xfrm>
            <a:custGeom>
              <a:rect b="b" l="l" r="r" t="t"/>
              <a:pathLst>
                <a:path extrusionOk="0" h="5641" w="9113">
                  <a:moveTo>
                    <a:pt x="4066" y="0"/>
                  </a:moveTo>
                  <a:cubicBezTo>
                    <a:pt x="2283" y="3"/>
                    <a:pt x="675" y="1081"/>
                    <a:pt x="0" y="2731"/>
                  </a:cubicBezTo>
                  <a:cubicBezTo>
                    <a:pt x="1527" y="2939"/>
                    <a:pt x="2912" y="3734"/>
                    <a:pt x="3861" y="4948"/>
                  </a:cubicBezTo>
                  <a:cubicBezTo>
                    <a:pt x="4331" y="4823"/>
                    <a:pt x="4810" y="4761"/>
                    <a:pt x="5287" y="4761"/>
                  </a:cubicBezTo>
                  <a:cubicBezTo>
                    <a:pt x="6338" y="4761"/>
                    <a:pt x="7378" y="5060"/>
                    <a:pt x="8281" y="5640"/>
                  </a:cubicBezTo>
                  <a:cubicBezTo>
                    <a:pt x="9112" y="2825"/>
                    <a:pt x="7002" y="0"/>
                    <a:pt x="40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40" name="Google Shape;5540;p57"/>
            <p:cNvSpPr/>
            <p:nvPr/>
          </p:nvSpPr>
          <p:spPr>
            <a:xfrm>
              <a:off x="2085525" y="3355200"/>
              <a:ext cx="481825" cy="290100"/>
            </a:xfrm>
            <a:custGeom>
              <a:rect b="b" l="l" r="r" t="t"/>
              <a:pathLst>
                <a:path extrusionOk="0" h="11604" w="19273">
                  <a:moveTo>
                    <a:pt x="8620" y="1"/>
                  </a:moveTo>
                  <a:cubicBezTo>
                    <a:pt x="8610" y="1"/>
                    <a:pt x="8599" y="1"/>
                    <a:pt x="8588" y="1"/>
                  </a:cubicBezTo>
                  <a:cubicBezTo>
                    <a:pt x="7468" y="4"/>
                    <a:pt x="6384" y="407"/>
                    <a:pt x="5535" y="1139"/>
                  </a:cubicBezTo>
                  <a:cubicBezTo>
                    <a:pt x="4818" y="1756"/>
                    <a:pt x="4288" y="2563"/>
                    <a:pt x="4005" y="3470"/>
                  </a:cubicBezTo>
                  <a:lnTo>
                    <a:pt x="3891" y="3470"/>
                  </a:lnTo>
                  <a:cubicBezTo>
                    <a:pt x="1747" y="3470"/>
                    <a:pt x="0" y="5295"/>
                    <a:pt x="0" y="7538"/>
                  </a:cubicBezTo>
                  <a:cubicBezTo>
                    <a:pt x="0" y="9781"/>
                    <a:pt x="1744" y="11603"/>
                    <a:pt x="3891" y="11603"/>
                  </a:cubicBezTo>
                  <a:lnTo>
                    <a:pt x="14798" y="11603"/>
                  </a:lnTo>
                  <a:cubicBezTo>
                    <a:pt x="17264" y="11603"/>
                    <a:pt x="19272" y="9504"/>
                    <a:pt x="19272" y="6924"/>
                  </a:cubicBezTo>
                  <a:cubicBezTo>
                    <a:pt x="19272" y="6044"/>
                    <a:pt x="19034" y="5180"/>
                    <a:pt x="18583" y="4427"/>
                  </a:cubicBezTo>
                  <a:cubicBezTo>
                    <a:pt x="18152" y="3705"/>
                    <a:pt x="17529" y="3118"/>
                    <a:pt x="16782" y="2726"/>
                  </a:cubicBezTo>
                  <a:cubicBezTo>
                    <a:pt x="16161" y="2403"/>
                    <a:pt x="15480" y="2241"/>
                    <a:pt x="14799" y="2241"/>
                  </a:cubicBezTo>
                  <a:cubicBezTo>
                    <a:pt x="14135" y="2241"/>
                    <a:pt x="13471" y="2394"/>
                    <a:pt x="12861" y="2702"/>
                  </a:cubicBezTo>
                  <a:cubicBezTo>
                    <a:pt x="12232" y="1443"/>
                    <a:pt x="11118" y="513"/>
                    <a:pt x="9784" y="157"/>
                  </a:cubicBezTo>
                  <a:cubicBezTo>
                    <a:pt x="9403" y="55"/>
                    <a:pt x="9013" y="1"/>
                    <a:pt x="86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5541" name="Google Shape;5541;p57"/>
          <p:cNvSpPr/>
          <p:nvPr/>
        </p:nvSpPr>
        <p:spPr>
          <a:xfrm>
            <a:off x="6286830" y="2778690"/>
            <a:ext cx="339253" cy="204295"/>
          </a:xfrm>
          <a:custGeom>
            <a:rect b="b" l="l" r="r" t="t"/>
            <a:pathLst>
              <a:path extrusionOk="0" h="11606" w="19273">
                <a:moveTo>
                  <a:pt x="8589" y="0"/>
                </a:moveTo>
                <a:cubicBezTo>
                  <a:pt x="7469" y="3"/>
                  <a:pt x="6385" y="407"/>
                  <a:pt x="5536" y="1138"/>
                </a:cubicBezTo>
                <a:cubicBezTo>
                  <a:pt x="4819" y="1759"/>
                  <a:pt x="4289" y="2566"/>
                  <a:pt x="4006" y="3469"/>
                </a:cubicBezTo>
                <a:lnTo>
                  <a:pt x="3891" y="3469"/>
                </a:lnTo>
                <a:cubicBezTo>
                  <a:pt x="1747" y="3469"/>
                  <a:pt x="1" y="5294"/>
                  <a:pt x="1" y="7537"/>
                </a:cubicBezTo>
                <a:cubicBezTo>
                  <a:pt x="1" y="9781"/>
                  <a:pt x="1744" y="11605"/>
                  <a:pt x="3891" y="11605"/>
                </a:cubicBezTo>
                <a:lnTo>
                  <a:pt x="14798" y="11605"/>
                </a:lnTo>
                <a:cubicBezTo>
                  <a:pt x="17264" y="11605"/>
                  <a:pt x="19273" y="9507"/>
                  <a:pt x="19273" y="6923"/>
                </a:cubicBezTo>
                <a:cubicBezTo>
                  <a:pt x="19273" y="6044"/>
                  <a:pt x="19035" y="5182"/>
                  <a:pt x="18583" y="4430"/>
                </a:cubicBezTo>
                <a:cubicBezTo>
                  <a:pt x="18153" y="3707"/>
                  <a:pt x="17529" y="3117"/>
                  <a:pt x="16783" y="2728"/>
                </a:cubicBezTo>
                <a:cubicBezTo>
                  <a:pt x="16161" y="2404"/>
                  <a:pt x="15479" y="2243"/>
                  <a:pt x="14797" y="2243"/>
                </a:cubicBezTo>
                <a:cubicBezTo>
                  <a:pt x="14134" y="2243"/>
                  <a:pt x="13470" y="2395"/>
                  <a:pt x="12862" y="2701"/>
                </a:cubicBezTo>
                <a:cubicBezTo>
                  <a:pt x="12233" y="1442"/>
                  <a:pt x="11118" y="512"/>
                  <a:pt x="9784" y="157"/>
                </a:cubicBezTo>
                <a:cubicBezTo>
                  <a:pt x="9393" y="54"/>
                  <a:pt x="8992" y="0"/>
                  <a:pt x="85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5542" name="Google Shape;5542;p57"/>
          <p:cNvGrpSpPr/>
          <p:nvPr/>
        </p:nvGrpSpPr>
        <p:grpSpPr>
          <a:xfrm>
            <a:off x="6704407" y="2711308"/>
            <a:ext cx="340204" cy="339271"/>
            <a:chOff x="3270450" y="3213625"/>
            <a:chExt cx="483175" cy="481850"/>
          </a:xfrm>
        </p:grpSpPr>
        <p:sp>
          <p:nvSpPr>
            <p:cNvPr id="5543" name="Google Shape;5543;p57"/>
            <p:cNvSpPr/>
            <p:nvPr/>
          </p:nvSpPr>
          <p:spPr>
            <a:xfrm>
              <a:off x="3392550" y="3335025"/>
              <a:ext cx="239050" cy="239050"/>
            </a:xfrm>
            <a:custGeom>
              <a:rect b="b" l="l" r="r" t="t"/>
              <a:pathLst>
                <a:path extrusionOk="0" h="9562" w="9562">
                  <a:moveTo>
                    <a:pt x="4782" y="1"/>
                  </a:moveTo>
                  <a:cubicBezTo>
                    <a:pt x="2142" y="1"/>
                    <a:pt x="1" y="2139"/>
                    <a:pt x="1" y="4780"/>
                  </a:cubicBezTo>
                  <a:cubicBezTo>
                    <a:pt x="1" y="7421"/>
                    <a:pt x="2142" y="9562"/>
                    <a:pt x="4782" y="9562"/>
                  </a:cubicBezTo>
                  <a:cubicBezTo>
                    <a:pt x="7420" y="9562"/>
                    <a:pt x="9561" y="7421"/>
                    <a:pt x="9561" y="4780"/>
                  </a:cubicBezTo>
                  <a:cubicBezTo>
                    <a:pt x="9561" y="2139"/>
                    <a:pt x="7420" y="1"/>
                    <a:pt x="4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44" name="Google Shape;5544;p57"/>
            <p:cNvSpPr/>
            <p:nvPr/>
          </p:nvSpPr>
          <p:spPr>
            <a:xfrm>
              <a:off x="3270450" y="3213625"/>
              <a:ext cx="483175" cy="481850"/>
            </a:xfrm>
            <a:custGeom>
              <a:rect b="b" l="l" r="r" t="t"/>
              <a:pathLst>
                <a:path extrusionOk="0" h="19274" w="19327">
                  <a:moveTo>
                    <a:pt x="9666" y="3728"/>
                  </a:moveTo>
                  <a:cubicBezTo>
                    <a:pt x="12925" y="3728"/>
                    <a:pt x="15575" y="6378"/>
                    <a:pt x="15575" y="9636"/>
                  </a:cubicBezTo>
                  <a:cubicBezTo>
                    <a:pt x="15575" y="12894"/>
                    <a:pt x="12925" y="15547"/>
                    <a:pt x="9666" y="15547"/>
                  </a:cubicBezTo>
                  <a:cubicBezTo>
                    <a:pt x="6405" y="15547"/>
                    <a:pt x="3755" y="12894"/>
                    <a:pt x="3755" y="9636"/>
                  </a:cubicBezTo>
                  <a:cubicBezTo>
                    <a:pt x="3755" y="6378"/>
                    <a:pt x="6405" y="3728"/>
                    <a:pt x="9666" y="3728"/>
                  </a:cubicBezTo>
                  <a:close/>
                  <a:moveTo>
                    <a:pt x="9665" y="0"/>
                  </a:moveTo>
                  <a:cubicBezTo>
                    <a:pt x="9575" y="0"/>
                    <a:pt x="9484" y="22"/>
                    <a:pt x="9402" y="66"/>
                  </a:cubicBezTo>
                  <a:lnTo>
                    <a:pt x="7532" y="1054"/>
                  </a:lnTo>
                  <a:lnTo>
                    <a:pt x="5418" y="1054"/>
                  </a:lnTo>
                  <a:cubicBezTo>
                    <a:pt x="5231" y="1054"/>
                    <a:pt x="5056" y="1144"/>
                    <a:pt x="4954" y="1301"/>
                  </a:cubicBezTo>
                  <a:lnTo>
                    <a:pt x="3752" y="3053"/>
                  </a:lnTo>
                  <a:lnTo>
                    <a:pt x="1879" y="4041"/>
                  </a:lnTo>
                  <a:cubicBezTo>
                    <a:pt x="1717" y="4128"/>
                    <a:pt x="1605" y="4288"/>
                    <a:pt x="1584" y="4474"/>
                  </a:cubicBezTo>
                  <a:lnTo>
                    <a:pt x="1328" y="6588"/>
                  </a:lnTo>
                  <a:lnTo>
                    <a:pt x="127" y="8341"/>
                  </a:lnTo>
                  <a:cubicBezTo>
                    <a:pt x="24" y="8491"/>
                    <a:pt x="0" y="8687"/>
                    <a:pt x="67" y="8859"/>
                  </a:cubicBezTo>
                  <a:lnTo>
                    <a:pt x="816" y="10852"/>
                  </a:lnTo>
                  <a:lnTo>
                    <a:pt x="560" y="12966"/>
                  </a:lnTo>
                  <a:cubicBezTo>
                    <a:pt x="536" y="13150"/>
                    <a:pt x="606" y="13334"/>
                    <a:pt x="744" y="13457"/>
                  </a:cubicBezTo>
                  <a:lnTo>
                    <a:pt x="2325" y="14869"/>
                  </a:lnTo>
                  <a:lnTo>
                    <a:pt x="3075" y="16860"/>
                  </a:lnTo>
                  <a:cubicBezTo>
                    <a:pt x="3141" y="17034"/>
                    <a:pt x="3289" y="17164"/>
                    <a:pt x="3466" y="17209"/>
                  </a:cubicBezTo>
                  <a:lnTo>
                    <a:pt x="5520" y="17718"/>
                  </a:lnTo>
                  <a:lnTo>
                    <a:pt x="7101" y="19130"/>
                  </a:lnTo>
                  <a:cubicBezTo>
                    <a:pt x="7205" y="19223"/>
                    <a:pt x="7340" y="19273"/>
                    <a:pt x="7477" y="19273"/>
                  </a:cubicBezTo>
                  <a:cubicBezTo>
                    <a:pt x="7523" y="19273"/>
                    <a:pt x="7568" y="19268"/>
                    <a:pt x="7613" y="19257"/>
                  </a:cubicBezTo>
                  <a:lnTo>
                    <a:pt x="9666" y="18745"/>
                  </a:lnTo>
                  <a:lnTo>
                    <a:pt x="11717" y="19254"/>
                  </a:lnTo>
                  <a:cubicBezTo>
                    <a:pt x="11759" y="19266"/>
                    <a:pt x="11807" y="19272"/>
                    <a:pt x="11853" y="19272"/>
                  </a:cubicBezTo>
                  <a:cubicBezTo>
                    <a:pt x="11991" y="19272"/>
                    <a:pt x="12124" y="19221"/>
                    <a:pt x="12229" y="19127"/>
                  </a:cubicBezTo>
                  <a:lnTo>
                    <a:pt x="13810" y="17715"/>
                  </a:lnTo>
                  <a:lnTo>
                    <a:pt x="15861" y="17206"/>
                  </a:lnTo>
                  <a:cubicBezTo>
                    <a:pt x="16041" y="17161"/>
                    <a:pt x="16186" y="17031"/>
                    <a:pt x="16252" y="16857"/>
                  </a:cubicBezTo>
                  <a:lnTo>
                    <a:pt x="17002" y="14866"/>
                  </a:lnTo>
                  <a:lnTo>
                    <a:pt x="18583" y="13454"/>
                  </a:lnTo>
                  <a:cubicBezTo>
                    <a:pt x="18721" y="13331"/>
                    <a:pt x="18791" y="13147"/>
                    <a:pt x="18766" y="12963"/>
                  </a:cubicBezTo>
                  <a:lnTo>
                    <a:pt x="18514" y="10849"/>
                  </a:lnTo>
                  <a:lnTo>
                    <a:pt x="19263" y="8856"/>
                  </a:lnTo>
                  <a:cubicBezTo>
                    <a:pt x="19327" y="8684"/>
                    <a:pt x="19306" y="8491"/>
                    <a:pt x="19200" y="8338"/>
                  </a:cubicBezTo>
                  <a:lnTo>
                    <a:pt x="18002" y="6588"/>
                  </a:lnTo>
                  <a:lnTo>
                    <a:pt x="17746" y="4471"/>
                  </a:lnTo>
                  <a:cubicBezTo>
                    <a:pt x="17725" y="4288"/>
                    <a:pt x="17613" y="4128"/>
                    <a:pt x="17451" y="4041"/>
                  </a:cubicBezTo>
                  <a:lnTo>
                    <a:pt x="15578" y="3050"/>
                  </a:lnTo>
                  <a:lnTo>
                    <a:pt x="14379" y="1298"/>
                  </a:lnTo>
                  <a:cubicBezTo>
                    <a:pt x="14274" y="1144"/>
                    <a:pt x="14099" y="1054"/>
                    <a:pt x="13912" y="1054"/>
                  </a:cubicBezTo>
                  <a:lnTo>
                    <a:pt x="11798" y="1054"/>
                  </a:lnTo>
                  <a:lnTo>
                    <a:pt x="9928" y="66"/>
                  </a:lnTo>
                  <a:cubicBezTo>
                    <a:pt x="9846" y="22"/>
                    <a:pt x="9755" y="0"/>
                    <a:pt x="96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545" name="Google Shape;5545;p57"/>
          <p:cNvGrpSpPr/>
          <p:nvPr/>
        </p:nvGrpSpPr>
        <p:grpSpPr>
          <a:xfrm>
            <a:off x="7203676" y="2711317"/>
            <a:ext cx="168931" cy="339253"/>
            <a:chOff x="3984950" y="3213600"/>
            <a:chExt cx="239925" cy="481825"/>
          </a:xfrm>
        </p:grpSpPr>
        <p:sp>
          <p:nvSpPr>
            <p:cNvPr id="5546" name="Google Shape;5546;p57"/>
            <p:cNvSpPr/>
            <p:nvPr/>
          </p:nvSpPr>
          <p:spPr>
            <a:xfrm>
              <a:off x="3984950" y="3213600"/>
              <a:ext cx="239925" cy="481825"/>
            </a:xfrm>
            <a:custGeom>
              <a:rect b="b" l="l" r="r" t="t"/>
              <a:pathLst>
                <a:path extrusionOk="0" h="19273" w="9597">
                  <a:moveTo>
                    <a:pt x="4800" y="3355"/>
                  </a:moveTo>
                  <a:cubicBezTo>
                    <a:pt x="5110" y="3355"/>
                    <a:pt x="5363" y="3608"/>
                    <a:pt x="5363" y="3918"/>
                  </a:cubicBezTo>
                  <a:lnTo>
                    <a:pt x="5363" y="12121"/>
                  </a:lnTo>
                  <a:cubicBezTo>
                    <a:pt x="6556" y="12407"/>
                    <a:pt x="7345" y="13542"/>
                    <a:pt x="7203" y="14759"/>
                  </a:cubicBezTo>
                  <a:cubicBezTo>
                    <a:pt x="7059" y="15978"/>
                    <a:pt x="6026" y="16897"/>
                    <a:pt x="4800" y="16897"/>
                  </a:cubicBezTo>
                  <a:cubicBezTo>
                    <a:pt x="3571" y="16897"/>
                    <a:pt x="2539" y="15978"/>
                    <a:pt x="2394" y="14759"/>
                  </a:cubicBezTo>
                  <a:cubicBezTo>
                    <a:pt x="2253" y="13542"/>
                    <a:pt x="3042" y="12407"/>
                    <a:pt x="4234" y="12121"/>
                  </a:cubicBezTo>
                  <a:lnTo>
                    <a:pt x="4234" y="3918"/>
                  </a:lnTo>
                  <a:cubicBezTo>
                    <a:pt x="4234" y="3608"/>
                    <a:pt x="4487" y="3355"/>
                    <a:pt x="4800" y="3355"/>
                  </a:cubicBezTo>
                  <a:close/>
                  <a:moveTo>
                    <a:pt x="4800" y="1"/>
                  </a:moveTo>
                  <a:cubicBezTo>
                    <a:pt x="3219" y="1"/>
                    <a:pt x="1939" y="1281"/>
                    <a:pt x="1939" y="2861"/>
                  </a:cubicBezTo>
                  <a:lnTo>
                    <a:pt x="1939" y="10567"/>
                  </a:lnTo>
                  <a:cubicBezTo>
                    <a:pt x="723" y="11501"/>
                    <a:pt x="9" y="12943"/>
                    <a:pt x="0" y="14476"/>
                  </a:cubicBezTo>
                  <a:cubicBezTo>
                    <a:pt x="0" y="17123"/>
                    <a:pt x="2150" y="19273"/>
                    <a:pt x="4800" y="19273"/>
                  </a:cubicBezTo>
                  <a:cubicBezTo>
                    <a:pt x="7450" y="19273"/>
                    <a:pt x="9597" y="17123"/>
                    <a:pt x="9597" y="14476"/>
                  </a:cubicBezTo>
                  <a:cubicBezTo>
                    <a:pt x="9597" y="13651"/>
                    <a:pt x="9395" y="12844"/>
                    <a:pt x="9007" y="12118"/>
                  </a:cubicBezTo>
                  <a:cubicBezTo>
                    <a:pt x="8679" y="11510"/>
                    <a:pt x="8221" y="10980"/>
                    <a:pt x="7664" y="10567"/>
                  </a:cubicBezTo>
                  <a:lnTo>
                    <a:pt x="7661" y="2861"/>
                  </a:lnTo>
                  <a:cubicBezTo>
                    <a:pt x="7661" y="1281"/>
                    <a:pt x="6378" y="1"/>
                    <a:pt x="48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47" name="Google Shape;5547;p57"/>
            <p:cNvSpPr/>
            <p:nvPr/>
          </p:nvSpPr>
          <p:spPr>
            <a:xfrm>
              <a:off x="4072650" y="3543175"/>
              <a:ext cx="64525" cy="64625"/>
            </a:xfrm>
            <a:custGeom>
              <a:rect b="b" l="l" r="r" t="t"/>
              <a:pathLst>
                <a:path extrusionOk="0" h="2585" w="2581">
                  <a:moveTo>
                    <a:pt x="1292" y="1"/>
                  </a:moveTo>
                  <a:cubicBezTo>
                    <a:pt x="578" y="1"/>
                    <a:pt x="0" y="579"/>
                    <a:pt x="0" y="1293"/>
                  </a:cubicBezTo>
                  <a:cubicBezTo>
                    <a:pt x="0" y="2006"/>
                    <a:pt x="578" y="2585"/>
                    <a:pt x="1292" y="2585"/>
                  </a:cubicBezTo>
                  <a:cubicBezTo>
                    <a:pt x="2003" y="2585"/>
                    <a:pt x="2581" y="2006"/>
                    <a:pt x="2581" y="1293"/>
                  </a:cubicBezTo>
                  <a:cubicBezTo>
                    <a:pt x="2581" y="579"/>
                    <a:pt x="2003" y="1"/>
                    <a:pt x="12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5548" name="Google Shape;5548;p57"/>
          <p:cNvSpPr/>
          <p:nvPr/>
        </p:nvSpPr>
        <p:spPr>
          <a:xfrm>
            <a:off x="7542004" y="2711214"/>
            <a:ext cx="339306" cy="339253"/>
          </a:xfrm>
          <a:custGeom>
            <a:rect b="b" l="l" r="r" t="t"/>
            <a:pathLst>
              <a:path extrusionOk="0" h="19273" w="19276">
                <a:moveTo>
                  <a:pt x="9640" y="5686"/>
                </a:moveTo>
                <a:cubicBezTo>
                  <a:pt x="11236" y="5686"/>
                  <a:pt x="12678" y="6647"/>
                  <a:pt x="13289" y="8125"/>
                </a:cubicBezTo>
                <a:cubicBezTo>
                  <a:pt x="13901" y="9601"/>
                  <a:pt x="13563" y="11302"/>
                  <a:pt x="12434" y="12431"/>
                </a:cubicBezTo>
                <a:cubicBezTo>
                  <a:pt x="11676" y="13187"/>
                  <a:pt x="10664" y="13590"/>
                  <a:pt x="9635" y="13590"/>
                </a:cubicBezTo>
                <a:cubicBezTo>
                  <a:pt x="9126" y="13590"/>
                  <a:pt x="8614" y="13491"/>
                  <a:pt x="8125" y="13289"/>
                </a:cubicBezTo>
                <a:cubicBezTo>
                  <a:pt x="6649" y="12675"/>
                  <a:pt x="5686" y="11236"/>
                  <a:pt x="5686" y="9637"/>
                </a:cubicBezTo>
                <a:cubicBezTo>
                  <a:pt x="5689" y="7454"/>
                  <a:pt x="7457" y="5686"/>
                  <a:pt x="9640" y="5686"/>
                </a:cubicBezTo>
                <a:close/>
                <a:moveTo>
                  <a:pt x="9640" y="1"/>
                </a:moveTo>
                <a:cubicBezTo>
                  <a:pt x="8297" y="1"/>
                  <a:pt x="7068" y="748"/>
                  <a:pt x="6451" y="1940"/>
                </a:cubicBezTo>
                <a:cubicBezTo>
                  <a:pt x="6093" y="1826"/>
                  <a:pt x="5726" y="1771"/>
                  <a:pt x="5363" y="1771"/>
                </a:cubicBezTo>
                <a:cubicBezTo>
                  <a:pt x="4425" y="1771"/>
                  <a:pt x="3509" y="2139"/>
                  <a:pt x="2825" y="2822"/>
                </a:cubicBezTo>
                <a:cubicBezTo>
                  <a:pt x="1877" y="3771"/>
                  <a:pt x="1536" y="5168"/>
                  <a:pt x="1940" y="6448"/>
                </a:cubicBezTo>
                <a:cubicBezTo>
                  <a:pt x="750" y="7065"/>
                  <a:pt x="1" y="8297"/>
                  <a:pt x="1" y="9637"/>
                </a:cubicBezTo>
                <a:cubicBezTo>
                  <a:pt x="1" y="10977"/>
                  <a:pt x="750" y="12208"/>
                  <a:pt x="1940" y="12826"/>
                </a:cubicBezTo>
                <a:cubicBezTo>
                  <a:pt x="1536" y="14105"/>
                  <a:pt x="1877" y="15503"/>
                  <a:pt x="2825" y="16451"/>
                </a:cubicBezTo>
                <a:cubicBezTo>
                  <a:pt x="3510" y="17136"/>
                  <a:pt x="4428" y="17504"/>
                  <a:pt x="5367" y="17504"/>
                </a:cubicBezTo>
                <a:cubicBezTo>
                  <a:pt x="5729" y="17504"/>
                  <a:pt x="6095" y="17449"/>
                  <a:pt x="6451" y="17337"/>
                </a:cubicBezTo>
                <a:cubicBezTo>
                  <a:pt x="7068" y="18526"/>
                  <a:pt x="8297" y="19273"/>
                  <a:pt x="9640" y="19273"/>
                </a:cubicBezTo>
                <a:cubicBezTo>
                  <a:pt x="10980" y="19273"/>
                  <a:pt x="12208" y="18526"/>
                  <a:pt x="12826" y="17337"/>
                </a:cubicBezTo>
                <a:cubicBezTo>
                  <a:pt x="13182" y="17449"/>
                  <a:pt x="13547" y="17504"/>
                  <a:pt x="13909" y="17504"/>
                </a:cubicBezTo>
                <a:cubicBezTo>
                  <a:pt x="14848" y="17504"/>
                  <a:pt x="15767" y="17136"/>
                  <a:pt x="16451" y="16451"/>
                </a:cubicBezTo>
                <a:cubicBezTo>
                  <a:pt x="17400" y="15503"/>
                  <a:pt x="17740" y="14105"/>
                  <a:pt x="17336" y="12826"/>
                </a:cubicBezTo>
                <a:cubicBezTo>
                  <a:pt x="18526" y="12208"/>
                  <a:pt x="19276" y="10977"/>
                  <a:pt x="19276" y="9637"/>
                </a:cubicBezTo>
                <a:cubicBezTo>
                  <a:pt x="19276" y="8297"/>
                  <a:pt x="18526" y="7065"/>
                  <a:pt x="17336" y="6448"/>
                </a:cubicBezTo>
                <a:cubicBezTo>
                  <a:pt x="17740" y="5168"/>
                  <a:pt x="17400" y="3771"/>
                  <a:pt x="16451" y="2822"/>
                </a:cubicBezTo>
                <a:cubicBezTo>
                  <a:pt x="15768" y="2139"/>
                  <a:pt x="14851" y="1771"/>
                  <a:pt x="13914" y="1771"/>
                </a:cubicBezTo>
                <a:cubicBezTo>
                  <a:pt x="13550" y="1771"/>
                  <a:pt x="13183" y="1826"/>
                  <a:pt x="12826" y="1940"/>
                </a:cubicBezTo>
                <a:cubicBezTo>
                  <a:pt x="12208" y="748"/>
                  <a:pt x="10980" y="1"/>
                  <a:pt x="9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49" name="Google Shape;5549;p57"/>
          <p:cNvSpPr/>
          <p:nvPr/>
        </p:nvSpPr>
        <p:spPr>
          <a:xfrm>
            <a:off x="7966934" y="2731069"/>
            <a:ext cx="339253" cy="299542"/>
          </a:xfrm>
          <a:custGeom>
            <a:rect b="b" l="l" r="r" t="t"/>
            <a:pathLst>
              <a:path extrusionOk="0" h="17017" w="19273">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5550" name="Google Shape;5550;p57"/>
          <p:cNvGrpSpPr/>
          <p:nvPr/>
        </p:nvGrpSpPr>
        <p:grpSpPr>
          <a:xfrm>
            <a:off x="1736111" y="3981487"/>
            <a:ext cx="355218" cy="279880"/>
            <a:chOff x="5629975" y="3255775"/>
            <a:chExt cx="504500" cy="397500"/>
          </a:xfrm>
        </p:grpSpPr>
        <p:sp>
          <p:nvSpPr>
            <p:cNvPr id="5551" name="Google Shape;5551;p57"/>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52" name="Google Shape;5552;p57"/>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53" name="Google Shape;5553;p57"/>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54" name="Google Shape;5554;p57"/>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55" name="Google Shape;5555;p57"/>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556" name="Google Shape;5556;p57"/>
          <p:cNvGrpSpPr/>
          <p:nvPr/>
        </p:nvGrpSpPr>
        <p:grpSpPr>
          <a:xfrm>
            <a:off x="3572294" y="3981593"/>
            <a:ext cx="340256" cy="279669"/>
            <a:chOff x="6234950" y="3255925"/>
            <a:chExt cx="483250" cy="397200"/>
          </a:xfrm>
        </p:grpSpPr>
        <p:sp>
          <p:nvSpPr>
            <p:cNvPr id="5557" name="Google Shape;5557;p57"/>
            <p:cNvSpPr/>
            <p:nvPr/>
          </p:nvSpPr>
          <p:spPr>
            <a:xfrm>
              <a:off x="6444675" y="3255925"/>
              <a:ext cx="128300" cy="90200"/>
            </a:xfrm>
            <a:custGeom>
              <a:rect b="b" l="l" r="r" t="t"/>
              <a:pathLst>
                <a:path extrusionOk="0" h="3608" w="5132">
                  <a:moveTo>
                    <a:pt x="567" y="0"/>
                  </a:moveTo>
                  <a:cubicBezTo>
                    <a:pt x="254" y="0"/>
                    <a:pt x="1" y="253"/>
                    <a:pt x="1" y="563"/>
                  </a:cubicBezTo>
                  <a:cubicBezTo>
                    <a:pt x="7" y="1662"/>
                    <a:pt x="368" y="2731"/>
                    <a:pt x="1034" y="3608"/>
                  </a:cubicBezTo>
                  <a:cubicBezTo>
                    <a:pt x="2097" y="3138"/>
                    <a:pt x="3325" y="2864"/>
                    <a:pt x="5014" y="2864"/>
                  </a:cubicBezTo>
                  <a:cubicBezTo>
                    <a:pt x="5054" y="2864"/>
                    <a:pt x="5093" y="2873"/>
                    <a:pt x="5132" y="2873"/>
                  </a:cubicBezTo>
                  <a:cubicBezTo>
                    <a:pt x="4289" y="1117"/>
                    <a:pt x="2515"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58" name="Google Shape;5558;p57"/>
            <p:cNvSpPr/>
            <p:nvPr/>
          </p:nvSpPr>
          <p:spPr>
            <a:xfrm>
              <a:off x="6444750" y="3563200"/>
              <a:ext cx="128225" cy="89925"/>
            </a:xfrm>
            <a:custGeom>
              <a:rect b="b" l="l" r="r" t="t"/>
              <a:pathLst>
                <a:path extrusionOk="0" h="3597" w="5129">
                  <a:moveTo>
                    <a:pt x="1022" y="1"/>
                  </a:moveTo>
                  <a:cubicBezTo>
                    <a:pt x="362" y="874"/>
                    <a:pt x="4" y="1937"/>
                    <a:pt x="1" y="3033"/>
                  </a:cubicBezTo>
                  <a:cubicBezTo>
                    <a:pt x="1" y="3343"/>
                    <a:pt x="251" y="3596"/>
                    <a:pt x="564" y="3596"/>
                  </a:cubicBezTo>
                  <a:cubicBezTo>
                    <a:pt x="2512" y="3596"/>
                    <a:pt x="4286" y="2479"/>
                    <a:pt x="5129" y="724"/>
                  </a:cubicBezTo>
                  <a:cubicBezTo>
                    <a:pt x="5093" y="724"/>
                    <a:pt x="5051" y="736"/>
                    <a:pt x="5011" y="736"/>
                  </a:cubicBezTo>
                  <a:cubicBezTo>
                    <a:pt x="3319" y="736"/>
                    <a:pt x="2088" y="462"/>
                    <a:pt x="10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59" name="Google Shape;5559;p57"/>
            <p:cNvSpPr/>
            <p:nvPr/>
          </p:nvSpPr>
          <p:spPr>
            <a:xfrm>
              <a:off x="6375350" y="3355650"/>
              <a:ext cx="244750" cy="197650"/>
            </a:xfrm>
            <a:custGeom>
              <a:rect b="b" l="l" r="r" t="t"/>
              <a:pathLst>
                <a:path extrusionOk="0" h="7906" w="9790">
                  <a:moveTo>
                    <a:pt x="6045" y="2610"/>
                  </a:moveTo>
                  <a:cubicBezTo>
                    <a:pt x="6190" y="2610"/>
                    <a:pt x="6335" y="2666"/>
                    <a:pt x="6444" y="2777"/>
                  </a:cubicBezTo>
                  <a:cubicBezTo>
                    <a:pt x="6664" y="2997"/>
                    <a:pt x="6664" y="3356"/>
                    <a:pt x="6444" y="3575"/>
                  </a:cubicBezTo>
                  <a:cubicBezTo>
                    <a:pt x="6225" y="3795"/>
                    <a:pt x="6225" y="4153"/>
                    <a:pt x="6444" y="4373"/>
                  </a:cubicBezTo>
                  <a:cubicBezTo>
                    <a:pt x="6664" y="4593"/>
                    <a:pt x="6664" y="4951"/>
                    <a:pt x="6444" y="5171"/>
                  </a:cubicBezTo>
                  <a:cubicBezTo>
                    <a:pt x="6335" y="5281"/>
                    <a:pt x="6190" y="5336"/>
                    <a:pt x="6045" y="5336"/>
                  </a:cubicBezTo>
                  <a:cubicBezTo>
                    <a:pt x="5901" y="5336"/>
                    <a:pt x="5756" y="5281"/>
                    <a:pt x="5646" y="5171"/>
                  </a:cubicBezTo>
                  <a:cubicBezTo>
                    <a:pt x="4984" y="4509"/>
                    <a:pt x="4984" y="3440"/>
                    <a:pt x="5646" y="2777"/>
                  </a:cubicBezTo>
                  <a:cubicBezTo>
                    <a:pt x="5756" y="2666"/>
                    <a:pt x="5901" y="2610"/>
                    <a:pt x="6045" y="2610"/>
                  </a:cubicBezTo>
                  <a:close/>
                  <a:moveTo>
                    <a:pt x="7787" y="1"/>
                  </a:moveTo>
                  <a:cubicBezTo>
                    <a:pt x="4463" y="1"/>
                    <a:pt x="3204" y="1064"/>
                    <a:pt x="919" y="2997"/>
                  </a:cubicBezTo>
                  <a:lnTo>
                    <a:pt x="271" y="3542"/>
                  </a:lnTo>
                  <a:cubicBezTo>
                    <a:pt x="0" y="3765"/>
                    <a:pt x="0" y="4181"/>
                    <a:pt x="271" y="4406"/>
                  </a:cubicBezTo>
                  <a:lnTo>
                    <a:pt x="856" y="4897"/>
                  </a:lnTo>
                  <a:cubicBezTo>
                    <a:pt x="3147" y="6837"/>
                    <a:pt x="4412" y="7906"/>
                    <a:pt x="7787" y="7906"/>
                  </a:cubicBezTo>
                  <a:cubicBezTo>
                    <a:pt x="8450" y="7902"/>
                    <a:pt x="9106" y="7788"/>
                    <a:pt x="9730" y="7574"/>
                  </a:cubicBezTo>
                  <a:cubicBezTo>
                    <a:pt x="8357" y="6951"/>
                    <a:pt x="7456" y="5602"/>
                    <a:pt x="7411" y="4093"/>
                  </a:cubicBezTo>
                  <a:cubicBezTo>
                    <a:pt x="7366" y="2588"/>
                    <a:pt x="8179" y="1184"/>
                    <a:pt x="9513" y="480"/>
                  </a:cubicBezTo>
                  <a:cubicBezTo>
                    <a:pt x="9603" y="432"/>
                    <a:pt x="9697" y="398"/>
                    <a:pt x="9790" y="356"/>
                  </a:cubicBezTo>
                  <a:cubicBezTo>
                    <a:pt x="9149" y="124"/>
                    <a:pt x="8471" y="4"/>
                    <a:pt x="77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60" name="Google Shape;5560;p57"/>
            <p:cNvSpPr/>
            <p:nvPr/>
          </p:nvSpPr>
          <p:spPr>
            <a:xfrm>
              <a:off x="6587875" y="3385100"/>
              <a:ext cx="130325" cy="140500"/>
            </a:xfrm>
            <a:custGeom>
              <a:rect b="b" l="l" r="r" t="t"/>
              <a:pathLst>
                <a:path extrusionOk="0" h="5620" w="5213">
                  <a:moveTo>
                    <a:pt x="2343" y="1789"/>
                  </a:moveTo>
                  <a:cubicBezTo>
                    <a:pt x="2633" y="1789"/>
                    <a:pt x="2912" y="2015"/>
                    <a:pt x="2912" y="2355"/>
                  </a:cubicBezTo>
                  <a:cubicBezTo>
                    <a:pt x="2912" y="2665"/>
                    <a:pt x="2659" y="2918"/>
                    <a:pt x="2349" y="2918"/>
                  </a:cubicBezTo>
                  <a:cubicBezTo>
                    <a:pt x="1846" y="2918"/>
                    <a:pt x="1593" y="2310"/>
                    <a:pt x="1948" y="1955"/>
                  </a:cubicBezTo>
                  <a:cubicBezTo>
                    <a:pt x="2063" y="1840"/>
                    <a:pt x="2204" y="1789"/>
                    <a:pt x="2343" y="1789"/>
                  </a:cubicBezTo>
                  <a:close/>
                  <a:moveTo>
                    <a:pt x="2846" y="0"/>
                  </a:moveTo>
                  <a:cubicBezTo>
                    <a:pt x="2394" y="0"/>
                    <a:pt x="1947" y="85"/>
                    <a:pt x="1539" y="301"/>
                  </a:cubicBezTo>
                  <a:cubicBezTo>
                    <a:pt x="645" y="774"/>
                    <a:pt x="72" y="1687"/>
                    <a:pt x="36" y="2698"/>
                  </a:cubicBezTo>
                  <a:cubicBezTo>
                    <a:pt x="0" y="3707"/>
                    <a:pt x="506" y="4662"/>
                    <a:pt x="1367" y="5195"/>
                  </a:cubicBezTo>
                  <a:cubicBezTo>
                    <a:pt x="1792" y="5460"/>
                    <a:pt x="2280" y="5607"/>
                    <a:pt x="2782" y="5619"/>
                  </a:cubicBezTo>
                  <a:cubicBezTo>
                    <a:pt x="3752" y="4957"/>
                    <a:pt x="4550" y="4078"/>
                    <a:pt x="5119" y="3051"/>
                  </a:cubicBezTo>
                  <a:cubicBezTo>
                    <a:pt x="5213" y="2882"/>
                    <a:pt x="5213" y="2674"/>
                    <a:pt x="5119" y="2506"/>
                  </a:cubicBezTo>
                  <a:cubicBezTo>
                    <a:pt x="4568" y="1512"/>
                    <a:pt x="3797" y="654"/>
                    <a:pt x="2870" y="0"/>
                  </a:cubicBezTo>
                  <a:cubicBezTo>
                    <a:pt x="2862" y="0"/>
                    <a:pt x="2854" y="0"/>
                    <a:pt x="28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61" name="Google Shape;5561;p57"/>
            <p:cNvSpPr/>
            <p:nvPr/>
          </p:nvSpPr>
          <p:spPr>
            <a:xfrm>
              <a:off x="6234950" y="3469100"/>
              <a:ext cx="165050" cy="141200"/>
            </a:xfrm>
            <a:custGeom>
              <a:rect b="b" l="l" r="r" t="t"/>
              <a:pathLst>
                <a:path extrusionOk="0" h="5648" w="6602">
                  <a:moveTo>
                    <a:pt x="3990" y="1"/>
                  </a:moveTo>
                  <a:cubicBezTo>
                    <a:pt x="1807" y="1"/>
                    <a:pt x="0" y="1772"/>
                    <a:pt x="0" y="3955"/>
                  </a:cubicBezTo>
                  <a:lnTo>
                    <a:pt x="0" y="5084"/>
                  </a:lnTo>
                  <a:cubicBezTo>
                    <a:pt x="0" y="5394"/>
                    <a:pt x="253" y="5647"/>
                    <a:pt x="566" y="5647"/>
                  </a:cubicBezTo>
                  <a:lnTo>
                    <a:pt x="1696" y="5647"/>
                  </a:lnTo>
                  <a:cubicBezTo>
                    <a:pt x="4014" y="5647"/>
                    <a:pt x="5996" y="4075"/>
                    <a:pt x="6601" y="1943"/>
                  </a:cubicBezTo>
                  <a:cubicBezTo>
                    <a:pt x="6324" y="1717"/>
                    <a:pt x="6041" y="1476"/>
                    <a:pt x="5740" y="1223"/>
                  </a:cubicBezTo>
                  <a:lnTo>
                    <a:pt x="5481" y="1004"/>
                  </a:lnTo>
                  <a:lnTo>
                    <a:pt x="4391" y="2097"/>
                  </a:lnTo>
                  <a:cubicBezTo>
                    <a:pt x="4281" y="2203"/>
                    <a:pt x="4139" y="2255"/>
                    <a:pt x="3997" y="2255"/>
                  </a:cubicBezTo>
                  <a:cubicBezTo>
                    <a:pt x="3852" y="2255"/>
                    <a:pt x="3708" y="2200"/>
                    <a:pt x="3599" y="2091"/>
                  </a:cubicBezTo>
                  <a:cubicBezTo>
                    <a:pt x="3379" y="1871"/>
                    <a:pt x="3376" y="1519"/>
                    <a:pt x="3593" y="1299"/>
                  </a:cubicBezTo>
                  <a:lnTo>
                    <a:pt x="4611" y="278"/>
                  </a:lnTo>
                  <a:lnTo>
                    <a:pt x="42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62" name="Google Shape;5562;p57"/>
            <p:cNvSpPr/>
            <p:nvPr/>
          </p:nvSpPr>
          <p:spPr>
            <a:xfrm>
              <a:off x="6234950" y="3299725"/>
              <a:ext cx="165050" cy="141175"/>
            </a:xfrm>
            <a:custGeom>
              <a:rect b="b" l="l" r="r" t="t"/>
              <a:pathLst>
                <a:path extrusionOk="0" h="5647" w="6602">
                  <a:moveTo>
                    <a:pt x="566" y="1"/>
                  </a:moveTo>
                  <a:cubicBezTo>
                    <a:pt x="253" y="1"/>
                    <a:pt x="3" y="254"/>
                    <a:pt x="3" y="567"/>
                  </a:cubicBezTo>
                  <a:lnTo>
                    <a:pt x="3" y="1699"/>
                  </a:lnTo>
                  <a:cubicBezTo>
                    <a:pt x="0" y="3879"/>
                    <a:pt x="1807" y="5647"/>
                    <a:pt x="3990" y="5647"/>
                  </a:cubicBezTo>
                  <a:lnTo>
                    <a:pt x="4285" y="5647"/>
                  </a:lnTo>
                  <a:lnTo>
                    <a:pt x="4611" y="5373"/>
                  </a:lnTo>
                  <a:lnTo>
                    <a:pt x="3593" y="4352"/>
                  </a:lnTo>
                  <a:cubicBezTo>
                    <a:pt x="3379" y="4132"/>
                    <a:pt x="3382" y="3780"/>
                    <a:pt x="3599" y="3563"/>
                  </a:cubicBezTo>
                  <a:cubicBezTo>
                    <a:pt x="3710" y="3451"/>
                    <a:pt x="3856" y="3396"/>
                    <a:pt x="4001" y="3396"/>
                  </a:cubicBezTo>
                  <a:cubicBezTo>
                    <a:pt x="4142" y="3396"/>
                    <a:pt x="4282" y="3448"/>
                    <a:pt x="4391" y="3554"/>
                  </a:cubicBezTo>
                  <a:lnTo>
                    <a:pt x="5481" y="4644"/>
                  </a:lnTo>
                  <a:lnTo>
                    <a:pt x="5809" y="4370"/>
                  </a:lnTo>
                  <a:cubicBezTo>
                    <a:pt x="6083" y="4138"/>
                    <a:pt x="6345" y="3918"/>
                    <a:pt x="6601" y="3704"/>
                  </a:cubicBezTo>
                  <a:cubicBezTo>
                    <a:pt x="5996" y="1575"/>
                    <a:pt x="4017" y="1"/>
                    <a:pt x="1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563" name="Google Shape;5563;p57"/>
          <p:cNvGrpSpPr/>
          <p:nvPr/>
        </p:nvGrpSpPr>
        <p:grpSpPr>
          <a:xfrm>
            <a:off x="5043532" y="3125970"/>
            <a:ext cx="318042" cy="339253"/>
            <a:chOff x="914900" y="3806450"/>
            <a:chExt cx="451700" cy="481825"/>
          </a:xfrm>
        </p:grpSpPr>
        <p:sp>
          <p:nvSpPr>
            <p:cNvPr id="5564" name="Google Shape;5564;p57"/>
            <p:cNvSpPr/>
            <p:nvPr/>
          </p:nvSpPr>
          <p:spPr>
            <a:xfrm>
              <a:off x="914900" y="4174425"/>
              <a:ext cx="423400" cy="113850"/>
            </a:xfrm>
            <a:custGeom>
              <a:rect b="b" l="l" r="r" t="t"/>
              <a:pathLst>
                <a:path extrusionOk="0" h="4554" w="16936">
                  <a:moveTo>
                    <a:pt x="564" y="0"/>
                  </a:moveTo>
                  <a:cubicBezTo>
                    <a:pt x="250" y="0"/>
                    <a:pt x="0" y="250"/>
                    <a:pt x="0" y="563"/>
                  </a:cubicBezTo>
                  <a:cubicBezTo>
                    <a:pt x="0" y="877"/>
                    <a:pt x="250" y="1130"/>
                    <a:pt x="564" y="1130"/>
                  </a:cubicBezTo>
                  <a:lnTo>
                    <a:pt x="2259" y="1130"/>
                  </a:lnTo>
                  <a:lnTo>
                    <a:pt x="2259" y="2861"/>
                  </a:lnTo>
                  <a:cubicBezTo>
                    <a:pt x="2259" y="3795"/>
                    <a:pt x="3015" y="4553"/>
                    <a:pt x="3951" y="4553"/>
                  </a:cubicBezTo>
                  <a:cubicBezTo>
                    <a:pt x="4264" y="4553"/>
                    <a:pt x="4517" y="4300"/>
                    <a:pt x="4517" y="3990"/>
                  </a:cubicBezTo>
                  <a:lnTo>
                    <a:pt x="4517" y="1130"/>
                  </a:lnTo>
                  <a:lnTo>
                    <a:pt x="5646" y="1130"/>
                  </a:lnTo>
                  <a:lnTo>
                    <a:pt x="5646" y="1693"/>
                  </a:lnTo>
                  <a:cubicBezTo>
                    <a:pt x="5646" y="2629"/>
                    <a:pt x="6402" y="3424"/>
                    <a:pt x="7339" y="3424"/>
                  </a:cubicBezTo>
                  <a:cubicBezTo>
                    <a:pt x="7652" y="3424"/>
                    <a:pt x="7905" y="3171"/>
                    <a:pt x="7905" y="2861"/>
                  </a:cubicBezTo>
                  <a:lnTo>
                    <a:pt x="7905" y="1130"/>
                  </a:lnTo>
                  <a:lnTo>
                    <a:pt x="9034" y="1130"/>
                  </a:lnTo>
                  <a:lnTo>
                    <a:pt x="9034" y="3990"/>
                  </a:lnTo>
                  <a:cubicBezTo>
                    <a:pt x="9034" y="4300"/>
                    <a:pt x="9284" y="4553"/>
                    <a:pt x="9597" y="4553"/>
                  </a:cubicBezTo>
                  <a:cubicBezTo>
                    <a:pt x="9910" y="4553"/>
                    <a:pt x="10163" y="4300"/>
                    <a:pt x="10163" y="3990"/>
                  </a:cubicBezTo>
                  <a:lnTo>
                    <a:pt x="10163" y="1130"/>
                  </a:lnTo>
                  <a:lnTo>
                    <a:pt x="16373" y="1130"/>
                  </a:lnTo>
                  <a:cubicBezTo>
                    <a:pt x="16686" y="1130"/>
                    <a:pt x="16936" y="877"/>
                    <a:pt x="16936" y="563"/>
                  </a:cubicBezTo>
                  <a:cubicBezTo>
                    <a:pt x="16936" y="250"/>
                    <a:pt x="16686" y="0"/>
                    <a:pt x="163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65" name="Google Shape;5565;p57"/>
            <p:cNvSpPr/>
            <p:nvPr/>
          </p:nvSpPr>
          <p:spPr>
            <a:xfrm>
              <a:off x="971350" y="3806450"/>
              <a:ext cx="254100" cy="339775"/>
            </a:xfrm>
            <a:custGeom>
              <a:rect b="b" l="l" r="r" t="t"/>
              <a:pathLst>
                <a:path extrusionOk="0" h="13591" w="10164">
                  <a:moveTo>
                    <a:pt x="7563" y="2032"/>
                  </a:moveTo>
                  <a:cubicBezTo>
                    <a:pt x="7853" y="2032"/>
                    <a:pt x="8131" y="2256"/>
                    <a:pt x="8131" y="2596"/>
                  </a:cubicBezTo>
                  <a:cubicBezTo>
                    <a:pt x="8131" y="2937"/>
                    <a:pt x="7852" y="3163"/>
                    <a:pt x="7562" y="3163"/>
                  </a:cubicBezTo>
                  <a:cubicBezTo>
                    <a:pt x="7423" y="3163"/>
                    <a:pt x="7282" y="3111"/>
                    <a:pt x="7168" y="2997"/>
                  </a:cubicBezTo>
                  <a:cubicBezTo>
                    <a:pt x="6945" y="2777"/>
                    <a:pt x="6945" y="2418"/>
                    <a:pt x="7168" y="2199"/>
                  </a:cubicBezTo>
                  <a:cubicBezTo>
                    <a:pt x="7283" y="2083"/>
                    <a:pt x="7425" y="2032"/>
                    <a:pt x="7563" y="2032"/>
                  </a:cubicBezTo>
                  <a:close/>
                  <a:moveTo>
                    <a:pt x="7339" y="0"/>
                  </a:moveTo>
                  <a:cubicBezTo>
                    <a:pt x="5412" y="0"/>
                    <a:pt x="3759" y="1087"/>
                    <a:pt x="2901" y="2668"/>
                  </a:cubicBezTo>
                  <a:cubicBezTo>
                    <a:pt x="2852" y="2674"/>
                    <a:pt x="2804" y="2686"/>
                    <a:pt x="2762" y="2704"/>
                  </a:cubicBezTo>
                  <a:cubicBezTo>
                    <a:pt x="2602" y="2782"/>
                    <a:pt x="2431" y="2819"/>
                    <a:pt x="2260" y="2819"/>
                  </a:cubicBezTo>
                  <a:cubicBezTo>
                    <a:pt x="1967" y="2819"/>
                    <a:pt x="1678" y="2707"/>
                    <a:pt x="1458" y="2494"/>
                  </a:cubicBezTo>
                  <a:cubicBezTo>
                    <a:pt x="1247" y="2280"/>
                    <a:pt x="1127" y="1994"/>
                    <a:pt x="1130" y="1696"/>
                  </a:cubicBezTo>
                  <a:cubicBezTo>
                    <a:pt x="1130" y="1395"/>
                    <a:pt x="1247" y="1178"/>
                    <a:pt x="1458" y="964"/>
                  </a:cubicBezTo>
                  <a:cubicBezTo>
                    <a:pt x="1681" y="744"/>
                    <a:pt x="1681" y="386"/>
                    <a:pt x="1458" y="166"/>
                  </a:cubicBezTo>
                  <a:cubicBezTo>
                    <a:pt x="1348" y="56"/>
                    <a:pt x="1204" y="1"/>
                    <a:pt x="1059" y="1"/>
                  </a:cubicBezTo>
                  <a:cubicBezTo>
                    <a:pt x="915" y="1"/>
                    <a:pt x="770" y="56"/>
                    <a:pt x="660" y="166"/>
                  </a:cubicBezTo>
                  <a:cubicBezTo>
                    <a:pt x="236" y="594"/>
                    <a:pt x="1" y="1093"/>
                    <a:pt x="1" y="1696"/>
                  </a:cubicBezTo>
                  <a:cubicBezTo>
                    <a:pt x="1" y="2942"/>
                    <a:pt x="1010" y="3954"/>
                    <a:pt x="2259" y="3954"/>
                  </a:cubicBezTo>
                  <a:cubicBezTo>
                    <a:pt x="2307" y="3954"/>
                    <a:pt x="2353" y="3939"/>
                    <a:pt x="2401" y="3936"/>
                  </a:cubicBezTo>
                  <a:lnTo>
                    <a:pt x="2401" y="3936"/>
                  </a:lnTo>
                  <a:cubicBezTo>
                    <a:pt x="2319" y="4282"/>
                    <a:pt x="2274" y="4635"/>
                    <a:pt x="2265" y="4990"/>
                  </a:cubicBezTo>
                  <a:cubicBezTo>
                    <a:pt x="2976" y="4680"/>
                    <a:pt x="3741" y="4517"/>
                    <a:pt x="4518" y="4517"/>
                  </a:cubicBezTo>
                  <a:lnTo>
                    <a:pt x="5081" y="4517"/>
                  </a:lnTo>
                  <a:cubicBezTo>
                    <a:pt x="6017" y="4517"/>
                    <a:pt x="6773" y="5276"/>
                    <a:pt x="6776" y="6213"/>
                  </a:cubicBezTo>
                  <a:lnTo>
                    <a:pt x="6776" y="9073"/>
                  </a:lnTo>
                  <a:cubicBezTo>
                    <a:pt x="6776" y="10925"/>
                    <a:pt x="5864" y="12557"/>
                    <a:pt x="4482" y="13590"/>
                  </a:cubicBezTo>
                  <a:lnTo>
                    <a:pt x="6210" y="13590"/>
                  </a:lnTo>
                  <a:cubicBezTo>
                    <a:pt x="8393" y="13590"/>
                    <a:pt x="10164" y="11820"/>
                    <a:pt x="10164" y="9636"/>
                  </a:cubicBezTo>
                  <a:lnTo>
                    <a:pt x="10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66" name="Google Shape;5566;p57"/>
            <p:cNvSpPr/>
            <p:nvPr/>
          </p:nvSpPr>
          <p:spPr>
            <a:xfrm>
              <a:off x="971350" y="3947600"/>
              <a:ext cx="141175" cy="198625"/>
            </a:xfrm>
            <a:custGeom>
              <a:rect b="b" l="l" r="r" t="t"/>
              <a:pathLst>
                <a:path extrusionOk="0" h="7945" w="5647">
                  <a:moveTo>
                    <a:pt x="4518" y="0"/>
                  </a:moveTo>
                  <a:cubicBezTo>
                    <a:pt x="2021" y="0"/>
                    <a:pt x="1" y="2060"/>
                    <a:pt x="1" y="4556"/>
                  </a:cubicBezTo>
                  <a:lnTo>
                    <a:pt x="1" y="6815"/>
                  </a:lnTo>
                  <a:cubicBezTo>
                    <a:pt x="934" y="6812"/>
                    <a:pt x="1693" y="6056"/>
                    <a:pt x="1693" y="5120"/>
                  </a:cubicBezTo>
                  <a:cubicBezTo>
                    <a:pt x="1693" y="4806"/>
                    <a:pt x="1946" y="4556"/>
                    <a:pt x="2259" y="4556"/>
                  </a:cubicBezTo>
                  <a:cubicBezTo>
                    <a:pt x="2569" y="4556"/>
                    <a:pt x="2822" y="4806"/>
                    <a:pt x="2822" y="5120"/>
                  </a:cubicBezTo>
                  <a:cubicBezTo>
                    <a:pt x="2822" y="6547"/>
                    <a:pt x="1753" y="7718"/>
                    <a:pt x="377" y="7905"/>
                  </a:cubicBezTo>
                  <a:cubicBezTo>
                    <a:pt x="434" y="7929"/>
                    <a:pt x="501" y="7941"/>
                    <a:pt x="564" y="7944"/>
                  </a:cubicBezTo>
                  <a:lnTo>
                    <a:pt x="1130" y="7944"/>
                  </a:lnTo>
                  <a:cubicBezTo>
                    <a:pt x="3623" y="7944"/>
                    <a:pt x="5647" y="5921"/>
                    <a:pt x="5647" y="3427"/>
                  </a:cubicBezTo>
                  <a:lnTo>
                    <a:pt x="5647" y="567"/>
                  </a:lnTo>
                  <a:cubicBezTo>
                    <a:pt x="5647" y="253"/>
                    <a:pt x="5394" y="0"/>
                    <a:pt x="50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67" name="Google Shape;5567;p57"/>
            <p:cNvSpPr/>
            <p:nvPr/>
          </p:nvSpPr>
          <p:spPr>
            <a:xfrm>
              <a:off x="1253675" y="3806450"/>
              <a:ext cx="112925" cy="90350"/>
            </a:xfrm>
            <a:custGeom>
              <a:rect b="b" l="l" r="r" t="t"/>
              <a:pathLst>
                <a:path extrusionOk="0" h="3614" w="4517">
                  <a:moveTo>
                    <a:pt x="0" y="0"/>
                  </a:moveTo>
                  <a:lnTo>
                    <a:pt x="0" y="1696"/>
                  </a:lnTo>
                  <a:cubicBezTo>
                    <a:pt x="142" y="1685"/>
                    <a:pt x="428" y="1669"/>
                    <a:pt x="771" y="1669"/>
                  </a:cubicBezTo>
                  <a:cubicBezTo>
                    <a:pt x="1415" y="1669"/>
                    <a:pt x="2264" y="1726"/>
                    <a:pt x="2749" y="1988"/>
                  </a:cubicBezTo>
                  <a:cubicBezTo>
                    <a:pt x="3355" y="2313"/>
                    <a:pt x="4062" y="3078"/>
                    <a:pt x="4517" y="3614"/>
                  </a:cubicBezTo>
                  <a:lnTo>
                    <a:pt x="4517" y="2259"/>
                  </a:lnTo>
                  <a:cubicBezTo>
                    <a:pt x="4517" y="1012"/>
                    <a:pt x="3505" y="0"/>
                    <a:pt x="22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68" name="Google Shape;5568;p57"/>
            <p:cNvSpPr/>
            <p:nvPr/>
          </p:nvSpPr>
          <p:spPr>
            <a:xfrm>
              <a:off x="1253600" y="3876425"/>
              <a:ext cx="95025" cy="42975"/>
            </a:xfrm>
            <a:custGeom>
              <a:rect b="b" l="l" r="r" t="t"/>
              <a:pathLst>
                <a:path extrusionOk="0" h="1719" w="3801">
                  <a:moveTo>
                    <a:pt x="726" y="0"/>
                  </a:moveTo>
                  <a:cubicBezTo>
                    <a:pt x="478" y="0"/>
                    <a:pt x="239" y="9"/>
                    <a:pt x="42" y="23"/>
                  </a:cubicBezTo>
                  <a:lnTo>
                    <a:pt x="0" y="23"/>
                  </a:lnTo>
                  <a:lnTo>
                    <a:pt x="3" y="1718"/>
                  </a:lnTo>
                  <a:lnTo>
                    <a:pt x="3800" y="1718"/>
                  </a:lnTo>
                  <a:cubicBezTo>
                    <a:pt x="3379" y="1203"/>
                    <a:pt x="2692" y="438"/>
                    <a:pt x="2219" y="182"/>
                  </a:cubicBezTo>
                  <a:cubicBezTo>
                    <a:pt x="1969" y="49"/>
                    <a:pt x="1321" y="0"/>
                    <a:pt x="7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569" name="Google Shape;5569;p57"/>
          <p:cNvGrpSpPr/>
          <p:nvPr/>
        </p:nvGrpSpPr>
        <p:grpSpPr>
          <a:xfrm>
            <a:off x="5462454" y="3125785"/>
            <a:ext cx="346347" cy="339623"/>
            <a:chOff x="1490050" y="3805975"/>
            <a:chExt cx="491900" cy="482350"/>
          </a:xfrm>
        </p:grpSpPr>
        <p:sp>
          <p:nvSpPr>
            <p:cNvPr id="5570" name="Google Shape;5570;p57"/>
            <p:cNvSpPr/>
            <p:nvPr/>
          </p:nvSpPr>
          <p:spPr>
            <a:xfrm>
              <a:off x="1541775" y="3877050"/>
              <a:ext cx="302500" cy="277225"/>
            </a:xfrm>
            <a:custGeom>
              <a:rect b="b" l="l" r="r" t="t"/>
              <a:pathLst>
                <a:path extrusionOk="0" h="11089" w="1210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71" name="Google Shape;5571;p57"/>
            <p:cNvSpPr/>
            <p:nvPr/>
          </p:nvSpPr>
          <p:spPr>
            <a:xfrm>
              <a:off x="1824450" y="3805975"/>
              <a:ext cx="157500" cy="150525"/>
            </a:xfrm>
            <a:custGeom>
              <a:rect b="b" l="l" r="r" t="t"/>
              <a:pathLst>
                <a:path extrusionOk="0" h="6021" w="630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72" name="Google Shape;5572;p57"/>
            <p:cNvSpPr/>
            <p:nvPr/>
          </p:nvSpPr>
          <p:spPr>
            <a:xfrm>
              <a:off x="1626675" y="3936600"/>
              <a:ext cx="277225" cy="302600"/>
            </a:xfrm>
            <a:custGeom>
              <a:rect b="b" l="l" r="r" t="t"/>
              <a:pathLst>
                <a:path extrusionOk="0" h="12104" w="11089">
                  <a:moveTo>
                    <a:pt x="9501" y="1"/>
                  </a:moveTo>
                  <a:lnTo>
                    <a:pt x="1" y="9501"/>
                  </a:lnTo>
                  <a:cubicBezTo>
                    <a:pt x="537" y="10254"/>
                    <a:pt x="745" y="11194"/>
                    <a:pt x="576" y="12103"/>
                  </a:cubicBezTo>
                  <a:lnTo>
                    <a:pt x="11088" y="1591"/>
                  </a:lnTo>
                  <a:lnTo>
                    <a:pt x="950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73" name="Google Shape;5573;p57"/>
            <p:cNvSpPr/>
            <p:nvPr/>
          </p:nvSpPr>
          <p:spPr>
            <a:xfrm>
              <a:off x="1490050" y="4166500"/>
              <a:ext cx="129950" cy="121825"/>
            </a:xfrm>
            <a:custGeom>
              <a:rect b="b" l="l" r="r" t="t"/>
              <a:pathLst>
                <a:path extrusionOk="0" h="4873" w="5198">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574" name="Google Shape;5574;p57"/>
          <p:cNvGrpSpPr/>
          <p:nvPr/>
        </p:nvGrpSpPr>
        <p:grpSpPr>
          <a:xfrm>
            <a:off x="5886322" y="3125970"/>
            <a:ext cx="311899" cy="339253"/>
            <a:chOff x="2104275" y="3806450"/>
            <a:chExt cx="442975" cy="481825"/>
          </a:xfrm>
        </p:grpSpPr>
        <p:sp>
          <p:nvSpPr>
            <p:cNvPr id="5575" name="Google Shape;5575;p57"/>
            <p:cNvSpPr/>
            <p:nvPr/>
          </p:nvSpPr>
          <p:spPr>
            <a:xfrm>
              <a:off x="2104275" y="3806450"/>
              <a:ext cx="442975" cy="481825"/>
            </a:xfrm>
            <a:custGeom>
              <a:rect b="b" l="l" r="r" t="t"/>
              <a:pathLst>
                <a:path extrusionOk="0" h="19273" w="17719">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76" name="Google Shape;5576;p57"/>
            <p:cNvSpPr/>
            <p:nvPr/>
          </p:nvSpPr>
          <p:spPr>
            <a:xfrm>
              <a:off x="2284200" y="4005050"/>
              <a:ext cx="84700" cy="84700"/>
            </a:xfrm>
            <a:custGeom>
              <a:rect b="b" l="l" r="r" t="t"/>
              <a:pathLst>
                <a:path extrusionOk="0" h="3388" w="3388">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577" name="Google Shape;5577;p57"/>
          <p:cNvGrpSpPr/>
          <p:nvPr/>
        </p:nvGrpSpPr>
        <p:grpSpPr>
          <a:xfrm>
            <a:off x="6309839" y="3125970"/>
            <a:ext cx="293416" cy="339253"/>
            <a:chOff x="2710875" y="3806450"/>
            <a:chExt cx="416725" cy="481825"/>
          </a:xfrm>
        </p:grpSpPr>
        <p:sp>
          <p:nvSpPr>
            <p:cNvPr id="5578" name="Google Shape;5578;p57"/>
            <p:cNvSpPr/>
            <p:nvPr/>
          </p:nvSpPr>
          <p:spPr>
            <a:xfrm>
              <a:off x="2710875" y="4144450"/>
              <a:ext cx="416725" cy="143825"/>
            </a:xfrm>
            <a:custGeom>
              <a:rect b="b" l="l" r="r" t="t"/>
              <a:pathLst>
                <a:path extrusionOk="0" h="5753" w="16669">
                  <a:moveTo>
                    <a:pt x="2313" y="1"/>
                  </a:moveTo>
                  <a:lnTo>
                    <a:pt x="260" y="3590"/>
                  </a:lnTo>
                  <a:cubicBezTo>
                    <a:pt x="1" y="4039"/>
                    <a:pt x="1" y="4590"/>
                    <a:pt x="266" y="5036"/>
                  </a:cubicBezTo>
                  <a:cubicBezTo>
                    <a:pt x="517" y="5479"/>
                    <a:pt x="986" y="5752"/>
                    <a:pt x="1495" y="5752"/>
                  </a:cubicBezTo>
                  <a:cubicBezTo>
                    <a:pt x="1498" y="5752"/>
                    <a:pt x="1501" y="5752"/>
                    <a:pt x="1503" y="5752"/>
                  </a:cubicBezTo>
                  <a:lnTo>
                    <a:pt x="15165" y="5752"/>
                  </a:lnTo>
                  <a:cubicBezTo>
                    <a:pt x="15168" y="5752"/>
                    <a:pt x="15171" y="5752"/>
                    <a:pt x="15174" y="5752"/>
                  </a:cubicBezTo>
                  <a:cubicBezTo>
                    <a:pt x="15682" y="5752"/>
                    <a:pt x="16151" y="5479"/>
                    <a:pt x="16403" y="5036"/>
                  </a:cubicBezTo>
                  <a:cubicBezTo>
                    <a:pt x="16668" y="4590"/>
                    <a:pt x="16668" y="4039"/>
                    <a:pt x="16409" y="3590"/>
                  </a:cubicBezTo>
                  <a:lnTo>
                    <a:pt x="143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79" name="Google Shape;5579;p57"/>
            <p:cNvSpPr/>
            <p:nvPr/>
          </p:nvSpPr>
          <p:spPr>
            <a:xfrm>
              <a:off x="2784800" y="3806450"/>
              <a:ext cx="268850" cy="309800"/>
            </a:xfrm>
            <a:custGeom>
              <a:rect b="b" l="l" r="r" t="t"/>
              <a:pathLst>
                <a:path extrusionOk="0" h="12392" w="10754">
                  <a:moveTo>
                    <a:pt x="5379" y="8113"/>
                  </a:moveTo>
                  <a:cubicBezTo>
                    <a:pt x="5882" y="8113"/>
                    <a:pt x="6132" y="8721"/>
                    <a:pt x="5776" y="9076"/>
                  </a:cubicBezTo>
                  <a:cubicBezTo>
                    <a:pt x="5661" y="9192"/>
                    <a:pt x="5519" y="9244"/>
                    <a:pt x="5380" y="9244"/>
                  </a:cubicBezTo>
                  <a:cubicBezTo>
                    <a:pt x="5091" y="9244"/>
                    <a:pt x="4813" y="9019"/>
                    <a:pt x="4813" y="8679"/>
                  </a:cubicBezTo>
                  <a:cubicBezTo>
                    <a:pt x="4813" y="8366"/>
                    <a:pt x="5066" y="8113"/>
                    <a:pt x="5379" y="8113"/>
                  </a:cubicBezTo>
                  <a:close/>
                  <a:moveTo>
                    <a:pt x="4280" y="9989"/>
                  </a:moveTo>
                  <a:cubicBezTo>
                    <a:pt x="4783" y="9989"/>
                    <a:pt x="5036" y="10597"/>
                    <a:pt x="4680" y="10952"/>
                  </a:cubicBezTo>
                  <a:cubicBezTo>
                    <a:pt x="4566" y="11067"/>
                    <a:pt x="4425" y="11118"/>
                    <a:pt x="4286" y="11118"/>
                  </a:cubicBezTo>
                  <a:cubicBezTo>
                    <a:pt x="3996" y="11118"/>
                    <a:pt x="3717" y="10892"/>
                    <a:pt x="3717" y="10552"/>
                  </a:cubicBezTo>
                  <a:cubicBezTo>
                    <a:pt x="3717" y="10242"/>
                    <a:pt x="3970" y="9989"/>
                    <a:pt x="4280" y="9989"/>
                  </a:cubicBezTo>
                  <a:close/>
                  <a:moveTo>
                    <a:pt x="6475" y="9989"/>
                  </a:moveTo>
                  <a:cubicBezTo>
                    <a:pt x="6978" y="9989"/>
                    <a:pt x="7231" y="10597"/>
                    <a:pt x="6875" y="10952"/>
                  </a:cubicBezTo>
                  <a:cubicBezTo>
                    <a:pt x="6761" y="11067"/>
                    <a:pt x="6620" y="11118"/>
                    <a:pt x="6481" y="11118"/>
                  </a:cubicBezTo>
                  <a:cubicBezTo>
                    <a:pt x="6191" y="11118"/>
                    <a:pt x="5912" y="10892"/>
                    <a:pt x="5912" y="10552"/>
                  </a:cubicBezTo>
                  <a:cubicBezTo>
                    <a:pt x="5912" y="10242"/>
                    <a:pt x="6162" y="9989"/>
                    <a:pt x="6475" y="9989"/>
                  </a:cubicBezTo>
                  <a:close/>
                  <a:moveTo>
                    <a:pt x="1744" y="0"/>
                  </a:moveTo>
                  <a:cubicBezTo>
                    <a:pt x="1434" y="0"/>
                    <a:pt x="1181" y="253"/>
                    <a:pt x="1181" y="566"/>
                  </a:cubicBezTo>
                  <a:cubicBezTo>
                    <a:pt x="1181" y="877"/>
                    <a:pt x="1434" y="1130"/>
                    <a:pt x="1744" y="1130"/>
                  </a:cubicBezTo>
                  <a:lnTo>
                    <a:pt x="2259" y="1130"/>
                  </a:lnTo>
                  <a:lnTo>
                    <a:pt x="2259" y="8444"/>
                  </a:lnTo>
                  <a:lnTo>
                    <a:pt x="1" y="12392"/>
                  </a:lnTo>
                  <a:lnTo>
                    <a:pt x="10754" y="12392"/>
                  </a:lnTo>
                  <a:lnTo>
                    <a:pt x="8496" y="8444"/>
                  </a:lnTo>
                  <a:lnTo>
                    <a:pt x="8496" y="1130"/>
                  </a:lnTo>
                  <a:lnTo>
                    <a:pt x="9010" y="1130"/>
                  </a:lnTo>
                  <a:cubicBezTo>
                    <a:pt x="9321" y="1130"/>
                    <a:pt x="9574" y="877"/>
                    <a:pt x="9574" y="566"/>
                  </a:cubicBezTo>
                  <a:cubicBezTo>
                    <a:pt x="9574" y="253"/>
                    <a:pt x="9321" y="0"/>
                    <a:pt x="90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580" name="Google Shape;5580;p57"/>
          <p:cNvGrpSpPr/>
          <p:nvPr/>
        </p:nvGrpSpPr>
        <p:grpSpPr>
          <a:xfrm>
            <a:off x="6704883" y="3166412"/>
            <a:ext cx="339253" cy="258369"/>
            <a:chOff x="3271200" y="3863875"/>
            <a:chExt cx="481825" cy="366950"/>
          </a:xfrm>
        </p:grpSpPr>
        <p:sp>
          <p:nvSpPr>
            <p:cNvPr id="5581" name="Google Shape;5581;p57"/>
            <p:cNvSpPr/>
            <p:nvPr/>
          </p:nvSpPr>
          <p:spPr>
            <a:xfrm>
              <a:off x="3271200" y="3920350"/>
              <a:ext cx="283225" cy="310475"/>
            </a:xfrm>
            <a:custGeom>
              <a:rect b="b" l="l" r="r" t="t"/>
              <a:pathLst>
                <a:path extrusionOk="0" h="12419" w="11329">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82" name="Google Shape;5582;p57"/>
            <p:cNvSpPr/>
            <p:nvPr/>
          </p:nvSpPr>
          <p:spPr>
            <a:xfrm>
              <a:off x="3526175" y="3863875"/>
              <a:ext cx="226850" cy="310575"/>
            </a:xfrm>
            <a:custGeom>
              <a:rect b="b" l="l" r="r" t="t"/>
              <a:pathLst>
                <a:path extrusionOk="0" h="12423" w="9074">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583" name="Google Shape;5583;p57"/>
          <p:cNvGrpSpPr/>
          <p:nvPr/>
        </p:nvGrpSpPr>
        <p:grpSpPr>
          <a:xfrm>
            <a:off x="7140377" y="3126199"/>
            <a:ext cx="295528" cy="338795"/>
            <a:chOff x="3895050" y="3806775"/>
            <a:chExt cx="419725" cy="481175"/>
          </a:xfrm>
        </p:grpSpPr>
        <p:sp>
          <p:nvSpPr>
            <p:cNvPr id="5584" name="Google Shape;5584;p57"/>
            <p:cNvSpPr/>
            <p:nvPr/>
          </p:nvSpPr>
          <p:spPr>
            <a:xfrm>
              <a:off x="3895050" y="3942650"/>
              <a:ext cx="419725" cy="345300"/>
            </a:xfrm>
            <a:custGeom>
              <a:rect b="b" l="l" r="r" t="t"/>
              <a:pathLst>
                <a:path extrusionOk="0" h="13812" w="16789">
                  <a:moveTo>
                    <a:pt x="4448" y="1"/>
                  </a:moveTo>
                  <a:cubicBezTo>
                    <a:pt x="4233" y="1"/>
                    <a:pt x="4016" y="18"/>
                    <a:pt x="3801" y="54"/>
                  </a:cubicBezTo>
                  <a:cubicBezTo>
                    <a:pt x="1545" y="418"/>
                    <a:pt x="1" y="2604"/>
                    <a:pt x="356" y="4929"/>
                  </a:cubicBezTo>
                  <a:cubicBezTo>
                    <a:pt x="994" y="9100"/>
                    <a:pt x="2205" y="11942"/>
                    <a:pt x="3858" y="13147"/>
                  </a:cubicBezTo>
                  <a:cubicBezTo>
                    <a:pt x="4470" y="13592"/>
                    <a:pt x="5129" y="13811"/>
                    <a:pt x="5863" y="13811"/>
                  </a:cubicBezTo>
                  <a:cubicBezTo>
                    <a:pt x="6071" y="13811"/>
                    <a:pt x="6286" y="13793"/>
                    <a:pt x="6508" y="13758"/>
                  </a:cubicBezTo>
                  <a:cubicBezTo>
                    <a:pt x="7125" y="13659"/>
                    <a:pt x="7610" y="13406"/>
                    <a:pt x="7999" y="12987"/>
                  </a:cubicBezTo>
                  <a:lnTo>
                    <a:pt x="8396" y="12557"/>
                  </a:lnTo>
                  <a:lnTo>
                    <a:pt x="8791" y="12987"/>
                  </a:lnTo>
                  <a:cubicBezTo>
                    <a:pt x="9179" y="13406"/>
                    <a:pt x="9667" y="13659"/>
                    <a:pt x="10281" y="13758"/>
                  </a:cubicBezTo>
                  <a:cubicBezTo>
                    <a:pt x="10503" y="13793"/>
                    <a:pt x="10718" y="13811"/>
                    <a:pt x="10927" y="13811"/>
                  </a:cubicBezTo>
                  <a:cubicBezTo>
                    <a:pt x="11660" y="13811"/>
                    <a:pt x="12319" y="13592"/>
                    <a:pt x="12931" y="13147"/>
                  </a:cubicBezTo>
                  <a:cubicBezTo>
                    <a:pt x="14587" y="11942"/>
                    <a:pt x="15795" y="9100"/>
                    <a:pt x="16433" y="4929"/>
                  </a:cubicBezTo>
                  <a:cubicBezTo>
                    <a:pt x="16788" y="2604"/>
                    <a:pt x="15244" y="418"/>
                    <a:pt x="12988" y="54"/>
                  </a:cubicBezTo>
                  <a:cubicBezTo>
                    <a:pt x="12773" y="18"/>
                    <a:pt x="12556" y="1"/>
                    <a:pt x="12341" y="1"/>
                  </a:cubicBezTo>
                  <a:cubicBezTo>
                    <a:pt x="11461" y="1"/>
                    <a:pt x="10599" y="293"/>
                    <a:pt x="9893" y="840"/>
                  </a:cubicBezTo>
                  <a:cubicBezTo>
                    <a:pt x="9601" y="1063"/>
                    <a:pt x="9263" y="1216"/>
                    <a:pt x="8905" y="1292"/>
                  </a:cubicBezTo>
                  <a:cubicBezTo>
                    <a:pt x="8736" y="1326"/>
                    <a:pt x="8567" y="1343"/>
                    <a:pt x="8397" y="1343"/>
                  </a:cubicBezTo>
                  <a:cubicBezTo>
                    <a:pt x="8296" y="1343"/>
                    <a:pt x="8196" y="1337"/>
                    <a:pt x="8095" y="1325"/>
                  </a:cubicBezTo>
                  <a:cubicBezTo>
                    <a:pt x="7658" y="1273"/>
                    <a:pt x="7246" y="1105"/>
                    <a:pt x="6896" y="840"/>
                  </a:cubicBezTo>
                  <a:cubicBezTo>
                    <a:pt x="6190" y="293"/>
                    <a:pt x="5328" y="1"/>
                    <a:pt x="44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85" name="Google Shape;5585;p57"/>
            <p:cNvSpPr/>
            <p:nvPr/>
          </p:nvSpPr>
          <p:spPr>
            <a:xfrm>
              <a:off x="4016325" y="3806775"/>
              <a:ext cx="199225" cy="142475"/>
            </a:xfrm>
            <a:custGeom>
              <a:rect b="b" l="l" r="r" t="t"/>
              <a:pathLst>
                <a:path extrusionOk="0" h="5699" w="7969">
                  <a:moveTo>
                    <a:pt x="1350" y="0"/>
                  </a:moveTo>
                  <a:cubicBezTo>
                    <a:pt x="1132" y="0"/>
                    <a:pt x="925" y="129"/>
                    <a:pt x="832" y="343"/>
                  </a:cubicBezTo>
                  <a:cubicBezTo>
                    <a:pt x="799" y="424"/>
                    <a:pt x="1" y="2330"/>
                    <a:pt x="678" y="4101"/>
                  </a:cubicBezTo>
                  <a:cubicBezTo>
                    <a:pt x="736" y="4242"/>
                    <a:pt x="796" y="4381"/>
                    <a:pt x="868" y="4516"/>
                  </a:cubicBezTo>
                  <a:cubicBezTo>
                    <a:pt x="1534" y="4691"/>
                    <a:pt x="2157" y="4995"/>
                    <a:pt x="2702" y="5414"/>
                  </a:cubicBezTo>
                  <a:cubicBezTo>
                    <a:pt x="2950" y="5603"/>
                    <a:pt x="3247" y="5698"/>
                    <a:pt x="3544" y="5698"/>
                  </a:cubicBezTo>
                  <a:cubicBezTo>
                    <a:pt x="3840" y="5698"/>
                    <a:pt x="4137" y="5603"/>
                    <a:pt x="4385" y="5414"/>
                  </a:cubicBezTo>
                  <a:cubicBezTo>
                    <a:pt x="4442" y="5368"/>
                    <a:pt x="4503" y="5326"/>
                    <a:pt x="4563" y="5284"/>
                  </a:cubicBezTo>
                  <a:cubicBezTo>
                    <a:pt x="4870" y="4592"/>
                    <a:pt x="5355" y="3968"/>
                    <a:pt x="6020" y="3417"/>
                  </a:cubicBezTo>
                  <a:cubicBezTo>
                    <a:pt x="6478" y="3035"/>
                    <a:pt x="6987" y="2722"/>
                    <a:pt x="7532" y="2484"/>
                  </a:cubicBezTo>
                  <a:cubicBezTo>
                    <a:pt x="7824" y="2372"/>
                    <a:pt x="7969" y="2044"/>
                    <a:pt x="7854" y="1752"/>
                  </a:cubicBezTo>
                  <a:cubicBezTo>
                    <a:pt x="7768" y="1529"/>
                    <a:pt x="7554" y="1392"/>
                    <a:pt x="7327" y="1392"/>
                  </a:cubicBezTo>
                  <a:cubicBezTo>
                    <a:pt x="7260" y="1392"/>
                    <a:pt x="7192" y="1404"/>
                    <a:pt x="7125" y="1430"/>
                  </a:cubicBezTo>
                  <a:lnTo>
                    <a:pt x="7125" y="1433"/>
                  </a:lnTo>
                  <a:cubicBezTo>
                    <a:pt x="7089" y="1445"/>
                    <a:pt x="6243" y="1776"/>
                    <a:pt x="5334" y="2520"/>
                  </a:cubicBezTo>
                  <a:cubicBezTo>
                    <a:pt x="4997" y="2794"/>
                    <a:pt x="4689" y="3098"/>
                    <a:pt x="4412" y="3429"/>
                  </a:cubicBezTo>
                  <a:cubicBezTo>
                    <a:pt x="4367" y="3194"/>
                    <a:pt x="4301" y="2965"/>
                    <a:pt x="4217" y="2743"/>
                  </a:cubicBezTo>
                  <a:cubicBezTo>
                    <a:pt x="3536" y="972"/>
                    <a:pt x="1669" y="90"/>
                    <a:pt x="1588" y="54"/>
                  </a:cubicBezTo>
                  <a:cubicBezTo>
                    <a:pt x="1511" y="17"/>
                    <a:pt x="1430" y="0"/>
                    <a:pt x="13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586" name="Google Shape;5586;p57"/>
          <p:cNvGrpSpPr/>
          <p:nvPr/>
        </p:nvGrpSpPr>
        <p:grpSpPr>
          <a:xfrm>
            <a:off x="7543659" y="3125979"/>
            <a:ext cx="336296" cy="339235"/>
            <a:chOff x="4464775" y="3806475"/>
            <a:chExt cx="477625" cy="481800"/>
          </a:xfrm>
        </p:grpSpPr>
        <p:sp>
          <p:nvSpPr>
            <p:cNvPr id="5587" name="Google Shape;5587;p57"/>
            <p:cNvSpPr/>
            <p:nvPr/>
          </p:nvSpPr>
          <p:spPr>
            <a:xfrm>
              <a:off x="4726375" y="3806475"/>
              <a:ext cx="56500" cy="141125"/>
            </a:xfrm>
            <a:custGeom>
              <a:rect b="b" l="l" r="r" t="t"/>
              <a:pathLst>
                <a:path extrusionOk="0" h="5645" w="2260">
                  <a:moveTo>
                    <a:pt x="1133" y="1"/>
                  </a:moveTo>
                  <a:cubicBezTo>
                    <a:pt x="978" y="1"/>
                    <a:pt x="823" y="64"/>
                    <a:pt x="712" y="189"/>
                  </a:cubicBezTo>
                  <a:cubicBezTo>
                    <a:pt x="504" y="421"/>
                    <a:pt x="522" y="776"/>
                    <a:pt x="754" y="984"/>
                  </a:cubicBezTo>
                  <a:cubicBezTo>
                    <a:pt x="832" y="1056"/>
                    <a:pt x="1130" y="1385"/>
                    <a:pt x="1130" y="1695"/>
                  </a:cubicBezTo>
                  <a:cubicBezTo>
                    <a:pt x="1130" y="1990"/>
                    <a:pt x="850" y="2315"/>
                    <a:pt x="754" y="2402"/>
                  </a:cubicBezTo>
                  <a:cubicBezTo>
                    <a:pt x="678" y="2472"/>
                    <a:pt x="1" y="3101"/>
                    <a:pt x="1" y="3953"/>
                  </a:cubicBezTo>
                  <a:cubicBezTo>
                    <a:pt x="1" y="4802"/>
                    <a:pt x="675" y="5432"/>
                    <a:pt x="754" y="5501"/>
                  </a:cubicBezTo>
                  <a:cubicBezTo>
                    <a:pt x="861" y="5597"/>
                    <a:pt x="995" y="5644"/>
                    <a:pt x="1128" y="5644"/>
                  </a:cubicBezTo>
                  <a:cubicBezTo>
                    <a:pt x="1283" y="5644"/>
                    <a:pt x="1437" y="5580"/>
                    <a:pt x="1549" y="5456"/>
                  </a:cubicBezTo>
                  <a:cubicBezTo>
                    <a:pt x="1757" y="5224"/>
                    <a:pt x="1735" y="4869"/>
                    <a:pt x="1507" y="4661"/>
                  </a:cubicBezTo>
                  <a:cubicBezTo>
                    <a:pt x="1428" y="4588"/>
                    <a:pt x="1130" y="4260"/>
                    <a:pt x="1130" y="3950"/>
                  </a:cubicBezTo>
                  <a:cubicBezTo>
                    <a:pt x="1130" y="3655"/>
                    <a:pt x="1410" y="3330"/>
                    <a:pt x="1507" y="3242"/>
                  </a:cubicBezTo>
                  <a:cubicBezTo>
                    <a:pt x="1585" y="3173"/>
                    <a:pt x="2259" y="2544"/>
                    <a:pt x="2259" y="1692"/>
                  </a:cubicBezTo>
                  <a:cubicBezTo>
                    <a:pt x="2259" y="842"/>
                    <a:pt x="1585" y="213"/>
                    <a:pt x="1507" y="144"/>
                  </a:cubicBezTo>
                  <a:cubicBezTo>
                    <a:pt x="1399" y="48"/>
                    <a:pt x="1266" y="1"/>
                    <a:pt x="11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88" name="Google Shape;5588;p57"/>
            <p:cNvSpPr/>
            <p:nvPr/>
          </p:nvSpPr>
          <p:spPr>
            <a:xfrm>
              <a:off x="4641700" y="3806475"/>
              <a:ext cx="56475" cy="141125"/>
            </a:xfrm>
            <a:custGeom>
              <a:rect b="b" l="l" r="r" t="t"/>
              <a:pathLst>
                <a:path extrusionOk="0" h="5645" w="2259">
                  <a:moveTo>
                    <a:pt x="1132" y="1"/>
                  </a:moveTo>
                  <a:cubicBezTo>
                    <a:pt x="977" y="1"/>
                    <a:pt x="823" y="64"/>
                    <a:pt x="711" y="189"/>
                  </a:cubicBezTo>
                  <a:cubicBezTo>
                    <a:pt x="503" y="421"/>
                    <a:pt x="521" y="776"/>
                    <a:pt x="753" y="984"/>
                  </a:cubicBezTo>
                  <a:cubicBezTo>
                    <a:pt x="831" y="1056"/>
                    <a:pt x="1130" y="1385"/>
                    <a:pt x="1130" y="1695"/>
                  </a:cubicBezTo>
                  <a:cubicBezTo>
                    <a:pt x="1130" y="1990"/>
                    <a:pt x="849" y="2315"/>
                    <a:pt x="753" y="2402"/>
                  </a:cubicBezTo>
                  <a:cubicBezTo>
                    <a:pt x="678" y="2472"/>
                    <a:pt x="0" y="3101"/>
                    <a:pt x="0" y="3953"/>
                  </a:cubicBezTo>
                  <a:cubicBezTo>
                    <a:pt x="0" y="4802"/>
                    <a:pt x="675" y="5432"/>
                    <a:pt x="753" y="5501"/>
                  </a:cubicBezTo>
                  <a:cubicBezTo>
                    <a:pt x="860" y="5597"/>
                    <a:pt x="994" y="5644"/>
                    <a:pt x="1127" y="5644"/>
                  </a:cubicBezTo>
                  <a:cubicBezTo>
                    <a:pt x="1282" y="5644"/>
                    <a:pt x="1436" y="5580"/>
                    <a:pt x="1548" y="5456"/>
                  </a:cubicBezTo>
                  <a:cubicBezTo>
                    <a:pt x="1756" y="5224"/>
                    <a:pt x="1735" y="4869"/>
                    <a:pt x="1506" y="4661"/>
                  </a:cubicBezTo>
                  <a:cubicBezTo>
                    <a:pt x="1428" y="4588"/>
                    <a:pt x="1130" y="4260"/>
                    <a:pt x="1130" y="3950"/>
                  </a:cubicBezTo>
                  <a:cubicBezTo>
                    <a:pt x="1130" y="3655"/>
                    <a:pt x="1410" y="3330"/>
                    <a:pt x="1506" y="3242"/>
                  </a:cubicBezTo>
                  <a:cubicBezTo>
                    <a:pt x="1581" y="3173"/>
                    <a:pt x="2259" y="2544"/>
                    <a:pt x="2259" y="1692"/>
                  </a:cubicBezTo>
                  <a:cubicBezTo>
                    <a:pt x="2259" y="842"/>
                    <a:pt x="1581" y="213"/>
                    <a:pt x="1506" y="144"/>
                  </a:cubicBezTo>
                  <a:cubicBezTo>
                    <a:pt x="1399" y="48"/>
                    <a:pt x="1265" y="1"/>
                    <a:pt x="11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89" name="Google Shape;5589;p57"/>
            <p:cNvSpPr/>
            <p:nvPr/>
          </p:nvSpPr>
          <p:spPr>
            <a:xfrm>
              <a:off x="4557000" y="3806475"/>
              <a:ext cx="56500" cy="141125"/>
            </a:xfrm>
            <a:custGeom>
              <a:rect b="b" l="l" r="r" t="t"/>
              <a:pathLst>
                <a:path extrusionOk="0" h="5645" w="2260">
                  <a:moveTo>
                    <a:pt x="1132" y="1"/>
                  </a:moveTo>
                  <a:cubicBezTo>
                    <a:pt x="977" y="1"/>
                    <a:pt x="823" y="64"/>
                    <a:pt x="711" y="189"/>
                  </a:cubicBezTo>
                  <a:cubicBezTo>
                    <a:pt x="504" y="421"/>
                    <a:pt x="522" y="776"/>
                    <a:pt x="753" y="984"/>
                  </a:cubicBezTo>
                  <a:cubicBezTo>
                    <a:pt x="832" y="1056"/>
                    <a:pt x="1130" y="1385"/>
                    <a:pt x="1130" y="1695"/>
                  </a:cubicBezTo>
                  <a:cubicBezTo>
                    <a:pt x="1130" y="1990"/>
                    <a:pt x="850" y="2315"/>
                    <a:pt x="753" y="2402"/>
                  </a:cubicBezTo>
                  <a:cubicBezTo>
                    <a:pt x="678" y="2472"/>
                    <a:pt x="1" y="3101"/>
                    <a:pt x="1" y="3953"/>
                  </a:cubicBezTo>
                  <a:cubicBezTo>
                    <a:pt x="1" y="4802"/>
                    <a:pt x="675" y="5432"/>
                    <a:pt x="753" y="5501"/>
                  </a:cubicBezTo>
                  <a:cubicBezTo>
                    <a:pt x="861" y="5597"/>
                    <a:pt x="994" y="5644"/>
                    <a:pt x="1127" y="5644"/>
                  </a:cubicBezTo>
                  <a:cubicBezTo>
                    <a:pt x="1282" y="5644"/>
                    <a:pt x="1437" y="5580"/>
                    <a:pt x="1548" y="5456"/>
                  </a:cubicBezTo>
                  <a:cubicBezTo>
                    <a:pt x="1756" y="5224"/>
                    <a:pt x="1735" y="4869"/>
                    <a:pt x="1506" y="4661"/>
                  </a:cubicBezTo>
                  <a:cubicBezTo>
                    <a:pt x="1428" y="4588"/>
                    <a:pt x="1130" y="4260"/>
                    <a:pt x="1130" y="3950"/>
                  </a:cubicBezTo>
                  <a:cubicBezTo>
                    <a:pt x="1130" y="3655"/>
                    <a:pt x="1410" y="3330"/>
                    <a:pt x="1506" y="3242"/>
                  </a:cubicBezTo>
                  <a:cubicBezTo>
                    <a:pt x="1582" y="3173"/>
                    <a:pt x="2259" y="2544"/>
                    <a:pt x="2259" y="1692"/>
                  </a:cubicBezTo>
                  <a:cubicBezTo>
                    <a:pt x="2259" y="842"/>
                    <a:pt x="1582" y="213"/>
                    <a:pt x="1506" y="144"/>
                  </a:cubicBezTo>
                  <a:cubicBezTo>
                    <a:pt x="1399" y="48"/>
                    <a:pt x="1265" y="1"/>
                    <a:pt x="11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90" name="Google Shape;5590;p57"/>
            <p:cNvSpPr/>
            <p:nvPr/>
          </p:nvSpPr>
          <p:spPr>
            <a:xfrm>
              <a:off x="4464775" y="4230875"/>
              <a:ext cx="395250" cy="57400"/>
            </a:xfrm>
            <a:custGeom>
              <a:rect b="b" l="l" r="r" t="t"/>
              <a:pathLst>
                <a:path extrusionOk="0" h="2296" w="15810">
                  <a:moveTo>
                    <a:pt x="567" y="1"/>
                  </a:moveTo>
                  <a:cubicBezTo>
                    <a:pt x="254" y="1"/>
                    <a:pt x="1" y="251"/>
                    <a:pt x="1" y="564"/>
                  </a:cubicBezTo>
                  <a:cubicBezTo>
                    <a:pt x="1" y="877"/>
                    <a:pt x="254" y="1130"/>
                    <a:pt x="567" y="1130"/>
                  </a:cubicBezTo>
                  <a:lnTo>
                    <a:pt x="1910" y="1130"/>
                  </a:lnTo>
                  <a:lnTo>
                    <a:pt x="2006" y="1359"/>
                  </a:lnTo>
                  <a:cubicBezTo>
                    <a:pt x="2291" y="1932"/>
                    <a:pt x="2875" y="2295"/>
                    <a:pt x="3516" y="2295"/>
                  </a:cubicBezTo>
                  <a:cubicBezTo>
                    <a:pt x="3519" y="2295"/>
                    <a:pt x="3521" y="2295"/>
                    <a:pt x="3524" y="2295"/>
                  </a:cubicBezTo>
                  <a:lnTo>
                    <a:pt x="12290" y="2295"/>
                  </a:lnTo>
                  <a:cubicBezTo>
                    <a:pt x="12292" y="2295"/>
                    <a:pt x="12295" y="2295"/>
                    <a:pt x="12298" y="2295"/>
                  </a:cubicBezTo>
                  <a:cubicBezTo>
                    <a:pt x="12936" y="2295"/>
                    <a:pt x="13520" y="1932"/>
                    <a:pt x="13804" y="1359"/>
                  </a:cubicBezTo>
                  <a:lnTo>
                    <a:pt x="13901" y="1130"/>
                  </a:lnTo>
                  <a:lnTo>
                    <a:pt x="15247" y="1130"/>
                  </a:lnTo>
                  <a:cubicBezTo>
                    <a:pt x="15557" y="1130"/>
                    <a:pt x="15810" y="877"/>
                    <a:pt x="15810" y="564"/>
                  </a:cubicBezTo>
                  <a:cubicBezTo>
                    <a:pt x="15810" y="251"/>
                    <a:pt x="15557" y="1"/>
                    <a:pt x="152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91" name="Google Shape;5591;p57"/>
            <p:cNvSpPr/>
            <p:nvPr/>
          </p:nvSpPr>
          <p:spPr>
            <a:xfrm>
              <a:off x="4840675" y="4007300"/>
              <a:ext cx="101725" cy="166025"/>
            </a:xfrm>
            <a:custGeom>
              <a:rect b="b" l="l" r="r" t="t"/>
              <a:pathLst>
                <a:path extrusionOk="0" h="6641" w="4069">
                  <a:moveTo>
                    <a:pt x="1870" y="0"/>
                  </a:moveTo>
                  <a:cubicBezTo>
                    <a:pt x="1852" y="380"/>
                    <a:pt x="1837" y="759"/>
                    <a:pt x="1795" y="1130"/>
                  </a:cubicBezTo>
                  <a:cubicBezTo>
                    <a:pt x="1927" y="1181"/>
                    <a:pt x="2048" y="1256"/>
                    <a:pt x="2150" y="1355"/>
                  </a:cubicBezTo>
                  <a:cubicBezTo>
                    <a:pt x="2800" y="2006"/>
                    <a:pt x="2433" y="3469"/>
                    <a:pt x="1352" y="4550"/>
                  </a:cubicBezTo>
                  <a:cubicBezTo>
                    <a:pt x="1177" y="4722"/>
                    <a:pt x="991" y="4879"/>
                    <a:pt x="792" y="5017"/>
                  </a:cubicBezTo>
                  <a:cubicBezTo>
                    <a:pt x="566" y="5577"/>
                    <a:pt x="301" y="6119"/>
                    <a:pt x="0" y="6640"/>
                  </a:cubicBezTo>
                  <a:cubicBezTo>
                    <a:pt x="747" y="6429"/>
                    <a:pt x="1506" y="5993"/>
                    <a:pt x="2150" y="5348"/>
                  </a:cubicBezTo>
                  <a:cubicBezTo>
                    <a:pt x="3716" y="3782"/>
                    <a:pt x="4068" y="1678"/>
                    <a:pt x="2948" y="557"/>
                  </a:cubicBezTo>
                  <a:cubicBezTo>
                    <a:pt x="2656" y="268"/>
                    <a:pt x="2280" y="97"/>
                    <a:pt x="18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92" name="Google Shape;5592;p57"/>
            <p:cNvSpPr/>
            <p:nvPr/>
          </p:nvSpPr>
          <p:spPr>
            <a:xfrm>
              <a:off x="4464775" y="3976800"/>
              <a:ext cx="395250" cy="225875"/>
            </a:xfrm>
            <a:custGeom>
              <a:rect b="b" l="l" r="r" t="t"/>
              <a:pathLst>
                <a:path extrusionOk="0" h="9035" w="15810">
                  <a:moveTo>
                    <a:pt x="564" y="1"/>
                  </a:moveTo>
                  <a:cubicBezTo>
                    <a:pt x="254" y="1"/>
                    <a:pt x="1" y="251"/>
                    <a:pt x="1" y="564"/>
                  </a:cubicBezTo>
                  <a:cubicBezTo>
                    <a:pt x="1" y="3930"/>
                    <a:pt x="1157" y="7026"/>
                    <a:pt x="3075" y="9035"/>
                  </a:cubicBezTo>
                  <a:lnTo>
                    <a:pt x="12735" y="9035"/>
                  </a:lnTo>
                  <a:cubicBezTo>
                    <a:pt x="14654" y="7026"/>
                    <a:pt x="15810" y="3930"/>
                    <a:pt x="15810" y="564"/>
                  </a:cubicBezTo>
                  <a:cubicBezTo>
                    <a:pt x="15810" y="251"/>
                    <a:pt x="15557" y="1"/>
                    <a:pt x="152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593" name="Google Shape;5593;p57"/>
          <p:cNvGrpSpPr/>
          <p:nvPr/>
        </p:nvGrpSpPr>
        <p:grpSpPr>
          <a:xfrm>
            <a:off x="7967105" y="3125970"/>
            <a:ext cx="339253" cy="339253"/>
            <a:chOff x="5049725" y="3806450"/>
            <a:chExt cx="481825" cy="481825"/>
          </a:xfrm>
        </p:grpSpPr>
        <p:sp>
          <p:nvSpPr>
            <p:cNvPr id="5594" name="Google Shape;5594;p57"/>
            <p:cNvSpPr/>
            <p:nvPr/>
          </p:nvSpPr>
          <p:spPr>
            <a:xfrm>
              <a:off x="5361150" y="3976800"/>
              <a:ext cx="28250" cy="28275"/>
            </a:xfrm>
            <a:custGeom>
              <a:rect b="b" l="l" r="r" t="t"/>
              <a:pathLst>
                <a:path extrusionOk="0" h="1131"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95" name="Google Shape;5595;p57"/>
            <p:cNvSpPr/>
            <p:nvPr/>
          </p:nvSpPr>
          <p:spPr>
            <a:xfrm>
              <a:off x="5191775" y="3976800"/>
              <a:ext cx="28250" cy="28275"/>
            </a:xfrm>
            <a:custGeom>
              <a:rect b="b" l="l" r="r" t="t"/>
              <a:pathLst>
                <a:path extrusionOk="0" h="1131" w="113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96" name="Google Shape;5596;p57"/>
            <p:cNvSpPr/>
            <p:nvPr/>
          </p:nvSpPr>
          <p:spPr>
            <a:xfrm>
              <a:off x="5049725" y="3806450"/>
              <a:ext cx="481825" cy="481825"/>
            </a:xfrm>
            <a:custGeom>
              <a:rect b="b" l="l" r="r" t="t"/>
              <a:pathLst>
                <a:path extrusionOk="0" h="19273" w="19273">
                  <a:moveTo>
                    <a:pt x="6249" y="5686"/>
                  </a:moveTo>
                  <a:cubicBezTo>
                    <a:pt x="6932" y="5686"/>
                    <a:pt x="7549" y="6098"/>
                    <a:pt x="7811" y="6730"/>
                  </a:cubicBezTo>
                  <a:cubicBezTo>
                    <a:pt x="8073" y="7363"/>
                    <a:pt x="7929" y="8092"/>
                    <a:pt x="7444" y="8576"/>
                  </a:cubicBezTo>
                  <a:cubicBezTo>
                    <a:pt x="7120" y="8901"/>
                    <a:pt x="6686" y="9073"/>
                    <a:pt x="6246" y="9073"/>
                  </a:cubicBezTo>
                  <a:cubicBezTo>
                    <a:pt x="6028" y="9073"/>
                    <a:pt x="5808" y="9031"/>
                    <a:pt x="5598" y="8944"/>
                  </a:cubicBezTo>
                  <a:cubicBezTo>
                    <a:pt x="4966" y="8682"/>
                    <a:pt x="4553" y="8064"/>
                    <a:pt x="4553" y="7378"/>
                  </a:cubicBezTo>
                  <a:cubicBezTo>
                    <a:pt x="4553"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0"/>
                    <a:pt x="13024" y="9073"/>
                  </a:cubicBezTo>
                  <a:cubicBezTo>
                    <a:pt x="12337" y="9073"/>
                    <a:pt x="11720" y="8658"/>
                    <a:pt x="11458" y="8025"/>
                  </a:cubicBezTo>
                  <a:cubicBezTo>
                    <a:pt x="11196" y="7393"/>
                    <a:pt x="11341" y="6664"/>
                    <a:pt x="11825" y="6179"/>
                  </a:cubicBezTo>
                  <a:cubicBezTo>
                    <a:pt x="12150" y="5855"/>
                    <a:pt x="12583" y="5683"/>
                    <a:pt x="13024" y="5683"/>
                  </a:cubicBezTo>
                  <a:close/>
                  <a:moveTo>
                    <a:pt x="9636" y="10196"/>
                  </a:moveTo>
                  <a:cubicBezTo>
                    <a:pt x="11955" y="10196"/>
                    <a:pt x="13981" y="11765"/>
                    <a:pt x="14557" y="14012"/>
                  </a:cubicBezTo>
                  <a:cubicBezTo>
                    <a:pt x="14635" y="14316"/>
                    <a:pt x="14454" y="14623"/>
                    <a:pt x="14153" y="14701"/>
                  </a:cubicBezTo>
                  <a:cubicBezTo>
                    <a:pt x="14107" y="14713"/>
                    <a:pt x="14060" y="14718"/>
                    <a:pt x="14014" y="14718"/>
                  </a:cubicBezTo>
                  <a:cubicBezTo>
                    <a:pt x="13760" y="14718"/>
                    <a:pt x="13530" y="14550"/>
                    <a:pt x="13464" y="14295"/>
                  </a:cubicBezTo>
                  <a:cubicBezTo>
                    <a:pt x="13015" y="12548"/>
                    <a:pt x="11440" y="11326"/>
                    <a:pt x="9636" y="11326"/>
                  </a:cubicBezTo>
                  <a:cubicBezTo>
                    <a:pt x="7833" y="11326"/>
                    <a:pt x="6258" y="12548"/>
                    <a:pt x="5809" y="14295"/>
                  </a:cubicBezTo>
                  <a:cubicBezTo>
                    <a:pt x="5743" y="14550"/>
                    <a:pt x="5512" y="14718"/>
                    <a:pt x="5260" y="14718"/>
                  </a:cubicBezTo>
                  <a:cubicBezTo>
                    <a:pt x="5215" y="14718"/>
                    <a:pt x="5169" y="14713"/>
                    <a:pt x="5122" y="14701"/>
                  </a:cubicBezTo>
                  <a:cubicBezTo>
                    <a:pt x="4818" y="14623"/>
                    <a:pt x="4638" y="14316"/>
                    <a:pt x="4716" y="14012"/>
                  </a:cubicBezTo>
                  <a:cubicBezTo>
                    <a:pt x="5291" y="11765"/>
                    <a:pt x="7318" y="10196"/>
                    <a:pt x="9636" y="10196"/>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27" y="0"/>
                    <a:pt x="96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597" name="Google Shape;5597;p57"/>
          <p:cNvGrpSpPr/>
          <p:nvPr/>
        </p:nvGrpSpPr>
        <p:grpSpPr>
          <a:xfrm>
            <a:off x="1276714" y="3951798"/>
            <a:ext cx="339253" cy="339253"/>
            <a:chOff x="5651375" y="3806450"/>
            <a:chExt cx="481825" cy="481825"/>
          </a:xfrm>
        </p:grpSpPr>
        <p:sp>
          <p:nvSpPr>
            <p:cNvPr id="5598" name="Google Shape;5598;p57"/>
            <p:cNvSpPr/>
            <p:nvPr/>
          </p:nvSpPr>
          <p:spPr>
            <a:xfrm>
              <a:off x="5793425" y="3976800"/>
              <a:ext cx="28250" cy="28275"/>
            </a:xfrm>
            <a:custGeom>
              <a:rect b="b" l="l" r="r" t="t"/>
              <a:pathLst>
                <a:path extrusionOk="0" h="1131" w="113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599" name="Google Shape;5599;p57"/>
            <p:cNvSpPr/>
            <p:nvPr/>
          </p:nvSpPr>
          <p:spPr>
            <a:xfrm>
              <a:off x="5794475" y="4089725"/>
              <a:ext cx="195600" cy="84725"/>
            </a:xfrm>
            <a:custGeom>
              <a:rect b="b" l="l" r="r" t="t"/>
              <a:pathLst>
                <a:path extrusionOk="0" h="3389" w="7824">
                  <a:moveTo>
                    <a:pt x="1" y="1"/>
                  </a:moveTo>
                  <a:cubicBezTo>
                    <a:pt x="284" y="1943"/>
                    <a:pt x="1949" y="3385"/>
                    <a:pt x="3912" y="3388"/>
                  </a:cubicBezTo>
                  <a:cubicBezTo>
                    <a:pt x="5875" y="3385"/>
                    <a:pt x="7541" y="1943"/>
                    <a:pt x="78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00" name="Google Shape;5600;p57"/>
            <p:cNvSpPr/>
            <p:nvPr/>
          </p:nvSpPr>
          <p:spPr>
            <a:xfrm>
              <a:off x="5651375" y="3806450"/>
              <a:ext cx="481825" cy="481825"/>
            </a:xfrm>
            <a:custGeom>
              <a:rect b="b" l="l" r="r" t="t"/>
              <a:pathLst>
                <a:path extrusionOk="0" h="19273" w="19273">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01" name="Google Shape;5601;p57"/>
            <p:cNvSpPr/>
            <p:nvPr/>
          </p:nvSpPr>
          <p:spPr>
            <a:xfrm>
              <a:off x="5962800" y="3976800"/>
              <a:ext cx="28250" cy="28275"/>
            </a:xfrm>
            <a:custGeom>
              <a:rect b="b" l="l" r="r" t="t"/>
              <a:pathLst>
                <a:path extrusionOk="0" h="1131"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602" name="Google Shape;5602;p57"/>
          <p:cNvGrpSpPr/>
          <p:nvPr/>
        </p:nvGrpSpPr>
        <p:grpSpPr>
          <a:xfrm>
            <a:off x="3153646" y="3953787"/>
            <a:ext cx="298503" cy="335275"/>
            <a:chOff x="6264300" y="3809300"/>
            <a:chExt cx="423950" cy="476175"/>
          </a:xfrm>
        </p:grpSpPr>
        <p:sp>
          <p:nvSpPr>
            <p:cNvPr id="5603" name="Google Shape;5603;p57"/>
            <p:cNvSpPr/>
            <p:nvPr/>
          </p:nvSpPr>
          <p:spPr>
            <a:xfrm>
              <a:off x="6346200" y="4002825"/>
              <a:ext cx="66950" cy="63225"/>
            </a:xfrm>
            <a:custGeom>
              <a:rect b="b" l="l" r="r" t="t"/>
              <a:pathLst>
                <a:path extrusionOk="0" h="2529" w="2678">
                  <a:moveTo>
                    <a:pt x="1365" y="1"/>
                  </a:moveTo>
                  <a:cubicBezTo>
                    <a:pt x="1058" y="1"/>
                    <a:pt x="751" y="118"/>
                    <a:pt x="516" y="351"/>
                  </a:cubicBezTo>
                  <a:cubicBezTo>
                    <a:pt x="272" y="598"/>
                    <a:pt x="88" y="992"/>
                    <a:pt x="46" y="1381"/>
                  </a:cubicBezTo>
                  <a:cubicBezTo>
                    <a:pt x="1" y="1757"/>
                    <a:pt x="88" y="2085"/>
                    <a:pt x="281" y="2281"/>
                  </a:cubicBezTo>
                  <a:cubicBezTo>
                    <a:pt x="454" y="2453"/>
                    <a:pt x="709" y="2528"/>
                    <a:pt x="985" y="2528"/>
                  </a:cubicBezTo>
                  <a:cubicBezTo>
                    <a:pt x="1425" y="2528"/>
                    <a:pt x="1917" y="2337"/>
                    <a:pt x="2211" y="2043"/>
                  </a:cubicBezTo>
                  <a:cubicBezTo>
                    <a:pt x="2678" y="1577"/>
                    <a:pt x="2678" y="818"/>
                    <a:pt x="2211" y="351"/>
                  </a:cubicBezTo>
                  <a:cubicBezTo>
                    <a:pt x="1978" y="118"/>
                    <a:pt x="1671" y="1"/>
                    <a:pt x="13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04" name="Google Shape;5604;p57"/>
            <p:cNvSpPr/>
            <p:nvPr/>
          </p:nvSpPr>
          <p:spPr>
            <a:xfrm>
              <a:off x="6539375" y="4002825"/>
              <a:ext cx="66950" cy="63200"/>
            </a:xfrm>
            <a:custGeom>
              <a:rect b="b" l="l" r="r" t="t"/>
              <a:pathLst>
                <a:path extrusionOk="0" h="2528" w="2678">
                  <a:moveTo>
                    <a:pt x="1314" y="1"/>
                  </a:moveTo>
                  <a:cubicBezTo>
                    <a:pt x="1007" y="1"/>
                    <a:pt x="701" y="118"/>
                    <a:pt x="468" y="351"/>
                  </a:cubicBezTo>
                  <a:cubicBezTo>
                    <a:pt x="1" y="818"/>
                    <a:pt x="1" y="1577"/>
                    <a:pt x="468" y="2043"/>
                  </a:cubicBezTo>
                  <a:cubicBezTo>
                    <a:pt x="761" y="2337"/>
                    <a:pt x="1252" y="2528"/>
                    <a:pt x="1691" y="2528"/>
                  </a:cubicBezTo>
                  <a:cubicBezTo>
                    <a:pt x="1968" y="2528"/>
                    <a:pt x="2224" y="2452"/>
                    <a:pt x="2398" y="2278"/>
                  </a:cubicBezTo>
                  <a:cubicBezTo>
                    <a:pt x="2591" y="2085"/>
                    <a:pt x="2678" y="1757"/>
                    <a:pt x="2633" y="1381"/>
                  </a:cubicBezTo>
                  <a:cubicBezTo>
                    <a:pt x="2588" y="992"/>
                    <a:pt x="2407" y="598"/>
                    <a:pt x="2160" y="351"/>
                  </a:cubicBezTo>
                  <a:cubicBezTo>
                    <a:pt x="1927" y="118"/>
                    <a:pt x="1620" y="1"/>
                    <a:pt x="13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05" name="Google Shape;5605;p57"/>
            <p:cNvSpPr/>
            <p:nvPr/>
          </p:nvSpPr>
          <p:spPr>
            <a:xfrm>
              <a:off x="6264300" y="3809300"/>
              <a:ext cx="423950" cy="476175"/>
            </a:xfrm>
            <a:custGeom>
              <a:rect b="b" l="l" r="r" t="t"/>
              <a:pathLst>
                <a:path extrusionOk="0" h="19047" w="16958">
                  <a:moveTo>
                    <a:pt x="4662" y="6571"/>
                  </a:moveTo>
                  <a:cubicBezTo>
                    <a:pt x="5263" y="6571"/>
                    <a:pt x="5864" y="6799"/>
                    <a:pt x="6324" y="7258"/>
                  </a:cubicBezTo>
                  <a:cubicBezTo>
                    <a:pt x="7249" y="8182"/>
                    <a:pt x="7240" y="9685"/>
                    <a:pt x="6303" y="10600"/>
                  </a:cubicBezTo>
                  <a:lnTo>
                    <a:pt x="6300" y="10600"/>
                  </a:lnTo>
                  <a:cubicBezTo>
                    <a:pt x="5791" y="11109"/>
                    <a:pt x="5014" y="11422"/>
                    <a:pt x="4268" y="11422"/>
                  </a:cubicBezTo>
                  <a:cubicBezTo>
                    <a:pt x="3705" y="11422"/>
                    <a:pt x="3154" y="11245"/>
                    <a:pt x="2744" y="10835"/>
                  </a:cubicBezTo>
                  <a:cubicBezTo>
                    <a:pt x="2301" y="10393"/>
                    <a:pt x="2094" y="9718"/>
                    <a:pt x="2181" y="8992"/>
                  </a:cubicBezTo>
                  <a:cubicBezTo>
                    <a:pt x="2256" y="8336"/>
                    <a:pt x="2548" y="7713"/>
                    <a:pt x="2982" y="7279"/>
                  </a:cubicBezTo>
                  <a:cubicBezTo>
                    <a:pt x="3442" y="6807"/>
                    <a:pt x="4052" y="6571"/>
                    <a:pt x="4662" y="6571"/>
                  </a:cubicBezTo>
                  <a:close/>
                  <a:moveTo>
                    <a:pt x="12317" y="6589"/>
                  </a:moveTo>
                  <a:cubicBezTo>
                    <a:pt x="12918" y="6589"/>
                    <a:pt x="13520" y="6818"/>
                    <a:pt x="13979" y="7276"/>
                  </a:cubicBezTo>
                  <a:cubicBezTo>
                    <a:pt x="14873" y="8173"/>
                    <a:pt x="15165" y="9884"/>
                    <a:pt x="14214" y="10835"/>
                  </a:cubicBezTo>
                  <a:cubicBezTo>
                    <a:pt x="13804" y="11245"/>
                    <a:pt x="13256" y="11422"/>
                    <a:pt x="12690" y="11422"/>
                  </a:cubicBezTo>
                  <a:cubicBezTo>
                    <a:pt x="11943" y="11422"/>
                    <a:pt x="11166" y="11109"/>
                    <a:pt x="10658" y="10600"/>
                  </a:cubicBezTo>
                  <a:cubicBezTo>
                    <a:pt x="9739" y="9682"/>
                    <a:pt x="9739" y="8194"/>
                    <a:pt x="10658" y="7276"/>
                  </a:cubicBezTo>
                  <a:cubicBezTo>
                    <a:pt x="11115" y="6818"/>
                    <a:pt x="11716" y="6589"/>
                    <a:pt x="12317" y="6589"/>
                  </a:cubicBezTo>
                  <a:close/>
                  <a:moveTo>
                    <a:pt x="8479" y="10841"/>
                  </a:moveTo>
                  <a:cubicBezTo>
                    <a:pt x="8669" y="10841"/>
                    <a:pt x="8858" y="10933"/>
                    <a:pt x="8971" y="11118"/>
                  </a:cubicBezTo>
                  <a:lnTo>
                    <a:pt x="10266" y="13238"/>
                  </a:lnTo>
                  <a:cubicBezTo>
                    <a:pt x="10435" y="13509"/>
                    <a:pt x="10347" y="13865"/>
                    <a:pt x="10076" y="14030"/>
                  </a:cubicBezTo>
                  <a:lnTo>
                    <a:pt x="10073" y="14030"/>
                  </a:lnTo>
                  <a:cubicBezTo>
                    <a:pt x="9980" y="14087"/>
                    <a:pt x="9877" y="14114"/>
                    <a:pt x="9775" y="14114"/>
                  </a:cubicBezTo>
                  <a:cubicBezTo>
                    <a:pt x="9582" y="14114"/>
                    <a:pt x="9393" y="14016"/>
                    <a:pt x="9284" y="13840"/>
                  </a:cubicBezTo>
                  <a:lnTo>
                    <a:pt x="8480" y="12522"/>
                  </a:lnTo>
                  <a:lnTo>
                    <a:pt x="7673" y="13840"/>
                  </a:lnTo>
                  <a:cubicBezTo>
                    <a:pt x="7565" y="14018"/>
                    <a:pt x="7376" y="14115"/>
                    <a:pt x="7182" y="14115"/>
                  </a:cubicBezTo>
                  <a:cubicBezTo>
                    <a:pt x="7079" y="14115"/>
                    <a:pt x="6975" y="14088"/>
                    <a:pt x="6881" y="14030"/>
                  </a:cubicBezTo>
                  <a:cubicBezTo>
                    <a:pt x="6610" y="13862"/>
                    <a:pt x="6526" y="13509"/>
                    <a:pt x="6692" y="13238"/>
                  </a:cubicBezTo>
                  <a:lnTo>
                    <a:pt x="7987" y="11118"/>
                  </a:lnTo>
                  <a:cubicBezTo>
                    <a:pt x="8100" y="10933"/>
                    <a:pt x="8289" y="10841"/>
                    <a:pt x="8479" y="10841"/>
                  </a:cubicBezTo>
                  <a:close/>
                  <a:moveTo>
                    <a:pt x="8474" y="1"/>
                  </a:moveTo>
                  <a:cubicBezTo>
                    <a:pt x="3801" y="1"/>
                    <a:pt x="1" y="3840"/>
                    <a:pt x="1" y="8553"/>
                  </a:cubicBezTo>
                  <a:lnTo>
                    <a:pt x="1" y="11856"/>
                  </a:lnTo>
                  <a:cubicBezTo>
                    <a:pt x="1" y="12883"/>
                    <a:pt x="449" y="13862"/>
                    <a:pt x="1229" y="14530"/>
                  </a:cubicBezTo>
                  <a:lnTo>
                    <a:pt x="2934" y="16000"/>
                  </a:lnTo>
                  <a:lnTo>
                    <a:pt x="2934" y="18472"/>
                  </a:lnTo>
                  <a:cubicBezTo>
                    <a:pt x="2934" y="18788"/>
                    <a:pt x="3193" y="19047"/>
                    <a:pt x="3512" y="19047"/>
                  </a:cubicBezTo>
                  <a:lnTo>
                    <a:pt x="5183" y="19047"/>
                  </a:lnTo>
                  <a:lnTo>
                    <a:pt x="5183" y="16536"/>
                  </a:lnTo>
                  <a:cubicBezTo>
                    <a:pt x="5192" y="16222"/>
                    <a:pt x="5448" y="15975"/>
                    <a:pt x="5761" y="15975"/>
                  </a:cubicBezTo>
                  <a:cubicBezTo>
                    <a:pt x="6071" y="15975"/>
                    <a:pt x="6327" y="16222"/>
                    <a:pt x="6336" y="16536"/>
                  </a:cubicBezTo>
                  <a:lnTo>
                    <a:pt x="6336" y="19047"/>
                  </a:lnTo>
                  <a:lnTo>
                    <a:pt x="7905" y="19047"/>
                  </a:lnTo>
                  <a:lnTo>
                    <a:pt x="7905" y="16536"/>
                  </a:lnTo>
                  <a:cubicBezTo>
                    <a:pt x="7905" y="16219"/>
                    <a:pt x="8161" y="15960"/>
                    <a:pt x="8480" y="15960"/>
                  </a:cubicBezTo>
                  <a:cubicBezTo>
                    <a:pt x="8797" y="15960"/>
                    <a:pt x="9056" y="16219"/>
                    <a:pt x="9056" y="16536"/>
                  </a:cubicBezTo>
                  <a:lnTo>
                    <a:pt x="9056" y="19047"/>
                  </a:lnTo>
                  <a:lnTo>
                    <a:pt x="10624" y="19047"/>
                  </a:lnTo>
                  <a:lnTo>
                    <a:pt x="10624" y="16536"/>
                  </a:lnTo>
                  <a:cubicBezTo>
                    <a:pt x="10630" y="16222"/>
                    <a:pt x="10886" y="15975"/>
                    <a:pt x="11200" y="15975"/>
                  </a:cubicBezTo>
                  <a:cubicBezTo>
                    <a:pt x="11513" y="15975"/>
                    <a:pt x="11766" y="16222"/>
                    <a:pt x="11775" y="16536"/>
                  </a:cubicBezTo>
                  <a:lnTo>
                    <a:pt x="11775" y="19047"/>
                  </a:lnTo>
                  <a:lnTo>
                    <a:pt x="13449" y="19047"/>
                  </a:lnTo>
                  <a:cubicBezTo>
                    <a:pt x="13765" y="19044"/>
                    <a:pt x="14024" y="18788"/>
                    <a:pt x="14024" y="18469"/>
                  </a:cubicBezTo>
                  <a:lnTo>
                    <a:pt x="14024" y="15997"/>
                  </a:lnTo>
                  <a:lnTo>
                    <a:pt x="15729" y="14530"/>
                  </a:lnTo>
                  <a:cubicBezTo>
                    <a:pt x="16508" y="13859"/>
                    <a:pt x="16957" y="12883"/>
                    <a:pt x="16957" y="11853"/>
                  </a:cubicBezTo>
                  <a:lnTo>
                    <a:pt x="16957" y="8462"/>
                  </a:lnTo>
                  <a:cubicBezTo>
                    <a:pt x="16948" y="3786"/>
                    <a:pt x="13154" y="1"/>
                    <a:pt x="84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606" name="Google Shape;5606;p57"/>
          <p:cNvGrpSpPr/>
          <p:nvPr/>
        </p:nvGrpSpPr>
        <p:grpSpPr>
          <a:xfrm>
            <a:off x="5032267" y="3538881"/>
            <a:ext cx="340573" cy="339271"/>
            <a:chOff x="898875" y="4399275"/>
            <a:chExt cx="483700" cy="481850"/>
          </a:xfrm>
        </p:grpSpPr>
        <p:sp>
          <p:nvSpPr>
            <p:cNvPr id="5607" name="Google Shape;5607;p57"/>
            <p:cNvSpPr/>
            <p:nvPr/>
          </p:nvSpPr>
          <p:spPr>
            <a:xfrm>
              <a:off x="992750" y="4642900"/>
              <a:ext cx="145300" cy="144100"/>
            </a:xfrm>
            <a:custGeom>
              <a:rect b="b" l="l" r="r" t="t"/>
              <a:pathLst>
                <a:path extrusionOk="0" h="5764" w="5812">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08" name="Google Shape;5608;p57"/>
            <p:cNvSpPr/>
            <p:nvPr/>
          </p:nvSpPr>
          <p:spPr>
            <a:xfrm>
              <a:off x="1138025" y="4763350"/>
              <a:ext cx="25" cy="25"/>
            </a:xfrm>
            <a:custGeom>
              <a:rect b="b" l="l" r="r" t="t"/>
              <a:pathLst>
                <a:path extrusionOk="0" h="1" w="1">
                  <a:moveTo>
                    <a:pt x="1" y="0"/>
                  </a:move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09" name="Google Shape;5609;p57"/>
            <p:cNvSpPr/>
            <p:nvPr/>
          </p:nvSpPr>
          <p:spPr>
            <a:xfrm>
              <a:off x="1269550" y="4399275"/>
              <a:ext cx="113025" cy="112125"/>
            </a:xfrm>
            <a:custGeom>
              <a:rect b="b" l="l" r="r" t="t"/>
              <a:pathLst>
                <a:path extrusionOk="0" h="4485" w="4521">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10" name="Google Shape;5610;p57"/>
            <p:cNvSpPr/>
            <p:nvPr/>
          </p:nvSpPr>
          <p:spPr>
            <a:xfrm>
              <a:off x="1161975" y="4531175"/>
              <a:ext cx="91400" cy="84350"/>
            </a:xfrm>
            <a:custGeom>
              <a:rect b="b" l="l" r="r" t="t"/>
              <a:pathLst>
                <a:path extrusionOk="0" h="3374" w="3656">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11" name="Google Shape;5611;p57"/>
            <p:cNvSpPr/>
            <p:nvPr/>
          </p:nvSpPr>
          <p:spPr>
            <a:xfrm>
              <a:off x="1031050" y="4411100"/>
              <a:ext cx="338650" cy="338725"/>
            </a:xfrm>
            <a:custGeom>
              <a:rect b="b" l="l" r="r" t="t"/>
              <a:pathLst>
                <a:path extrusionOk="0" h="13549" w="13546">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12" name="Google Shape;5612;p57"/>
            <p:cNvSpPr/>
            <p:nvPr/>
          </p:nvSpPr>
          <p:spPr>
            <a:xfrm>
              <a:off x="1130500" y="4740450"/>
              <a:ext cx="108950" cy="111250"/>
            </a:xfrm>
            <a:custGeom>
              <a:rect b="b" l="l" r="r" t="t"/>
              <a:pathLst>
                <a:path extrusionOk="0" h="4450" w="4358">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13" name="Google Shape;5613;p57"/>
            <p:cNvSpPr/>
            <p:nvPr/>
          </p:nvSpPr>
          <p:spPr>
            <a:xfrm>
              <a:off x="927325" y="4539825"/>
              <a:ext cx="114150" cy="109800"/>
            </a:xfrm>
            <a:custGeom>
              <a:rect b="b" l="l" r="r" t="t"/>
              <a:pathLst>
                <a:path extrusionOk="0" h="4392" w="4566">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14" name="Google Shape;5614;p57"/>
            <p:cNvSpPr/>
            <p:nvPr/>
          </p:nvSpPr>
          <p:spPr>
            <a:xfrm>
              <a:off x="898875" y="4711550"/>
              <a:ext cx="170825" cy="169575"/>
            </a:xfrm>
            <a:custGeom>
              <a:rect b="b" l="l" r="r" t="t"/>
              <a:pathLst>
                <a:path extrusionOk="0" h="6783" w="6833">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615" name="Google Shape;5615;p57"/>
          <p:cNvGrpSpPr/>
          <p:nvPr/>
        </p:nvGrpSpPr>
        <p:grpSpPr>
          <a:xfrm>
            <a:off x="5466000" y="3554133"/>
            <a:ext cx="339253" cy="308765"/>
            <a:chOff x="1492675" y="4420975"/>
            <a:chExt cx="481825" cy="438525"/>
          </a:xfrm>
        </p:grpSpPr>
        <p:sp>
          <p:nvSpPr>
            <p:cNvPr id="5616" name="Google Shape;5616;p57"/>
            <p:cNvSpPr/>
            <p:nvPr/>
          </p:nvSpPr>
          <p:spPr>
            <a:xfrm>
              <a:off x="1841375" y="4649825"/>
              <a:ext cx="43325" cy="43300"/>
            </a:xfrm>
            <a:custGeom>
              <a:rect b="b" l="l" r="r" t="t"/>
              <a:pathLst>
                <a:path extrusionOk="0" h="1732" w="1733">
                  <a:moveTo>
                    <a:pt x="868" y="0"/>
                  </a:moveTo>
                  <a:cubicBezTo>
                    <a:pt x="389" y="0"/>
                    <a:pt x="1" y="386"/>
                    <a:pt x="1" y="865"/>
                  </a:cubicBezTo>
                  <a:cubicBezTo>
                    <a:pt x="1" y="1343"/>
                    <a:pt x="389" y="1732"/>
                    <a:pt x="868" y="1732"/>
                  </a:cubicBezTo>
                  <a:cubicBezTo>
                    <a:pt x="1347" y="1732"/>
                    <a:pt x="1732" y="1343"/>
                    <a:pt x="1732" y="865"/>
                  </a:cubicBezTo>
                  <a:cubicBezTo>
                    <a:pt x="1732" y="386"/>
                    <a:pt x="1347" y="0"/>
                    <a:pt x="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17" name="Google Shape;5617;p57"/>
            <p:cNvSpPr/>
            <p:nvPr/>
          </p:nvSpPr>
          <p:spPr>
            <a:xfrm>
              <a:off x="1582425" y="4649825"/>
              <a:ext cx="43300" cy="43300"/>
            </a:xfrm>
            <a:custGeom>
              <a:rect b="b" l="l" r="r" t="t"/>
              <a:pathLst>
                <a:path extrusionOk="0" h="1732" w="1732">
                  <a:moveTo>
                    <a:pt x="864" y="0"/>
                  </a:moveTo>
                  <a:cubicBezTo>
                    <a:pt x="386" y="0"/>
                    <a:pt x="0" y="386"/>
                    <a:pt x="0" y="865"/>
                  </a:cubicBezTo>
                  <a:cubicBezTo>
                    <a:pt x="0" y="1343"/>
                    <a:pt x="386" y="1732"/>
                    <a:pt x="864" y="1732"/>
                  </a:cubicBezTo>
                  <a:cubicBezTo>
                    <a:pt x="1343" y="1732"/>
                    <a:pt x="1732" y="1343"/>
                    <a:pt x="1732" y="865"/>
                  </a:cubicBezTo>
                  <a:cubicBezTo>
                    <a:pt x="1732" y="386"/>
                    <a:pt x="1343" y="0"/>
                    <a:pt x="8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18" name="Google Shape;5618;p57"/>
            <p:cNvSpPr/>
            <p:nvPr/>
          </p:nvSpPr>
          <p:spPr>
            <a:xfrm>
              <a:off x="1492675" y="4420975"/>
              <a:ext cx="481825" cy="356475"/>
            </a:xfrm>
            <a:custGeom>
              <a:rect b="b" l="l" r="r" t="t"/>
              <a:pathLst>
                <a:path extrusionOk="0" h="14259" w="19273">
                  <a:moveTo>
                    <a:pt x="12783" y="1126"/>
                  </a:moveTo>
                  <a:cubicBezTo>
                    <a:pt x="14322" y="1126"/>
                    <a:pt x="15629" y="2382"/>
                    <a:pt x="15822" y="4047"/>
                  </a:cubicBezTo>
                  <a:cubicBezTo>
                    <a:pt x="15825" y="4065"/>
                    <a:pt x="15828" y="4083"/>
                    <a:pt x="15831" y="4099"/>
                  </a:cubicBezTo>
                  <a:lnTo>
                    <a:pt x="16198" y="5854"/>
                  </a:lnTo>
                  <a:lnTo>
                    <a:pt x="9381" y="5854"/>
                  </a:lnTo>
                  <a:lnTo>
                    <a:pt x="11672" y="4099"/>
                  </a:lnTo>
                  <a:cubicBezTo>
                    <a:pt x="11925" y="3909"/>
                    <a:pt x="11973" y="3550"/>
                    <a:pt x="11784" y="3301"/>
                  </a:cubicBezTo>
                  <a:cubicBezTo>
                    <a:pt x="11672" y="3157"/>
                    <a:pt x="11504" y="3082"/>
                    <a:pt x="11334" y="3082"/>
                  </a:cubicBezTo>
                  <a:cubicBezTo>
                    <a:pt x="11212" y="3082"/>
                    <a:pt x="11089" y="3121"/>
                    <a:pt x="10986" y="3201"/>
                  </a:cubicBezTo>
                  <a:lnTo>
                    <a:pt x="7598" y="5800"/>
                  </a:lnTo>
                  <a:cubicBezTo>
                    <a:pt x="7577" y="5818"/>
                    <a:pt x="7556" y="5836"/>
                    <a:pt x="7535" y="5854"/>
                  </a:cubicBezTo>
                  <a:lnTo>
                    <a:pt x="3072" y="5854"/>
                  </a:lnTo>
                  <a:lnTo>
                    <a:pt x="3440" y="4099"/>
                  </a:lnTo>
                  <a:cubicBezTo>
                    <a:pt x="3446" y="4083"/>
                    <a:pt x="3446" y="4065"/>
                    <a:pt x="3449" y="4047"/>
                  </a:cubicBezTo>
                  <a:cubicBezTo>
                    <a:pt x="3641" y="2382"/>
                    <a:pt x="4948" y="1126"/>
                    <a:pt x="6490" y="1126"/>
                  </a:cubicBezTo>
                  <a:close/>
                  <a:moveTo>
                    <a:pt x="11404" y="9606"/>
                  </a:moveTo>
                  <a:cubicBezTo>
                    <a:pt x="11718" y="9606"/>
                    <a:pt x="11967" y="9856"/>
                    <a:pt x="11967" y="10169"/>
                  </a:cubicBezTo>
                  <a:cubicBezTo>
                    <a:pt x="11967" y="10482"/>
                    <a:pt x="11718" y="10735"/>
                    <a:pt x="11404" y="10735"/>
                  </a:cubicBezTo>
                  <a:lnTo>
                    <a:pt x="7755" y="10735"/>
                  </a:lnTo>
                  <a:cubicBezTo>
                    <a:pt x="7442" y="10735"/>
                    <a:pt x="7189" y="10482"/>
                    <a:pt x="7189" y="10169"/>
                  </a:cubicBezTo>
                  <a:cubicBezTo>
                    <a:pt x="7189" y="9856"/>
                    <a:pt x="7442" y="9606"/>
                    <a:pt x="7755" y="9606"/>
                  </a:cubicBezTo>
                  <a:close/>
                  <a:moveTo>
                    <a:pt x="4457" y="8025"/>
                  </a:moveTo>
                  <a:cubicBezTo>
                    <a:pt x="5264" y="8025"/>
                    <a:pt x="5990" y="8510"/>
                    <a:pt x="6300" y="9254"/>
                  </a:cubicBezTo>
                  <a:cubicBezTo>
                    <a:pt x="6607" y="10001"/>
                    <a:pt x="6439" y="10859"/>
                    <a:pt x="5867" y="11428"/>
                  </a:cubicBezTo>
                  <a:cubicBezTo>
                    <a:pt x="5486" y="11811"/>
                    <a:pt x="4976" y="12014"/>
                    <a:pt x="4456" y="12014"/>
                  </a:cubicBezTo>
                  <a:cubicBezTo>
                    <a:pt x="4199" y="12014"/>
                    <a:pt x="3940" y="11964"/>
                    <a:pt x="3693" y="11862"/>
                  </a:cubicBezTo>
                  <a:cubicBezTo>
                    <a:pt x="2949" y="11554"/>
                    <a:pt x="2461" y="10826"/>
                    <a:pt x="2461" y="10019"/>
                  </a:cubicBezTo>
                  <a:cubicBezTo>
                    <a:pt x="2464" y="8920"/>
                    <a:pt x="3355" y="8025"/>
                    <a:pt x="4454" y="8025"/>
                  </a:cubicBezTo>
                  <a:close/>
                  <a:moveTo>
                    <a:pt x="14816" y="8025"/>
                  </a:moveTo>
                  <a:cubicBezTo>
                    <a:pt x="15915" y="8025"/>
                    <a:pt x="16810" y="8917"/>
                    <a:pt x="16810" y="10019"/>
                  </a:cubicBezTo>
                  <a:cubicBezTo>
                    <a:pt x="16810" y="10826"/>
                    <a:pt x="16325" y="11554"/>
                    <a:pt x="15578" y="11862"/>
                  </a:cubicBezTo>
                  <a:cubicBezTo>
                    <a:pt x="15332" y="11964"/>
                    <a:pt x="15073" y="12014"/>
                    <a:pt x="14816" y="12014"/>
                  </a:cubicBezTo>
                  <a:cubicBezTo>
                    <a:pt x="14297" y="12014"/>
                    <a:pt x="13786" y="11811"/>
                    <a:pt x="13404" y="11428"/>
                  </a:cubicBezTo>
                  <a:cubicBezTo>
                    <a:pt x="12835" y="10859"/>
                    <a:pt x="12663" y="10001"/>
                    <a:pt x="12973" y="9254"/>
                  </a:cubicBezTo>
                  <a:cubicBezTo>
                    <a:pt x="13280" y="8510"/>
                    <a:pt x="14009" y="8025"/>
                    <a:pt x="14816" y="8025"/>
                  </a:cubicBezTo>
                  <a:close/>
                  <a:moveTo>
                    <a:pt x="6490" y="0"/>
                  </a:moveTo>
                  <a:cubicBezTo>
                    <a:pt x="4385" y="0"/>
                    <a:pt x="2599" y="1671"/>
                    <a:pt x="2331" y="3894"/>
                  </a:cubicBezTo>
                  <a:lnTo>
                    <a:pt x="1907" y="5917"/>
                  </a:lnTo>
                  <a:cubicBezTo>
                    <a:pt x="799" y="6143"/>
                    <a:pt x="1" y="7119"/>
                    <a:pt x="1" y="8251"/>
                  </a:cubicBezTo>
                  <a:lnTo>
                    <a:pt x="1" y="11877"/>
                  </a:lnTo>
                  <a:cubicBezTo>
                    <a:pt x="1" y="13192"/>
                    <a:pt x="1064" y="14255"/>
                    <a:pt x="2380" y="14258"/>
                  </a:cubicBezTo>
                  <a:lnTo>
                    <a:pt x="16894" y="14258"/>
                  </a:lnTo>
                  <a:cubicBezTo>
                    <a:pt x="18207" y="14255"/>
                    <a:pt x="19270" y="13192"/>
                    <a:pt x="19273" y="11880"/>
                  </a:cubicBezTo>
                  <a:lnTo>
                    <a:pt x="19273" y="8251"/>
                  </a:lnTo>
                  <a:cubicBezTo>
                    <a:pt x="19270" y="7119"/>
                    <a:pt x="18472" y="6143"/>
                    <a:pt x="17364" y="5917"/>
                  </a:cubicBezTo>
                  <a:lnTo>
                    <a:pt x="16939" y="3894"/>
                  </a:lnTo>
                  <a:cubicBezTo>
                    <a:pt x="16671" y="1671"/>
                    <a:pt x="14885" y="0"/>
                    <a:pt x="127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19" name="Google Shape;5619;p57"/>
            <p:cNvSpPr/>
            <p:nvPr/>
          </p:nvSpPr>
          <p:spPr>
            <a:xfrm>
              <a:off x="1546875" y="4805650"/>
              <a:ext cx="118975" cy="53850"/>
            </a:xfrm>
            <a:custGeom>
              <a:rect b="b" l="l" r="r" t="t"/>
              <a:pathLst>
                <a:path extrusionOk="0" h="2154" w="4759">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20" name="Google Shape;5620;p57"/>
            <p:cNvSpPr/>
            <p:nvPr/>
          </p:nvSpPr>
          <p:spPr>
            <a:xfrm>
              <a:off x="1801325" y="4805650"/>
              <a:ext cx="118975" cy="53850"/>
            </a:xfrm>
            <a:custGeom>
              <a:rect b="b" l="l" r="r" t="t"/>
              <a:pathLst>
                <a:path extrusionOk="0" h="2154" w="4759">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621" name="Google Shape;5621;p57"/>
          <p:cNvGrpSpPr/>
          <p:nvPr/>
        </p:nvGrpSpPr>
        <p:grpSpPr>
          <a:xfrm>
            <a:off x="5870982" y="3539558"/>
            <a:ext cx="342580" cy="337915"/>
            <a:chOff x="2084100" y="4400250"/>
            <a:chExt cx="486550" cy="479925"/>
          </a:xfrm>
        </p:grpSpPr>
        <p:sp>
          <p:nvSpPr>
            <p:cNvPr id="5622" name="Google Shape;5622;p57"/>
            <p:cNvSpPr/>
            <p:nvPr/>
          </p:nvSpPr>
          <p:spPr>
            <a:xfrm>
              <a:off x="2084100" y="4652250"/>
              <a:ext cx="105325" cy="90050"/>
            </a:xfrm>
            <a:custGeom>
              <a:rect b="b" l="l" r="r" t="t"/>
              <a:pathLst>
                <a:path extrusionOk="0" h="3602" w="4213">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23" name="Google Shape;5623;p57"/>
            <p:cNvSpPr/>
            <p:nvPr/>
          </p:nvSpPr>
          <p:spPr>
            <a:xfrm>
              <a:off x="2372575" y="4644175"/>
              <a:ext cx="175875" cy="226275"/>
            </a:xfrm>
            <a:custGeom>
              <a:rect b="b" l="l" r="r" t="t"/>
              <a:pathLst>
                <a:path extrusionOk="0" h="9051" w="7035">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24" name="Google Shape;5624;p57"/>
            <p:cNvSpPr/>
            <p:nvPr/>
          </p:nvSpPr>
          <p:spPr>
            <a:xfrm>
              <a:off x="2093950" y="4419400"/>
              <a:ext cx="228500" cy="174750"/>
            </a:xfrm>
            <a:custGeom>
              <a:rect b="b" l="l" r="r" t="t"/>
              <a:pathLst>
                <a:path extrusionOk="0" h="6990" w="914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25" name="Google Shape;5625;p57"/>
            <p:cNvSpPr/>
            <p:nvPr/>
          </p:nvSpPr>
          <p:spPr>
            <a:xfrm>
              <a:off x="2224425" y="4777500"/>
              <a:ext cx="90425" cy="102675"/>
            </a:xfrm>
            <a:custGeom>
              <a:rect b="b" l="l" r="r" t="t"/>
              <a:pathLst>
                <a:path extrusionOk="0" h="4107" w="3617">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26" name="Google Shape;5626;p57"/>
            <p:cNvSpPr/>
            <p:nvPr/>
          </p:nvSpPr>
          <p:spPr>
            <a:xfrm>
              <a:off x="2454100" y="4400250"/>
              <a:ext cx="116550" cy="107300"/>
            </a:xfrm>
            <a:custGeom>
              <a:rect b="b" l="l" r="r" t="t"/>
              <a:pathLst>
                <a:path extrusionOk="0" h="4292" w="4662">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27" name="Google Shape;5627;p57"/>
            <p:cNvSpPr/>
            <p:nvPr/>
          </p:nvSpPr>
          <p:spPr>
            <a:xfrm>
              <a:off x="2152975" y="4431500"/>
              <a:ext cx="381925" cy="377725"/>
            </a:xfrm>
            <a:custGeom>
              <a:rect b="b" l="l" r="r" t="t"/>
              <a:pathLst>
                <a:path extrusionOk="0" h="15109" w="15277">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628" name="Google Shape;5628;p57"/>
          <p:cNvGrpSpPr/>
          <p:nvPr/>
        </p:nvGrpSpPr>
        <p:grpSpPr>
          <a:xfrm>
            <a:off x="6307462" y="3538907"/>
            <a:ext cx="298169" cy="339218"/>
            <a:chOff x="2707950" y="4399325"/>
            <a:chExt cx="423475" cy="481775"/>
          </a:xfrm>
        </p:grpSpPr>
        <p:sp>
          <p:nvSpPr>
            <p:cNvPr id="5629" name="Google Shape;5629;p57"/>
            <p:cNvSpPr/>
            <p:nvPr/>
          </p:nvSpPr>
          <p:spPr>
            <a:xfrm>
              <a:off x="2905550" y="4515000"/>
              <a:ext cx="28275" cy="366100"/>
            </a:xfrm>
            <a:custGeom>
              <a:rect b="b" l="l" r="r" t="t"/>
              <a:pathLst>
                <a:path extrusionOk="0" h="14644" w="1131">
                  <a:moveTo>
                    <a:pt x="1" y="0"/>
                  </a:moveTo>
                  <a:lnTo>
                    <a:pt x="1" y="14644"/>
                  </a:lnTo>
                  <a:lnTo>
                    <a:pt x="1130" y="14644"/>
                  </a:lnTo>
                  <a:lnTo>
                    <a:pt x="11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30" name="Google Shape;5630;p57"/>
            <p:cNvSpPr/>
            <p:nvPr/>
          </p:nvSpPr>
          <p:spPr>
            <a:xfrm>
              <a:off x="2962025" y="4710725"/>
              <a:ext cx="141175" cy="29225"/>
            </a:xfrm>
            <a:custGeom>
              <a:rect b="b" l="l" r="r" t="t"/>
              <a:pathLst>
                <a:path extrusionOk="0" h="1169" w="5647">
                  <a:moveTo>
                    <a:pt x="0" y="0"/>
                  </a:moveTo>
                  <a:lnTo>
                    <a:pt x="0" y="1169"/>
                  </a:lnTo>
                  <a:lnTo>
                    <a:pt x="5646" y="1169"/>
                  </a:lnTo>
                  <a:lnTo>
                    <a:pt x="564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31" name="Google Shape;5631;p57"/>
            <p:cNvSpPr/>
            <p:nvPr/>
          </p:nvSpPr>
          <p:spPr>
            <a:xfrm>
              <a:off x="2962025" y="4768175"/>
              <a:ext cx="141175" cy="112925"/>
            </a:xfrm>
            <a:custGeom>
              <a:rect b="b" l="l" r="r" t="t"/>
              <a:pathLst>
                <a:path extrusionOk="0" h="4517" w="5647">
                  <a:moveTo>
                    <a:pt x="0" y="0"/>
                  </a:moveTo>
                  <a:lnTo>
                    <a:pt x="0" y="4517"/>
                  </a:lnTo>
                  <a:lnTo>
                    <a:pt x="3951" y="4517"/>
                  </a:lnTo>
                  <a:cubicBezTo>
                    <a:pt x="4888" y="4517"/>
                    <a:pt x="5646" y="3758"/>
                    <a:pt x="5646" y="2825"/>
                  </a:cubicBezTo>
                  <a:lnTo>
                    <a:pt x="564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32" name="Google Shape;5632;p57"/>
            <p:cNvSpPr/>
            <p:nvPr/>
          </p:nvSpPr>
          <p:spPr>
            <a:xfrm>
              <a:off x="2736175" y="4710725"/>
              <a:ext cx="141175" cy="29225"/>
            </a:xfrm>
            <a:custGeom>
              <a:rect b="b" l="l" r="r" t="t"/>
              <a:pathLst>
                <a:path extrusionOk="0" h="1169" w="5647">
                  <a:moveTo>
                    <a:pt x="1" y="0"/>
                  </a:moveTo>
                  <a:lnTo>
                    <a:pt x="1" y="1169"/>
                  </a:lnTo>
                  <a:lnTo>
                    <a:pt x="5647" y="1169"/>
                  </a:lnTo>
                  <a:lnTo>
                    <a:pt x="56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33" name="Google Shape;5633;p57"/>
            <p:cNvSpPr/>
            <p:nvPr/>
          </p:nvSpPr>
          <p:spPr>
            <a:xfrm>
              <a:off x="2736175" y="4768175"/>
              <a:ext cx="141175" cy="112925"/>
            </a:xfrm>
            <a:custGeom>
              <a:rect b="b" l="l" r="r" t="t"/>
              <a:pathLst>
                <a:path extrusionOk="0" h="4517" w="5647">
                  <a:moveTo>
                    <a:pt x="1" y="0"/>
                  </a:moveTo>
                  <a:lnTo>
                    <a:pt x="1" y="2825"/>
                  </a:lnTo>
                  <a:cubicBezTo>
                    <a:pt x="1" y="3758"/>
                    <a:pt x="759" y="4517"/>
                    <a:pt x="1693" y="4517"/>
                  </a:cubicBezTo>
                  <a:lnTo>
                    <a:pt x="5647" y="4517"/>
                  </a:lnTo>
                  <a:lnTo>
                    <a:pt x="56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34" name="Google Shape;5634;p57"/>
            <p:cNvSpPr/>
            <p:nvPr/>
          </p:nvSpPr>
          <p:spPr>
            <a:xfrm>
              <a:off x="2707950" y="4515075"/>
              <a:ext cx="169400" cy="82825"/>
            </a:xfrm>
            <a:custGeom>
              <a:rect b="b" l="l" r="r" t="t"/>
              <a:pathLst>
                <a:path extrusionOk="0" h="3313" w="6776">
                  <a:moveTo>
                    <a:pt x="1693" y="0"/>
                  </a:moveTo>
                  <a:cubicBezTo>
                    <a:pt x="759" y="0"/>
                    <a:pt x="0" y="756"/>
                    <a:pt x="0" y="1693"/>
                  </a:cubicBezTo>
                  <a:lnTo>
                    <a:pt x="0" y="2747"/>
                  </a:lnTo>
                  <a:cubicBezTo>
                    <a:pt x="0" y="3060"/>
                    <a:pt x="253" y="3313"/>
                    <a:pt x="563" y="3313"/>
                  </a:cubicBezTo>
                  <a:lnTo>
                    <a:pt x="6776" y="3313"/>
                  </a:lnTo>
                  <a:lnTo>
                    <a:pt x="67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35" name="Google Shape;5635;p57"/>
            <p:cNvSpPr/>
            <p:nvPr/>
          </p:nvSpPr>
          <p:spPr>
            <a:xfrm>
              <a:off x="2736175" y="4626025"/>
              <a:ext cx="141175" cy="56500"/>
            </a:xfrm>
            <a:custGeom>
              <a:rect b="b" l="l" r="r" t="t"/>
              <a:pathLst>
                <a:path extrusionOk="0" h="2260" w="5647">
                  <a:moveTo>
                    <a:pt x="1" y="1"/>
                  </a:moveTo>
                  <a:lnTo>
                    <a:pt x="1" y="2259"/>
                  </a:lnTo>
                  <a:lnTo>
                    <a:pt x="5647" y="2259"/>
                  </a:lnTo>
                  <a:lnTo>
                    <a:pt x="56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36" name="Google Shape;5636;p57"/>
            <p:cNvSpPr/>
            <p:nvPr/>
          </p:nvSpPr>
          <p:spPr>
            <a:xfrm>
              <a:off x="2850525" y="4430375"/>
              <a:ext cx="138325" cy="56500"/>
            </a:xfrm>
            <a:custGeom>
              <a:rect b="b" l="l" r="r" t="t"/>
              <a:pathLst>
                <a:path extrusionOk="0" h="2260" w="5533">
                  <a:moveTo>
                    <a:pt x="2765" y="1"/>
                  </a:moveTo>
                  <a:cubicBezTo>
                    <a:pt x="1500" y="1"/>
                    <a:pt x="275" y="916"/>
                    <a:pt x="1" y="2259"/>
                  </a:cubicBezTo>
                  <a:lnTo>
                    <a:pt x="5532" y="2259"/>
                  </a:lnTo>
                  <a:cubicBezTo>
                    <a:pt x="5258" y="910"/>
                    <a:pt x="4030" y="1"/>
                    <a:pt x="2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37" name="Google Shape;5637;p57"/>
            <p:cNvSpPr/>
            <p:nvPr/>
          </p:nvSpPr>
          <p:spPr>
            <a:xfrm>
              <a:off x="2974300" y="4399350"/>
              <a:ext cx="129650" cy="87525"/>
            </a:xfrm>
            <a:custGeom>
              <a:rect b="b" l="l" r="r" t="t"/>
              <a:pathLst>
                <a:path extrusionOk="0" h="3501" w="5186">
                  <a:moveTo>
                    <a:pt x="2058" y="0"/>
                  </a:moveTo>
                  <a:cubicBezTo>
                    <a:pt x="1374" y="0"/>
                    <a:pt x="670" y="239"/>
                    <a:pt x="0" y="775"/>
                  </a:cubicBezTo>
                  <a:cubicBezTo>
                    <a:pt x="931" y="1398"/>
                    <a:pt x="1554" y="2389"/>
                    <a:pt x="1714" y="3500"/>
                  </a:cubicBezTo>
                  <a:lnTo>
                    <a:pt x="4397" y="3500"/>
                  </a:lnTo>
                  <a:cubicBezTo>
                    <a:pt x="4842" y="3497"/>
                    <a:pt x="5185" y="3109"/>
                    <a:pt x="5131" y="2666"/>
                  </a:cubicBezTo>
                  <a:cubicBezTo>
                    <a:pt x="5128" y="2639"/>
                    <a:pt x="5125" y="2609"/>
                    <a:pt x="5119" y="2579"/>
                  </a:cubicBezTo>
                  <a:cubicBezTo>
                    <a:pt x="4936" y="1482"/>
                    <a:pt x="4207" y="609"/>
                    <a:pt x="3171" y="212"/>
                  </a:cubicBezTo>
                  <a:cubicBezTo>
                    <a:pt x="2813" y="74"/>
                    <a:pt x="2438" y="0"/>
                    <a:pt x="20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38" name="Google Shape;5638;p57"/>
            <p:cNvSpPr/>
            <p:nvPr/>
          </p:nvSpPr>
          <p:spPr>
            <a:xfrm>
              <a:off x="2735425" y="4399325"/>
              <a:ext cx="129650" cy="87475"/>
            </a:xfrm>
            <a:custGeom>
              <a:rect b="b" l="l" r="r" t="t"/>
              <a:pathLst>
                <a:path extrusionOk="0" h="3499" w="5186">
                  <a:moveTo>
                    <a:pt x="3150" y="0"/>
                  </a:moveTo>
                  <a:cubicBezTo>
                    <a:pt x="2765" y="0"/>
                    <a:pt x="2385" y="77"/>
                    <a:pt x="2015" y="219"/>
                  </a:cubicBezTo>
                  <a:cubicBezTo>
                    <a:pt x="979" y="616"/>
                    <a:pt x="250" y="1483"/>
                    <a:pt x="67" y="2580"/>
                  </a:cubicBezTo>
                  <a:cubicBezTo>
                    <a:pt x="64" y="2610"/>
                    <a:pt x="58" y="2637"/>
                    <a:pt x="55" y="2667"/>
                  </a:cubicBezTo>
                  <a:cubicBezTo>
                    <a:pt x="0" y="3110"/>
                    <a:pt x="344" y="3498"/>
                    <a:pt x="789" y="3498"/>
                  </a:cubicBezTo>
                  <a:lnTo>
                    <a:pt x="3475" y="3498"/>
                  </a:lnTo>
                  <a:cubicBezTo>
                    <a:pt x="3632" y="2390"/>
                    <a:pt x="4255" y="1399"/>
                    <a:pt x="5186" y="776"/>
                  </a:cubicBezTo>
                  <a:cubicBezTo>
                    <a:pt x="4510" y="236"/>
                    <a:pt x="3823" y="0"/>
                    <a:pt x="31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39" name="Google Shape;5639;p57"/>
            <p:cNvSpPr/>
            <p:nvPr/>
          </p:nvSpPr>
          <p:spPr>
            <a:xfrm>
              <a:off x="2962025" y="4515075"/>
              <a:ext cx="169400" cy="82825"/>
            </a:xfrm>
            <a:custGeom>
              <a:rect b="b" l="l" r="r" t="t"/>
              <a:pathLst>
                <a:path extrusionOk="0" h="3313" w="6776">
                  <a:moveTo>
                    <a:pt x="0" y="0"/>
                  </a:moveTo>
                  <a:lnTo>
                    <a:pt x="0" y="3313"/>
                  </a:lnTo>
                  <a:lnTo>
                    <a:pt x="6209" y="3313"/>
                  </a:lnTo>
                  <a:cubicBezTo>
                    <a:pt x="6523" y="3313"/>
                    <a:pt x="6776" y="3060"/>
                    <a:pt x="6776" y="2747"/>
                  </a:cubicBezTo>
                  <a:lnTo>
                    <a:pt x="6776" y="1693"/>
                  </a:lnTo>
                  <a:cubicBezTo>
                    <a:pt x="6776" y="756"/>
                    <a:pt x="6017" y="0"/>
                    <a:pt x="5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40" name="Google Shape;5640;p57"/>
            <p:cNvSpPr/>
            <p:nvPr/>
          </p:nvSpPr>
          <p:spPr>
            <a:xfrm>
              <a:off x="2962025" y="4626025"/>
              <a:ext cx="141175" cy="56500"/>
            </a:xfrm>
            <a:custGeom>
              <a:rect b="b" l="l" r="r" t="t"/>
              <a:pathLst>
                <a:path extrusionOk="0" h="2260" w="5647">
                  <a:moveTo>
                    <a:pt x="0" y="1"/>
                  </a:moveTo>
                  <a:lnTo>
                    <a:pt x="0" y="2259"/>
                  </a:lnTo>
                  <a:lnTo>
                    <a:pt x="5646" y="2259"/>
                  </a:lnTo>
                  <a:lnTo>
                    <a:pt x="56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641" name="Google Shape;5641;p57"/>
          <p:cNvGrpSpPr/>
          <p:nvPr/>
        </p:nvGrpSpPr>
        <p:grpSpPr>
          <a:xfrm>
            <a:off x="6736981" y="3538881"/>
            <a:ext cx="275057" cy="339271"/>
            <a:chOff x="3330525" y="4399275"/>
            <a:chExt cx="390650" cy="481850"/>
          </a:xfrm>
        </p:grpSpPr>
        <p:sp>
          <p:nvSpPr>
            <p:cNvPr id="5642" name="Google Shape;5642;p57"/>
            <p:cNvSpPr/>
            <p:nvPr/>
          </p:nvSpPr>
          <p:spPr>
            <a:xfrm>
              <a:off x="3543950" y="4648550"/>
              <a:ext cx="78450" cy="95775"/>
            </a:xfrm>
            <a:custGeom>
              <a:rect b="b" l="l" r="r" t="t"/>
              <a:pathLst>
                <a:path extrusionOk="0" h="3831" w="3138">
                  <a:moveTo>
                    <a:pt x="2677" y="0"/>
                  </a:moveTo>
                  <a:cubicBezTo>
                    <a:pt x="2298" y="356"/>
                    <a:pt x="1861" y="648"/>
                    <a:pt x="1388" y="858"/>
                  </a:cubicBezTo>
                  <a:lnTo>
                    <a:pt x="0" y="2948"/>
                  </a:lnTo>
                  <a:lnTo>
                    <a:pt x="880" y="3831"/>
                  </a:lnTo>
                  <a:lnTo>
                    <a:pt x="3138" y="443"/>
                  </a:lnTo>
                  <a:lnTo>
                    <a:pt x="2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43" name="Google Shape;5643;p57"/>
            <p:cNvSpPr/>
            <p:nvPr/>
          </p:nvSpPr>
          <p:spPr>
            <a:xfrm>
              <a:off x="3427250" y="4456050"/>
              <a:ext cx="197650" cy="197175"/>
            </a:xfrm>
            <a:custGeom>
              <a:rect b="b" l="l" r="r" t="t"/>
              <a:pathLst>
                <a:path extrusionOk="0" h="7887" w="7906">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44" name="Google Shape;5644;p57"/>
            <p:cNvSpPr/>
            <p:nvPr/>
          </p:nvSpPr>
          <p:spPr>
            <a:xfrm>
              <a:off x="3428150" y="4399275"/>
              <a:ext cx="166925" cy="84725"/>
            </a:xfrm>
            <a:custGeom>
              <a:rect b="b" l="l" r="r" t="t"/>
              <a:pathLst>
                <a:path extrusionOk="0" h="3389" w="6677">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45" name="Google Shape;5645;p57"/>
            <p:cNvSpPr/>
            <p:nvPr/>
          </p:nvSpPr>
          <p:spPr>
            <a:xfrm>
              <a:off x="3330525" y="4674000"/>
              <a:ext cx="181225" cy="207125"/>
            </a:xfrm>
            <a:custGeom>
              <a:rect b="b" l="l" r="r" t="t"/>
              <a:pathLst>
                <a:path extrusionOk="0" h="8285" w="7249">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46" name="Google Shape;5646;p57"/>
            <p:cNvSpPr/>
            <p:nvPr/>
          </p:nvSpPr>
          <p:spPr>
            <a:xfrm>
              <a:off x="3540175" y="4674000"/>
              <a:ext cx="181000" cy="207100"/>
            </a:xfrm>
            <a:custGeom>
              <a:rect b="b" l="l" r="r" t="t"/>
              <a:pathLst>
                <a:path extrusionOk="0" h="8284" w="724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47" name="Google Shape;5647;p57"/>
            <p:cNvSpPr/>
            <p:nvPr/>
          </p:nvSpPr>
          <p:spPr>
            <a:xfrm>
              <a:off x="3429975" y="4648850"/>
              <a:ext cx="78225" cy="95400"/>
            </a:xfrm>
            <a:custGeom>
              <a:rect b="b" l="l" r="r" t="t"/>
              <a:pathLst>
                <a:path extrusionOk="0" h="3816" w="3129">
                  <a:moveTo>
                    <a:pt x="452" y="0"/>
                  </a:moveTo>
                  <a:lnTo>
                    <a:pt x="0" y="440"/>
                  </a:lnTo>
                  <a:lnTo>
                    <a:pt x="2247" y="3816"/>
                  </a:lnTo>
                  <a:lnTo>
                    <a:pt x="3129" y="2936"/>
                  </a:lnTo>
                  <a:lnTo>
                    <a:pt x="1741" y="846"/>
                  </a:lnTo>
                  <a:cubicBezTo>
                    <a:pt x="1268" y="636"/>
                    <a:pt x="834" y="350"/>
                    <a:pt x="4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48" name="Google Shape;5648;p57"/>
            <p:cNvSpPr/>
            <p:nvPr/>
          </p:nvSpPr>
          <p:spPr>
            <a:xfrm>
              <a:off x="3514200" y="4681000"/>
              <a:ext cx="23150" cy="17550"/>
            </a:xfrm>
            <a:custGeom>
              <a:rect b="b" l="l" r="r" t="t"/>
              <a:pathLst>
                <a:path extrusionOk="0" h="702" w="926">
                  <a:moveTo>
                    <a:pt x="1" y="0"/>
                  </a:moveTo>
                  <a:lnTo>
                    <a:pt x="465" y="702"/>
                  </a:lnTo>
                  <a:lnTo>
                    <a:pt x="925" y="0"/>
                  </a:lnTo>
                  <a:lnTo>
                    <a:pt x="916" y="0"/>
                  </a:lnTo>
                  <a:cubicBezTo>
                    <a:pt x="769" y="12"/>
                    <a:pt x="609" y="24"/>
                    <a:pt x="465" y="24"/>
                  </a:cubicBezTo>
                  <a:cubicBezTo>
                    <a:pt x="317" y="24"/>
                    <a:pt x="157" y="12"/>
                    <a:pt x="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649" name="Google Shape;5649;p57"/>
          <p:cNvGrpSpPr/>
          <p:nvPr/>
        </p:nvGrpSpPr>
        <p:grpSpPr>
          <a:xfrm>
            <a:off x="7161510" y="3538890"/>
            <a:ext cx="253265" cy="339253"/>
            <a:chOff x="3938800" y="4399275"/>
            <a:chExt cx="359700" cy="481825"/>
          </a:xfrm>
        </p:grpSpPr>
        <p:sp>
          <p:nvSpPr>
            <p:cNvPr id="5650" name="Google Shape;5650;p57"/>
            <p:cNvSpPr/>
            <p:nvPr/>
          </p:nvSpPr>
          <p:spPr>
            <a:xfrm>
              <a:off x="4022650" y="4427525"/>
              <a:ext cx="166625" cy="84700"/>
            </a:xfrm>
            <a:custGeom>
              <a:rect b="b" l="l" r="r" t="t"/>
              <a:pathLst>
                <a:path extrusionOk="0" h="3388" w="6665">
                  <a:moveTo>
                    <a:pt x="3909" y="0"/>
                  </a:moveTo>
                  <a:cubicBezTo>
                    <a:pt x="1946" y="3"/>
                    <a:pt x="284" y="1446"/>
                    <a:pt x="1" y="3388"/>
                  </a:cubicBezTo>
                  <a:lnTo>
                    <a:pt x="3909" y="3388"/>
                  </a:lnTo>
                  <a:cubicBezTo>
                    <a:pt x="4807" y="3385"/>
                    <a:pt x="5647" y="2957"/>
                    <a:pt x="6180" y="2235"/>
                  </a:cubicBezTo>
                  <a:cubicBezTo>
                    <a:pt x="6421" y="1909"/>
                    <a:pt x="6589" y="1530"/>
                    <a:pt x="6665" y="1129"/>
                  </a:cubicBezTo>
                  <a:cubicBezTo>
                    <a:pt x="6135" y="602"/>
                    <a:pt x="5463" y="241"/>
                    <a:pt x="4734" y="91"/>
                  </a:cubicBezTo>
                  <a:cubicBezTo>
                    <a:pt x="4463" y="30"/>
                    <a:pt x="4186" y="0"/>
                    <a:pt x="39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51" name="Google Shape;5651;p57"/>
            <p:cNvSpPr/>
            <p:nvPr/>
          </p:nvSpPr>
          <p:spPr>
            <a:xfrm>
              <a:off x="4021450" y="4484275"/>
              <a:ext cx="197650" cy="199225"/>
            </a:xfrm>
            <a:custGeom>
              <a:rect b="b" l="l" r="r" t="t"/>
              <a:pathLst>
                <a:path extrusionOk="0" h="7969" w="7906">
                  <a:moveTo>
                    <a:pt x="7526" y="1"/>
                  </a:moveTo>
                  <a:cubicBezTo>
                    <a:pt x="7420" y="223"/>
                    <a:pt x="7291" y="434"/>
                    <a:pt x="7140" y="633"/>
                  </a:cubicBezTo>
                  <a:cubicBezTo>
                    <a:pt x="6396" y="1648"/>
                    <a:pt x="5216" y="2247"/>
                    <a:pt x="3957" y="2247"/>
                  </a:cubicBezTo>
                  <a:lnTo>
                    <a:pt x="4" y="2247"/>
                  </a:lnTo>
                  <a:lnTo>
                    <a:pt x="4" y="4018"/>
                  </a:lnTo>
                  <a:cubicBezTo>
                    <a:pt x="1" y="4635"/>
                    <a:pt x="148" y="5243"/>
                    <a:pt x="434" y="5788"/>
                  </a:cubicBezTo>
                  <a:lnTo>
                    <a:pt x="434" y="5800"/>
                  </a:lnTo>
                  <a:cubicBezTo>
                    <a:pt x="615" y="6159"/>
                    <a:pt x="850" y="6487"/>
                    <a:pt x="1133" y="6773"/>
                  </a:cubicBezTo>
                  <a:lnTo>
                    <a:pt x="1202" y="6839"/>
                  </a:lnTo>
                  <a:cubicBezTo>
                    <a:pt x="1967" y="7592"/>
                    <a:pt x="2962" y="7968"/>
                    <a:pt x="3958" y="7968"/>
                  </a:cubicBezTo>
                  <a:cubicBezTo>
                    <a:pt x="4959" y="7968"/>
                    <a:pt x="5959" y="7588"/>
                    <a:pt x="6725" y="6827"/>
                  </a:cubicBezTo>
                  <a:lnTo>
                    <a:pt x="6758" y="6794"/>
                  </a:lnTo>
                  <a:cubicBezTo>
                    <a:pt x="6972" y="6583"/>
                    <a:pt x="7158" y="6342"/>
                    <a:pt x="7312" y="6083"/>
                  </a:cubicBezTo>
                  <a:lnTo>
                    <a:pt x="7321" y="6083"/>
                  </a:lnTo>
                  <a:cubicBezTo>
                    <a:pt x="7703" y="5463"/>
                    <a:pt x="7905" y="4746"/>
                    <a:pt x="7902" y="4018"/>
                  </a:cubicBezTo>
                  <a:lnTo>
                    <a:pt x="7902" y="1684"/>
                  </a:lnTo>
                  <a:cubicBezTo>
                    <a:pt x="7902" y="1407"/>
                    <a:pt x="7875" y="1130"/>
                    <a:pt x="7818" y="859"/>
                  </a:cubicBezTo>
                  <a:cubicBezTo>
                    <a:pt x="7764" y="561"/>
                    <a:pt x="7664" y="272"/>
                    <a:pt x="7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52" name="Google Shape;5652;p57"/>
            <p:cNvSpPr/>
            <p:nvPr/>
          </p:nvSpPr>
          <p:spPr>
            <a:xfrm>
              <a:off x="4054050" y="4692500"/>
              <a:ext cx="132975" cy="47450"/>
            </a:xfrm>
            <a:custGeom>
              <a:rect b="b" l="l" r="r" t="t"/>
              <a:pathLst>
                <a:path extrusionOk="0" h="1898" w="5319">
                  <a:moveTo>
                    <a:pt x="5318" y="1"/>
                  </a:moveTo>
                  <a:lnTo>
                    <a:pt x="5318" y="1"/>
                  </a:lnTo>
                  <a:cubicBezTo>
                    <a:pt x="4550" y="498"/>
                    <a:pt x="3635" y="769"/>
                    <a:pt x="2653" y="769"/>
                  </a:cubicBezTo>
                  <a:cubicBezTo>
                    <a:pt x="2648" y="769"/>
                    <a:pt x="2643" y="769"/>
                    <a:pt x="2637" y="769"/>
                  </a:cubicBezTo>
                  <a:cubicBezTo>
                    <a:pt x="1703" y="769"/>
                    <a:pt x="791" y="507"/>
                    <a:pt x="0" y="13"/>
                  </a:cubicBezTo>
                  <a:lnTo>
                    <a:pt x="0" y="13"/>
                  </a:lnTo>
                  <a:cubicBezTo>
                    <a:pt x="82" y="272"/>
                    <a:pt x="202" y="516"/>
                    <a:pt x="362" y="736"/>
                  </a:cubicBezTo>
                  <a:cubicBezTo>
                    <a:pt x="898" y="1464"/>
                    <a:pt x="1747" y="1895"/>
                    <a:pt x="2653" y="1898"/>
                  </a:cubicBezTo>
                  <a:cubicBezTo>
                    <a:pt x="2660" y="1898"/>
                    <a:pt x="2667" y="1898"/>
                    <a:pt x="2674" y="1898"/>
                  </a:cubicBezTo>
                  <a:cubicBezTo>
                    <a:pt x="3870" y="1898"/>
                    <a:pt x="4935" y="1135"/>
                    <a:pt x="53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53" name="Google Shape;5653;p57"/>
            <p:cNvSpPr/>
            <p:nvPr/>
          </p:nvSpPr>
          <p:spPr>
            <a:xfrm>
              <a:off x="4163275" y="4399275"/>
              <a:ext cx="84275" cy="84200"/>
            </a:xfrm>
            <a:custGeom>
              <a:rect b="b" l="l" r="r" t="t"/>
              <a:pathLst>
                <a:path extrusionOk="0" h="3368" w="3371">
                  <a:moveTo>
                    <a:pt x="1090" y="1"/>
                  </a:moveTo>
                  <a:cubicBezTo>
                    <a:pt x="707" y="1"/>
                    <a:pt x="330" y="106"/>
                    <a:pt x="1" y="305"/>
                  </a:cubicBezTo>
                  <a:cubicBezTo>
                    <a:pt x="338" y="420"/>
                    <a:pt x="660" y="573"/>
                    <a:pt x="961" y="769"/>
                  </a:cubicBezTo>
                  <a:lnTo>
                    <a:pt x="961" y="781"/>
                  </a:lnTo>
                  <a:cubicBezTo>
                    <a:pt x="1443" y="1070"/>
                    <a:pt x="1874" y="1446"/>
                    <a:pt x="2226" y="1886"/>
                  </a:cubicBezTo>
                  <a:cubicBezTo>
                    <a:pt x="2587" y="2329"/>
                    <a:pt x="2871" y="2829"/>
                    <a:pt x="3060" y="3368"/>
                  </a:cubicBezTo>
                  <a:cubicBezTo>
                    <a:pt x="3262" y="3033"/>
                    <a:pt x="3370" y="2651"/>
                    <a:pt x="3364" y="2259"/>
                  </a:cubicBezTo>
                  <a:cubicBezTo>
                    <a:pt x="3361" y="1236"/>
                    <a:pt x="2672" y="341"/>
                    <a:pt x="1684" y="79"/>
                  </a:cubicBezTo>
                  <a:cubicBezTo>
                    <a:pt x="1615" y="58"/>
                    <a:pt x="1543" y="46"/>
                    <a:pt x="1467" y="46"/>
                  </a:cubicBezTo>
                  <a:cubicBezTo>
                    <a:pt x="1344" y="34"/>
                    <a:pt x="1232" y="1"/>
                    <a:pt x="1106" y="1"/>
                  </a:cubicBezTo>
                  <a:cubicBezTo>
                    <a:pt x="1101" y="1"/>
                    <a:pt x="1095" y="1"/>
                    <a:pt x="10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54" name="Google Shape;5654;p57"/>
            <p:cNvSpPr/>
            <p:nvPr/>
          </p:nvSpPr>
          <p:spPr>
            <a:xfrm>
              <a:off x="3938800" y="4692800"/>
              <a:ext cx="359700" cy="188300"/>
            </a:xfrm>
            <a:custGeom>
              <a:rect b="b" l="l" r="r" t="t"/>
              <a:pathLst>
                <a:path extrusionOk="0" h="7532" w="14388">
                  <a:moveTo>
                    <a:pt x="11160" y="4144"/>
                  </a:moveTo>
                  <a:cubicBezTo>
                    <a:pt x="11470" y="4144"/>
                    <a:pt x="11723" y="4397"/>
                    <a:pt x="11723" y="4710"/>
                  </a:cubicBezTo>
                  <a:cubicBezTo>
                    <a:pt x="11723" y="5021"/>
                    <a:pt x="11470" y="5274"/>
                    <a:pt x="11160" y="5274"/>
                  </a:cubicBezTo>
                  <a:lnTo>
                    <a:pt x="10031" y="5274"/>
                  </a:lnTo>
                  <a:cubicBezTo>
                    <a:pt x="9718" y="5274"/>
                    <a:pt x="9465" y="5021"/>
                    <a:pt x="9465" y="4710"/>
                  </a:cubicBezTo>
                  <a:cubicBezTo>
                    <a:pt x="9465" y="4397"/>
                    <a:pt x="9718" y="4144"/>
                    <a:pt x="10031" y="4144"/>
                  </a:cubicBezTo>
                  <a:close/>
                  <a:moveTo>
                    <a:pt x="3379" y="1"/>
                  </a:moveTo>
                  <a:lnTo>
                    <a:pt x="2385" y="248"/>
                  </a:lnTo>
                  <a:cubicBezTo>
                    <a:pt x="922" y="615"/>
                    <a:pt x="0" y="2067"/>
                    <a:pt x="295" y="3545"/>
                  </a:cubicBezTo>
                  <a:lnTo>
                    <a:pt x="1006" y="7080"/>
                  </a:lnTo>
                  <a:cubicBezTo>
                    <a:pt x="1060" y="7342"/>
                    <a:pt x="1292" y="7532"/>
                    <a:pt x="1560" y="7532"/>
                  </a:cubicBezTo>
                  <a:lnTo>
                    <a:pt x="12831" y="7532"/>
                  </a:lnTo>
                  <a:cubicBezTo>
                    <a:pt x="12833" y="7532"/>
                    <a:pt x="12835" y="7532"/>
                    <a:pt x="12837" y="7532"/>
                  </a:cubicBezTo>
                  <a:cubicBezTo>
                    <a:pt x="13103" y="7532"/>
                    <a:pt x="13331" y="7343"/>
                    <a:pt x="13382" y="7080"/>
                  </a:cubicBezTo>
                  <a:lnTo>
                    <a:pt x="14096" y="3545"/>
                  </a:lnTo>
                  <a:cubicBezTo>
                    <a:pt x="14388" y="2070"/>
                    <a:pt x="13476" y="621"/>
                    <a:pt x="12018" y="248"/>
                  </a:cubicBezTo>
                  <a:lnTo>
                    <a:pt x="11046" y="13"/>
                  </a:lnTo>
                  <a:cubicBezTo>
                    <a:pt x="10678" y="1506"/>
                    <a:pt x="9474" y="2648"/>
                    <a:pt x="7965" y="2943"/>
                  </a:cubicBezTo>
                  <a:cubicBezTo>
                    <a:pt x="7714" y="2991"/>
                    <a:pt x="7463" y="3015"/>
                    <a:pt x="7214" y="3015"/>
                  </a:cubicBezTo>
                  <a:cubicBezTo>
                    <a:pt x="5960" y="3015"/>
                    <a:pt x="4762" y="2417"/>
                    <a:pt x="4011" y="1377"/>
                  </a:cubicBezTo>
                  <a:cubicBezTo>
                    <a:pt x="3707" y="967"/>
                    <a:pt x="3493" y="498"/>
                    <a:pt x="3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655" name="Google Shape;5655;p57"/>
          <p:cNvGrpSpPr/>
          <p:nvPr/>
        </p:nvGrpSpPr>
        <p:grpSpPr>
          <a:xfrm>
            <a:off x="7632288" y="3538890"/>
            <a:ext cx="159039" cy="339253"/>
            <a:chOff x="4584850" y="4399275"/>
            <a:chExt cx="225875" cy="481825"/>
          </a:xfrm>
        </p:grpSpPr>
        <p:sp>
          <p:nvSpPr>
            <p:cNvPr id="5656" name="Google Shape;5656;p57"/>
            <p:cNvSpPr/>
            <p:nvPr/>
          </p:nvSpPr>
          <p:spPr>
            <a:xfrm>
              <a:off x="4655400" y="4399275"/>
              <a:ext cx="84700" cy="84725"/>
            </a:xfrm>
            <a:custGeom>
              <a:rect b="b" l="l" r="r" t="t"/>
              <a:pathLst>
                <a:path extrusionOk="0" h="3389" w="3388">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57" name="Google Shape;5657;p57"/>
            <p:cNvSpPr/>
            <p:nvPr/>
          </p:nvSpPr>
          <p:spPr>
            <a:xfrm>
              <a:off x="4584850" y="4512200"/>
              <a:ext cx="225875" cy="368900"/>
            </a:xfrm>
            <a:custGeom>
              <a:rect b="b" l="l" r="r" t="t"/>
              <a:pathLst>
                <a:path extrusionOk="0" h="14756" w="9035">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5658" name="Google Shape;5658;p57"/>
          <p:cNvSpPr/>
          <p:nvPr/>
        </p:nvSpPr>
        <p:spPr>
          <a:xfrm>
            <a:off x="7950424" y="3538820"/>
            <a:ext cx="372275" cy="339112"/>
          </a:xfrm>
          <a:custGeom>
            <a:rect b="b" l="l" r="r" t="t"/>
            <a:pathLst>
              <a:path extrusionOk="0" h="19265" w="21149">
                <a:moveTo>
                  <a:pt x="10580" y="3417"/>
                </a:moveTo>
                <a:cubicBezTo>
                  <a:pt x="12186" y="3417"/>
                  <a:pt x="13773" y="4040"/>
                  <a:pt x="14967" y="5236"/>
                </a:cubicBezTo>
                <a:cubicBezTo>
                  <a:pt x="16933" y="7199"/>
                  <a:pt x="17352" y="10231"/>
                  <a:pt x="15997" y="12655"/>
                </a:cubicBezTo>
                <a:lnTo>
                  <a:pt x="7550" y="4209"/>
                </a:lnTo>
                <a:cubicBezTo>
                  <a:pt x="8500" y="3676"/>
                  <a:pt x="9544" y="3417"/>
                  <a:pt x="10580" y="3417"/>
                </a:cubicBezTo>
                <a:close/>
                <a:moveTo>
                  <a:pt x="5156" y="6603"/>
                </a:moveTo>
                <a:lnTo>
                  <a:pt x="13600" y="15049"/>
                </a:lnTo>
                <a:cubicBezTo>
                  <a:pt x="12650" y="15584"/>
                  <a:pt x="11607" y="15844"/>
                  <a:pt x="10570" y="15844"/>
                </a:cubicBezTo>
                <a:cubicBezTo>
                  <a:pt x="8964" y="15844"/>
                  <a:pt x="7375" y="15218"/>
                  <a:pt x="6183" y="14019"/>
                </a:cubicBezTo>
                <a:cubicBezTo>
                  <a:pt x="4210" y="12059"/>
                  <a:pt x="3789" y="9024"/>
                  <a:pt x="5156" y="6603"/>
                </a:cubicBezTo>
                <a:close/>
                <a:moveTo>
                  <a:pt x="10574" y="0"/>
                </a:moveTo>
                <a:cubicBezTo>
                  <a:pt x="8127" y="0"/>
                  <a:pt x="5681" y="948"/>
                  <a:pt x="3789" y="2842"/>
                </a:cubicBezTo>
                <a:cubicBezTo>
                  <a:pt x="1" y="6630"/>
                  <a:pt x="1" y="12628"/>
                  <a:pt x="3789" y="16413"/>
                </a:cubicBezTo>
                <a:cubicBezTo>
                  <a:pt x="5662" y="18289"/>
                  <a:pt x="8113" y="19265"/>
                  <a:pt x="10576" y="19265"/>
                </a:cubicBezTo>
                <a:cubicBezTo>
                  <a:pt x="13036" y="19265"/>
                  <a:pt x="15488" y="18289"/>
                  <a:pt x="17361" y="16413"/>
                </a:cubicBezTo>
                <a:cubicBezTo>
                  <a:pt x="21149" y="12625"/>
                  <a:pt x="21149" y="6630"/>
                  <a:pt x="17361" y="2842"/>
                </a:cubicBezTo>
                <a:cubicBezTo>
                  <a:pt x="15467" y="948"/>
                  <a:pt x="13020" y="0"/>
                  <a:pt x="105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5659" name="Google Shape;5659;p57"/>
          <p:cNvGrpSpPr/>
          <p:nvPr/>
        </p:nvGrpSpPr>
        <p:grpSpPr>
          <a:xfrm>
            <a:off x="817316" y="3951795"/>
            <a:ext cx="339253" cy="339253"/>
            <a:chOff x="5642550" y="4399275"/>
            <a:chExt cx="481825" cy="481825"/>
          </a:xfrm>
        </p:grpSpPr>
        <p:sp>
          <p:nvSpPr>
            <p:cNvPr id="5660" name="Google Shape;5660;p57"/>
            <p:cNvSpPr/>
            <p:nvPr/>
          </p:nvSpPr>
          <p:spPr>
            <a:xfrm>
              <a:off x="5642550" y="4399275"/>
              <a:ext cx="481825" cy="481825"/>
            </a:xfrm>
            <a:custGeom>
              <a:rect b="b" l="l" r="r" t="t"/>
              <a:pathLst>
                <a:path extrusionOk="0" h="19273" w="19273">
                  <a:moveTo>
                    <a:pt x="15283" y="7945"/>
                  </a:moveTo>
                  <a:cubicBezTo>
                    <a:pt x="15593" y="7945"/>
                    <a:pt x="15846" y="8195"/>
                    <a:pt x="15846" y="8508"/>
                  </a:cubicBezTo>
                  <a:lnTo>
                    <a:pt x="15846" y="10766"/>
                  </a:lnTo>
                  <a:cubicBezTo>
                    <a:pt x="15846" y="11079"/>
                    <a:pt x="15593" y="11332"/>
                    <a:pt x="15283" y="11332"/>
                  </a:cubicBezTo>
                  <a:lnTo>
                    <a:pt x="3991" y="11332"/>
                  </a:lnTo>
                  <a:cubicBezTo>
                    <a:pt x="3678" y="11332"/>
                    <a:pt x="3425" y="11079"/>
                    <a:pt x="3425" y="10766"/>
                  </a:cubicBezTo>
                  <a:lnTo>
                    <a:pt x="3425" y="8508"/>
                  </a:lnTo>
                  <a:cubicBezTo>
                    <a:pt x="3425" y="8195"/>
                    <a:pt x="3678" y="7945"/>
                    <a:pt x="3991" y="7945"/>
                  </a:cubicBezTo>
                  <a:close/>
                  <a:moveTo>
                    <a:pt x="9637" y="1"/>
                  </a:moveTo>
                  <a:cubicBezTo>
                    <a:pt x="4331" y="1"/>
                    <a:pt x="1" y="4331"/>
                    <a:pt x="1" y="9637"/>
                  </a:cubicBezTo>
                  <a:cubicBezTo>
                    <a:pt x="1" y="14946"/>
                    <a:pt x="4328" y="19273"/>
                    <a:pt x="9637" y="19273"/>
                  </a:cubicBezTo>
                  <a:cubicBezTo>
                    <a:pt x="14943" y="19273"/>
                    <a:pt x="19273" y="14946"/>
                    <a:pt x="19273" y="9637"/>
                  </a:cubicBezTo>
                  <a:cubicBezTo>
                    <a:pt x="19273" y="4331"/>
                    <a:pt x="14943" y="1"/>
                    <a:pt x="96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61" name="Google Shape;5661;p57"/>
            <p:cNvSpPr/>
            <p:nvPr/>
          </p:nvSpPr>
          <p:spPr>
            <a:xfrm>
              <a:off x="5756375" y="4626100"/>
              <a:ext cx="254100" cy="28275"/>
            </a:xfrm>
            <a:custGeom>
              <a:rect b="b" l="l" r="r" t="t"/>
              <a:pathLst>
                <a:path extrusionOk="0" h="1131" w="10164">
                  <a:moveTo>
                    <a:pt x="1" y="1"/>
                  </a:moveTo>
                  <a:lnTo>
                    <a:pt x="1" y="1130"/>
                  </a:lnTo>
                  <a:lnTo>
                    <a:pt x="10164" y="1130"/>
                  </a:lnTo>
                  <a:lnTo>
                    <a:pt x="101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662" name="Google Shape;5662;p57"/>
          <p:cNvGrpSpPr/>
          <p:nvPr/>
        </p:nvGrpSpPr>
        <p:grpSpPr>
          <a:xfrm>
            <a:off x="2670186" y="3963703"/>
            <a:ext cx="363316" cy="315437"/>
            <a:chOff x="6218300" y="4416175"/>
            <a:chExt cx="516000" cy="448000"/>
          </a:xfrm>
        </p:grpSpPr>
        <p:sp>
          <p:nvSpPr>
            <p:cNvPr id="5663" name="Google Shape;5663;p57"/>
            <p:cNvSpPr/>
            <p:nvPr/>
          </p:nvSpPr>
          <p:spPr>
            <a:xfrm>
              <a:off x="6462150" y="4525375"/>
              <a:ext cx="28250" cy="141250"/>
            </a:xfrm>
            <a:custGeom>
              <a:rect b="b" l="l" r="r" t="t"/>
              <a:pathLst>
                <a:path extrusionOk="0" h="5650" w="1130">
                  <a:moveTo>
                    <a:pt x="566" y="1"/>
                  </a:moveTo>
                  <a:cubicBezTo>
                    <a:pt x="253" y="1"/>
                    <a:pt x="0" y="254"/>
                    <a:pt x="0" y="567"/>
                  </a:cubicBezTo>
                  <a:lnTo>
                    <a:pt x="0" y="5087"/>
                  </a:lnTo>
                  <a:cubicBezTo>
                    <a:pt x="0" y="5397"/>
                    <a:pt x="253" y="5650"/>
                    <a:pt x="566" y="5650"/>
                  </a:cubicBezTo>
                  <a:cubicBezTo>
                    <a:pt x="877" y="5650"/>
                    <a:pt x="1130" y="5397"/>
                    <a:pt x="1130" y="5087"/>
                  </a:cubicBezTo>
                  <a:lnTo>
                    <a:pt x="1130" y="567"/>
                  </a:lnTo>
                  <a:cubicBezTo>
                    <a:pt x="1130" y="254"/>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64" name="Google Shape;5664;p57"/>
            <p:cNvSpPr/>
            <p:nvPr/>
          </p:nvSpPr>
          <p:spPr>
            <a:xfrm>
              <a:off x="6218300" y="4416175"/>
              <a:ext cx="516000" cy="448000"/>
            </a:xfrm>
            <a:custGeom>
              <a:rect b="b" l="l" r="r" t="t"/>
              <a:pathLst>
                <a:path extrusionOk="0" h="17920" w="20640">
                  <a:moveTo>
                    <a:pt x="10320" y="3240"/>
                  </a:moveTo>
                  <a:cubicBezTo>
                    <a:pt x="11254" y="3240"/>
                    <a:pt x="12013" y="3998"/>
                    <a:pt x="12013" y="4935"/>
                  </a:cubicBezTo>
                  <a:lnTo>
                    <a:pt x="12013" y="9452"/>
                  </a:lnTo>
                  <a:cubicBezTo>
                    <a:pt x="12013" y="10385"/>
                    <a:pt x="11254" y="11144"/>
                    <a:pt x="10320" y="11144"/>
                  </a:cubicBezTo>
                  <a:cubicBezTo>
                    <a:pt x="9384" y="11144"/>
                    <a:pt x="8625" y="10385"/>
                    <a:pt x="8625" y="9452"/>
                  </a:cubicBezTo>
                  <a:lnTo>
                    <a:pt x="8625" y="4935"/>
                  </a:lnTo>
                  <a:cubicBezTo>
                    <a:pt x="8625" y="3998"/>
                    <a:pt x="9384" y="3240"/>
                    <a:pt x="10320" y="3240"/>
                  </a:cubicBezTo>
                  <a:close/>
                  <a:moveTo>
                    <a:pt x="10320" y="12274"/>
                  </a:moveTo>
                  <a:cubicBezTo>
                    <a:pt x="10538" y="12274"/>
                    <a:pt x="10758" y="12316"/>
                    <a:pt x="10968" y="12403"/>
                  </a:cubicBezTo>
                  <a:cubicBezTo>
                    <a:pt x="11600" y="12665"/>
                    <a:pt x="12013" y="13282"/>
                    <a:pt x="12013" y="13969"/>
                  </a:cubicBezTo>
                  <a:cubicBezTo>
                    <a:pt x="12013" y="14902"/>
                    <a:pt x="11254" y="15661"/>
                    <a:pt x="10320" y="15661"/>
                  </a:cubicBezTo>
                  <a:cubicBezTo>
                    <a:pt x="9634" y="15661"/>
                    <a:pt x="9017" y="15248"/>
                    <a:pt x="8755" y="14616"/>
                  </a:cubicBezTo>
                  <a:cubicBezTo>
                    <a:pt x="8493" y="13984"/>
                    <a:pt x="8637" y="13255"/>
                    <a:pt x="9122" y="12770"/>
                  </a:cubicBezTo>
                  <a:cubicBezTo>
                    <a:pt x="9446" y="12446"/>
                    <a:pt x="9880" y="12274"/>
                    <a:pt x="10320" y="12274"/>
                  </a:cubicBezTo>
                  <a:close/>
                  <a:moveTo>
                    <a:pt x="10319" y="1"/>
                  </a:moveTo>
                  <a:cubicBezTo>
                    <a:pt x="9352" y="1"/>
                    <a:pt x="8386" y="487"/>
                    <a:pt x="7848" y="1460"/>
                  </a:cubicBezTo>
                  <a:lnTo>
                    <a:pt x="1040" y="13731"/>
                  </a:lnTo>
                  <a:cubicBezTo>
                    <a:pt x="1" y="15613"/>
                    <a:pt x="1359" y="17919"/>
                    <a:pt x="3509" y="17919"/>
                  </a:cubicBezTo>
                  <a:lnTo>
                    <a:pt x="17129" y="17919"/>
                  </a:lnTo>
                  <a:cubicBezTo>
                    <a:pt x="19279" y="17919"/>
                    <a:pt x="20640" y="15616"/>
                    <a:pt x="19598" y="13731"/>
                  </a:cubicBezTo>
                  <a:lnTo>
                    <a:pt x="12790" y="1460"/>
                  </a:lnTo>
                  <a:cubicBezTo>
                    <a:pt x="12252" y="487"/>
                    <a:pt x="11286" y="1"/>
                    <a:pt x="103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65" name="Google Shape;5665;p57"/>
            <p:cNvSpPr/>
            <p:nvPr/>
          </p:nvSpPr>
          <p:spPr>
            <a:xfrm>
              <a:off x="6462150" y="4751225"/>
              <a:ext cx="28250" cy="28250"/>
            </a:xfrm>
            <a:custGeom>
              <a:rect b="b" l="l" r="r" t="t"/>
              <a:pathLst>
                <a:path extrusionOk="0" h="1130" w="1130">
                  <a:moveTo>
                    <a:pt x="566" y="1"/>
                  </a:moveTo>
                  <a:cubicBezTo>
                    <a:pt x="253" y="1"/>
                    <a:pt x="0" y="253"/>
                    <a:pt x="0" y="567"/>
                  </a:cubicBezTo>
                  <a:cubicBezTo>
                    <a:pt x="0" y="877"/>
                    <a:pt x="253" y="1130"/>
                    <a:pt x="566" y="1130"/>
                  </a:cubicBezTo>
                  <a:cubicBezTo>
                    <a:pt x="877" y="1130"/>
                    <a:pt x="1130" y="877"/>
                    <a:pt x="1130" y="567"/>
                  </a:cubicBezTo>
                  <a:cubicBezTo>
                    <a:pt x="1130" y="253"/>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666" name="Google Shape;5666;p57"/>
          <p:cNvGrpSpPr/>
          <p:nvPr/>
        </p:nvGrpSpPr>
        <p:grpSpPr>
          <a:xfrm>
            <a:off x="5870391" y="3951792"/>
            <a:ext cx="339253" cy="339253"/>
            <a:chOff x="899850" y="4992125"/>
            <a:chExt cx="481825" cy="481825"/>
          </a:xfrm>
        </p:grpSpPr>
        <p:sp>
          <p:nvSpPr>
            <p:cNvPr id="5667" name="Google Shape;5667;p57"/>
            <p:cNvSpPr/>
            <p:nvPr/>
          </p:nvSpPr>
          <p:spPr>
            <a:xfrm>
              <a:off x="1126600" y="5360100"/>
              <a:ext cx="28250" cy="28250"/>
            </a:xfrm>
            <a:custGeom>
              <a:rect b="b" l="l" r="r" t="t"/>
              <a:pathLst>
                <a:path extrusionOk="0" h="1130" w="113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68" name="Google Shape;5668;p57"/>
            <p:cNvSpPr/>
            <p:nvPr/>
          </p:nvSpPr>
          <p:spPr>
            <a:xfrm>
              <a:off x="1056050" y="5079900"/>
              <a:ext cx="169400" cy="194950"/>
            </a:xfrm>
            <a:custGeom>
              <a:rect b="b" l="l" r="r" t="t"/>
              <a:pathLst>
                <a:path extrusionOk="0" h="7798" w="6776">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69" name="Google Shape;5669;p57"/>
            <p:cNvSpPr/>
            <p:nvPr/>
          </p:nvSpPr>
          <p:spPr>
            <a:xfrm>
              <a:off x="899850" y="4992125"/>
              <a:ext cx="481825" cy="481825"/>
            </a:xfrm>
            <a:custGeom>
              <a:rect b="b" l="l" r="r" t="t"/>
              <a:pathLst>
                <a:path extrusionOk="0" h="19273" w="19273">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670" name="Google Shape;5670;p57"/>
          <p:cNvGrpSpPr/>
          <p:nvPr/>
        </p:nvGrpSpPr>
        <p:grpSpPr>
          <a:xfrm>
            <a:off x="5410993" y="3951792"/>
            <a:ext cx="339253" cy="339253"/>
            <a:chOff x="1492675" y="4992125"/>
            <a:chExt cx="481825" cy="481825"/>
          </a:xfrm>
        </p:grpSpPr>
        <p:sp>
          <p:nvSpPr>
            <p:cNvPr id="5671" name="Google Shape;5671;p57"/>
            <p:cNvSpPr/>
            <p:nvPr/>
          </p:nvSpPr>
          <p:spPr>
            <a:xfrm>
              <a:off x="1492675" y="4992125"/>
              <a:ext cx="481825" cy="481825"/>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72" name="Google Shape;5672;p57"/>
            <p:cNvSpPr/>
            <p:nvPr/>
          </p:nvSpPr>
          <p:spPr>
            <a:xfrm>
              <a:off x="1639625" y="5170175"/>
              <a:ext cx="190100" cy="125750"/>
            </a:xfrm>
            <a:custGeom>
              <a:rect b="b" l="l" r="r" t="t"/>
              <a:pathLst>
                <a:path extrusionOk="0" h="5030" w="7604">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673" name="Google Shape;5673;p57"/>
          <p:cNvGrpSpPr/>
          <p:nvPr/>
        </p:nvGrpSpPr>
        <p:grpSpPr>
          <a:xfrm>
            <a:off x="4951595" y="3951792"/>
            <a:ext cx="339253" cy="339253"/>
            <a:chOff x="2085525" y="4992125"/>
            <a:chExt cx="481825" cy="481825"/>
          </a:xfrm>
        </p:grpSpPr>
        <p:sp>
          <p:nvSpPr>
            <p:cNvPr id="5674" name="Google Shape;5674;p57"/>
            <p:cNvSpPr/>
            <p:nvPr/>
          </p:nvSpPr>
          <p:spPr>
            <a:xfrm>
              <a:off x="2244150" y="5152125"/>
              <a:ext cx="164500" cy="161825"/>
            </a:xfrm>
            <a:custGeom>
              <a:rect b="b" l="l" r="r" t="t"/>
              <a:pathLst>
                <a:path extrusionOk="0" h="6473" w="658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75" name="Google Shape;5675;p57"/>
            <p:cNvSpPr/>
            <p:nvPr/>
          </p:nvSpPr>
          <p:spPr>
            <a:xfrm>
              <a:off x="2085525" y="4992125"/>
              <a:ext cx="481825" cy="481825"/>
            </a:xfrm>
            <a:custGeom>
              <a:rect b="b" l="l" r="r" t="t"/>
              <a:pathLst>
                <a:path extrusionOk="0" h="19273" w="19273">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676" name="Google Shape;5676;p57"/>
          <p:cNvGrpSpPr/>
          <p:nvPr/>
        </p:nvGrpSpPr>
        <p:grpSpPr>
          <a:xfrm>
            <a:off x="6789344" y="3951792"/>
            <a:ext cx="339253" cy="339253"/>
            <a:chOff x="2678350" y="4992125"/>
            <a:chExt cx="481825" cy="481825"/>
          </a:xfrm>
        </p:grpSpPr>
        <p:sp>
          <p:nvSpPr>
            <p:cNvPr id="5677" name="Google Shape;5677;p57"/>
            <p:cNvSpPr/>
            <p:nvPr/>
          </p:nvSpPr>
          <p:spPr>
            <a:xfrm>
              <a:off x="2975725" y="5079150"/>
              <a:ext cx="56475" cy="309125"/>
            </a:xfrm>
            <a:custGeom>
              <a:rect b="b" l="l" r="r" t="t"/>
              <a:pathLst>
                <a:path extrusionOk="0" h="12365" w="2259">
                  <a:moveTo>
                    <a:pt x="2259" y="1"/>
                  </a:moveTo>
                  <a:cubicBezTo>
                    <a:pt x="943" y="272"/>
                    <a:pt x="0" y="1428"/>
                    <a:pt x="0" y="2768"/>
                  </a:cubicBezTo>
                  <a:lnTo>
                    <a:pt x="0" y="6722"/>
                  </a:lnTo>
                  <a:lnTo>
                    <a:pt x="563" y="6722"/>
                  </a:lnTo>
                  <a:cubicBezTo>
                    <a:pt x="877" y="6722"/>
                    <a:pt x="1130" y="6972"/>
                    <a:pt x="1130" y="7285"/>
                  </a:cubicBezTo>
                  <a:lnTo>
                    <a:pt x="1130" y="11802"/>
                  </a:lnTo>
                  <a:cubicBezTo>
                    <a:pt x="1130" y="12115"/>
                    <a:pt x="1379" y="12365"/>
                    <a:pt x="1693" y="12365"/>
                  </a:cubicBezTo>
                  <a:cubicBezTo>
                    <a:pt x="2006" y="12365"/>
                    <a:pt x="2259" y="12115"/>
                    <a:pt x="2259" y="11802"/>
                  </a:cubicBezTo>
                  <a:lnTo>
                    <a:pt x="22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78" name="Google Shape;5678;p57"/>
            <p:cNvSpPr/>
            <p:nvPr/>
          </p:nvSpPr>
          <p:spPr>
            <a:xfrm>
              <a:off x="2806350" y="5162500"/>
              <a:ext cx="84700" cy="225775"/>
            </a:xfrm>
            <a:custGeom>
              <a:rect b="b" l="l" r="r" t="t"/>
              <a:pathLst>
                <a:path extrusionOk="0" h="9031" w="3388">
                  <a:moveTo>
                    <a:pt x="0" y="0"/>
                  </a:moveTo>
                  <a:lnTo>
                    <a:pt x="0" y="563"/>
                  </a:lnTo>
                  <a:cubicBezTo>
                    <a:pt x="0" y="876"/>
                    <a:pt x="250" y="1129"/>
                    <a:pt x="563" y="1129"/>
                  </a:cubicBezTo>
                  <a:cubicBezTo>
                    <a:pt x="876" y="1129"/>
                    <a:pt x="1129" y="1379"/>
                    <a:pt x="1129" y="1692"/>
                  </a:cubicBezTo>
                  <a:lnTo>
                    <a:pt x="1129" y="8468"/>
                  </a:lnTo>
                  <a:cubicBezTo>
                    <a:pt x="1129" y="8781"/>
                    <a:pt x="1379" y="9031"/>
                    <a:pt x="1692" y="9031"/>
                  </a:cubicBezTo>
                  <a:cubicBezTo>
                    <a:pt x="2006" y="9031"/>
                    <a:pt x="2258" y="8781"/>
                    <a:pt x="2258" y="8468"/>
                  </a:cubicBezTo>
                  <a:lnTo>
                    <a:pt x="2258" y="1692"/>
                  </a:lnTo>
                  <a:cubicBezTo>
                    <a:pt x="2258" y="1379"/>
                    <a:pt x="2508" y="1129"/>
                    <a:pt x="2822" y="1129"/>
                  </a:cubicBezTo>
                  <a:cubicBezTo>
                    <a:pt x="3135" y="1129"/>
                    <a:pt x="3388" y="876"/>
                    <a:pt x="3388" y="563"/>
                  </a:cubicBezTo>
                  <a:lnTo>
                    <a:pt x="338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79" name="Google Shape;5679;p57"/>
            <p:cNvSpPr/>
            <p:nvPr/>
          </p:nvSpPr>
          <p:spPr>
            <a:xfrm>
              <a:off x="2678350" y="4992125"/>
              <a:ext cx="481825" cy="481825"/>
            </a:xfrm>
            <a:custGeom>
              <a:rect b="b" l="l" r="r" t="t"/>
              <a:pathLst>
                <a:path extrusionOk="0" h="19273" w="19273">
                  <a:moveTo>
                    <a:pt x="9071" y="2298"/>
                  </a:moveTo>
                  <a:cubicBezTo>
                    <a:pt x="9384" y="2298"/>
                    <a:pt x="9637" y="2548"/>
                    <a:pt x="9637" y="2861"/>
                  </a:cubicBezTo>
                  <a:lnTo>
                    <a:pt x="9637" y="6249"/>
                  </a:lnTo>
                  <a:lnTo>
                    <a:pt x="9637" y="7378"/>
                  </a:lnTo>
                  <a:cubicBezTo>
                    <a:pt x="9634" y="8095"/>
                    <a:pt x="9182" y="8736"/>
                    <a:pt x="8508" y="8977"/>
                  </a:cubicBezTo>
                  <a:lnTo>
                    <a:pt x="8508" y="15283"/>
                  </a:lnTo>
                  <a:cubicBezTo>
                    <a:pt x="8508" y="16219"/>
                    <a:pt x="7749" y="16975"/>
                    <a:pt x="6812" y="16975"/>
                  </a:cubicBezTo>
                  <a:cubicBezTo>
                    <a:pt x="5876" y="16975"/>
                    <a:pt x="5120" y="16219"/>
                    <a:pt x="5120" y="15283"/>
                  </a:cubicBezTo>
                  <a:lnTo>
                    <a:pt x="5120" y="8977"/>
                  </a:lnTo>
                  <a:cubicBezTo>
                    <a:pt x="4443" y="8736"/>
                    <a:pt x="3991" y="8095"/>
                    <a:pt x="3991" y="7378"/>
                  </a:cubicBezTo>
                  <a:lnTo>
                    <a:pt x="3991" y="2861"/>
                  </a:lnTo>
                  <a:cubicBezTo>
                    <a:pt x="3991" y="2548"/>
                    <a:pt x="4241" y="2298"/>
                    <a:pt x="4554" y="2298"/>
                  </a:cubicBezTo>
                  <a:cubicBezTo>
                    <a:pt x="4867" y="2298"/>
                    <a:pt x="5120" y="2548"/>
                    <a:pt x="5120" y="2861"/>
                  </a:cubicBezTo>
                  <a:lnTo>
                    <a:pt x="5120" y="5686"/>
                  </a:lnTo>
                  <a:lnTo>
                    <a:pt x="6249" y="5686"/>
                  </a:lnTo>
                  <a:lnTo>
                    <a:pt x="6249" y="2861"/>
                  </a:lnTo>
                  <a:cubicBezTo>
                    <a:pt x="6249" y="2548"/>
                    <a:pt x="6499" y="2298"/>
                    <a:pt x="6812" y="2298"/>
                  </a:cubicBezTo>
                  <a:cubicBezTo>
                    <a:pt x="7126" y="2298"/>
                    <a:pt x="7378" y="2548"/>
                    <a:pt x="7378" y="2861"/>
                  </a:cubicBezTo>
                  <a:lnTo>
                    <a:pt x="7378" y="5686"/>
                  </a:lnTo>
                  <a:lnTo>
                    <a:pt x="8508" y="5686"/>
                  </a:lnTo>
                  <a:lnTo>
                    <a:pt x="8508" y="2861"/>
                  </a:lnTo>
                  <a:cubicBezTo>
                    <a:pt x="8508" y="2548"/>
                    <a:pt x="8758" y="2298"/>
                    <a:pt x="9071" y="2298"/>
                  </a:cubicBezTo>
                  <a:close/>
                  <a:moveTo>
                    <a:pt x="14717" y="2298"/>
                  </a:moveTo>
                  <a:cubicBezTo>
                    <a:pt x="15030" y="2298"/>
                    <a:pt x="15283" y="2548"/>
                    <a:pt x="15283" y="2861"/>
                  </a:cubicBezTo>
                  <a:lnTo>
                    <a:pt x="15283" y="15283"/>
                  </a:lnTo>
                  <a:cubicBezTo>
                    <a:pt x="15283" y="16219"/>
                    <a:pt x="14524" y="16975"/>
                    <a:pt x="13588" y="16975"/>
                  </a:cubicBezTo>
                  <a:cubicBezTo>
                    <a:pt x="12651" y="16975"/>
                    <a:pt x="11895" y="16219"/>
                    <a:pt x="11895" y="15283"/>
                  </a:cubicBezTo>
                  <a:lnTo>
                    <a:pt x="11895" y="11332"/>
                  </a:lnTo>
                  <a:lnTo>
                    <a:pt x="11329" y="11332"/>
                  </a:lnTo>
                  <a:cubicBezTo>
                    <a:pt x="11016" y="11332"/>
                    <a:pt x="10766" y="11079"/>
                    <a:pt x="10766" y="10766"/>
                  </a:cubicBezTo>
                  <a:lnTo>
                    <a:pt x="10766" y="6249"/>
                  </a:lnTo>
                  <a:cubicBezTo>
                    <a:pt x="10766" y="4066"/>
                    <a:pt x="12534" y="2298"/>
                    <a:pt x="14717" y="2298"/>
                  </a:cubicBezTo>
                  <a:close/>
                  <a:moveTo>
                    <a:pt x="1693" y="1"/>
                  </a:moveTo>
                  <a:cubicBezTo>
                    <a:pt x="757" y="1"/>
                    <a:pt x="1" y="759"/>
                    <a:pt x="1" y="1696"/>
                  </a:cubicBezTo>
                  <a:lnTo>
                    <a:pt x="1" y="17580"/>
                  </a:lnTo>
                  <a:cubicBezTo>
                    <a:pt x="1" y="18514"/>
                    <a:pt x="757" y="19273"/>
                    <a:pt x="1693" y="19273"/>
                  </a:cubicBezTo>
                  <a:lnTo>
                    <a:pt x="17578" y="19273"/>
                  </a:lnTo>
                  <a:cubicBezTo>
                    <a:pt x="18514" y="19273"/>
                    <a:pt x="19270" y="18514"/>
                    <a:pt x="19273" y="17580"/>
                  </a:cubicBezTo>
                  <a:lnTo>
                    <a:pt x="19273" y="1696"/>
                  </a:lnTo>
                  <a:cubicBezTo>
                    <a:pt x="19270" y="759"/>
                    <a:pt x="18514" y="1"/>
                    <a:pt x="17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680" name="Google Shape;5680;p57"/>
          <p:cNvGrpSpPr/>
          <p:nvPr/>
        </p:nvGrpSpPr>
        <p:grpSpPr>
          <a:xfrm>
            <a:off x="4492198" y="3951792"/>
            <a:ext cx="339253" cy="339253"/>
            <a:chOff x="3271200" y="4992125"/>
            <a:chExt cx="481825" cy="481825"/>
          </a:xfrm>
        </p:grpSpPr>
        <p:sp>
          <p:nvSpPr>
            <p:cNvPr id="5681" name="Google Shape;5681;p57"/>
            <p:cNvSpPr/>
            <p:nvPr/>
          </p:nvSpPr>
          <p:spPr>
            <a:xfrm>
              <a:off x="3497950" y="5106025"/>
              <a:ext cx="28250" cy="28250"/>
            </a:xfrm>
            <a:custGeom>
              <a:rect b="b" l="l" r="r" t="t"/>
              <a:pathLst>
                <a:path extrusionOk="0" h="1130" w="1130">
                  <a:moveTo>
                    <a:pt x="566" y="1"/>
                  </a:moveTo>
                  <a:cubicBezTo>
                    <a:pt x="253" y="1"/>
                    <a:pt x="0" y="251"/>
                    <a:pt x="0" y="564"/>
                  </a:cubicBezTo>
                  <a:cubicBezTo>
                    <a:pt x="0" y="877"/>
                    <a:pt x="253" y="1130"/>
                    <a:pt x="566" y="1130"/>
                  </a:cubicBezTo>
                  <a:cubicBezTo>
                    <a:pt x="877" y="1130"/>
                    <a:pt x="1130" y="877"/>
                    <a:pt x="1130" y="564"/>
                  </a:cubicBezTo>
                  <a:cubicBezTo>
                    <a:pt x="1130" y="251"/>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82" name="Google Shape;5682;p57"/>
            <p:cNvSpPr/>
            <p:nvPr/>
          </p:nvSpPr>
          <p:spPr>
            <a:xfrm>
              <a:off x="3497950" y="5218950"/>
              <a:ext cx="28250" cy="141175"/>
            </a:xfrm>
            <a:custGeom>
              <a:rect b="b" l="l" r="r" t="t"/>
              <a:pathLst>
                <a:path extrusionOk="0" h="5647" w="1130">
                  <a:moveTo>
                    <a:pt x="0" y="0"/>
                  </a:moveTo>
                  <a:lnTo>
                    <a:pt x="0" y="5647"/>
                  </a:lnTo>
                  <a:lnTo>
                    <a:pt x="1130" y="5647"/>
                  </a:lnTo>
                  <a:lnTo>
                    <a:pt x="11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83" name="Google Shape;5683;p57"/>
            <p:cNvSpPr/>
            <p:nvPr/>
          </p:nvSpPr>
          <p:spPr>
            <a:xfrm>
              <a:off x="3271200" y="4992125"/>
              <a:ext cx="481825" cy="481825"/>
            </a:xfrm>
            <a:custGeom>
              <a:rect b="b" l="l" r="r" t="t"/>
              <a:pathLst>
                <a:path extrusionOk="0" h="19273" w="19273">
                  <a:moveTo>
                    <a:pt x="9636" y="3427"/>
                  </a:moveTo>
                  <a:cubicBezTo>
                    <a:pt x="10320" y="3427"/>
                    <a:pt x="10937" y="3840"/>
                    <a:pt x="11199" y="4472"/>
                  </a:cubicBezTo>
                  <a:cubicBezTo>
                    <a:pt x="11461" y="5105"/>
                    <a:pt x="11317" y="5833"/>
                    <a:pt x="10832" y="6318"/>
                  </a:cubicBezTo>
                  <a:cubicBezTo>
                    <a:pt x="10508" y="6642"/>
                    <a:pt x="10074" y="6814"/>
                    <a:pt x="9634" y="6814"/>
                  </a:cubicBezTo>
                  <a:cubicBezTo>
                    <a:pt x="9415" y="6814"/>
                    <a:pt x="9195" y="6772"/>
                    <a:pt x="8986" y="6686"/>
                  </a:cubicBezTo>
                  <a:cubicBezTo>
                    <a:pt x="8354" y="6424"/>
                    <a:pt x="7941" y="5806"/>
                    <a:pt x="7941" y="5120"/>
                  </a:cubicBezTo>
                  <a:cubicBezTo>
                    <a:pt x="7941" y="4183"/>
                    <a:pt x="8700" y="3427"/>
                    <a:pt x="9636" y="3427"/>
                  </a:cubicBezTo>
                  <a:close/>
                  <a:moveTo>
                    <a:pt x="10766" y="7944"/>
                  </a:moveTo>
                  <a:cubicBezTo>
                    <a:pt x="11076" y="7944"/>
                    <a:pt x="11329" y="8194"/>
                    <a:pt x="11329" y="8507"/>
                  </a:cubicBezTo>
                  <a:lnTo>
                    <a:pt x="11329" y="14720"/>
                  </a:lnTo>
                  <a:lnTo>
                    <a:pt x="11895" y="14720"/>
                  </a:lnTo>
                  <a:cubicBezTo>
                    <a:pt x="12205" y="14720"/>
                    <a:pt x="12458" y="14969"/>
                    <a:pt x="12458" y="15283"/>
                  </a:cubicBezTo>
                  <a:cubicBezTo>
                    <a:pt x="12458" y="15596"/>
                    <a:pt x="12205" y="15849"/>
                    <a:pt x="11895" y="15849"/>
                  </a:cubicBezTo>
                  <a:lnTo>
                    <a:pt x="7378" y="15849"/>
                  </a:lnTo>
                  <a:cubicBezTo>
                    <a:pt x="7065" y="15849"/>
                    <a:pt x="6812" y="15596"/>
                    <a:pt x="6812" y="15283"/>
                  </a:cubicBezTo>
                  <a:cubicBezTo>
                    <a:pt x="6812" y="14969"/>
                    <a:pt x="7065" y="14720"/>
                    <a:pt x="7378" y="14720"/>
                  </a:cubicBezTo>
                  <a:lnTo>
                    <a:pt x="7941" y="14720"/>
                  </a:lnTo>
                  <a:lnTo>
                    <a:pt x="7941" y="9073"/>
                  </a:lnTo>
                  <a:lnTo>
                    <a:pt x="7378" y="9073"/>
                  </a:lnTo>
                  <a:cubicBezTo>
                    <a:pt x="7065" y="9073"/>
                    <a:pt x="6812" y="8821"/>
                    <a:pt x="6812" y="8507"/>
                  </a:cubicBezTo>
                  <a:cubicBezTo>
                    <a:pt x="6812" y="8194"/>
                    <a:pt x="7065" y="7944"/>
                    <a:pt x="7378" y="7944"/>
                  </a:cubicBezTo>
                  <a:close/>
                  <a:moveTo>
                    <a:pt x="1693" y="1"/>
                  </a:moveTo>
                  <a:cubicBezTo>
                    <a:pt x="756" y="1"/>
                    <a:pt x="0" y="759"/>
                    <a:pt x="0" y="1696"/>
                  </a:cubicBezTo>
                  <a:lnTo>
                    <a:pt x="0" y="17580"/>
                  </a:lnTo>
                  <a:cubicBezTo>
                    <a:pt x="0" y="18514"/>
                    <a:pt x="756" y="19273"/>
                    <a:pt x="1693" y="19273"/>
                  </a:cubicBezTo>
                  <a:lnTo>
                    <a:pt x="17577" y="19273"/>
                  </a:lnTo>
                  <a:cubicBezTo>
                    <a:pt x="18514" y="19273"/>
                    <a:pt x="19269" y="18514"/>
                    <a:pt x="19272" y="17580"/>
                  </a:cubicBezTo>
                  <a:lnTo>
                    <a:pt x="19272" y="1696"/>
                  </a:lnTo>
                  <a:cubicBezTo>
                    <a:pt x="19269" y="759"/>
                    <a:pt x="18514" y="1"/>
                    <a:pt x="17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684" name="Google Shape;5684;p57"/>
          <p:cNvGrpSpPr/>
          <p:nvPr/>
        </p:nvGrpSpPr>
        <p:grpSpPr>
          <a:xfrm>
            <a:off x="6329788" y="3952813"/>
            <a:ext cx="339411" cy="337211"/>
            <a:chOff x="5049575" y="4993600"/>
            <a:chExt cx="482050" cy="478925"/>
          </a:xfrm>
        </p:grpSpPr>
        <p:sp>
          <p:nvSpPr>
            <p:cNvPr id="5685" name="Google Shape;5685;p57"/>
            <p:cNvSpPr/>
            <p:nvPr/>
          </p:nvSpPr>
          <p:spPr>
            <a:xfrm>
              <a:off x="5063200" y="5058825"/>
              <a:ext cx="315450" cy="164750"/>
            </a:xfrm>
            <a:custGeom>
              <a:rect b="b" l="l" r="r" t="t"/>
              <a:pathLst>
                <a:path extrusionOk="0" h="6590" w="12618">
                  <a:moveTo>
                    <a:pt x="3647" y="1"/>
                  </a:moveTo>
                  <a:lnTo>
                    <a:pt x="169" y="1846"/>
                  </a:lnTo>
                  <a:cubicBezTo>
                    <a:pt x="109" y="1877"/>
                    <a:pt x="51" y="1913"/>
                    <a:pt x="0" y="1952"/>
                  </a:cubicBezTo>
                  <a:lnTo>
                    <a:pt x="8892" y="6589"/>
                  </a:lnTo>
                  <a:lnTo>
                    <a:pt x="12617" y="4746"/>
                  </a:lnTo>
                  <a:lnTo>
                    <a:pt x="36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86" name="Google Shape;5686;p57"/>
            <p:cNvSpPr/>
            <p:nvPr/>
          </p:nvSpPr>
          <p:spPr>
            <a:xfrm>
              <a:off x="5299425" y="5133350"/>
              <a:ext cx="232200" cy="339175"/>
            </a:xfrm>
            <a:custGeom>
              <a:rect b="b" l="l" r="r" t="t"/>
              <a:pathLst>
                <a:path extrusionOk="0" h="13567" w="9288">
                  <a:moveTo>
                    <a:pt x="9284" y="1"/>
                  </a:moveTo>
                  <a:lnTo>
                    <a:pt x="4837" y="2202"/>
                  </a:lnTo>
                  <a:lnTo>
                    <a:pt x="4837" y="4680"/>
                  </a:lnTo>
                  <a:cubicBezTo>
                    <a:pt x="4837" y="4993"/>
                    <a:pt x="4584" y="5246"/>
                    <a:pt x="4271" y="5246"/>
                  </a:cubicBezTo>
                  <a:cubicBezTo>
                    <a:pt x="3957" y="5246"/>
                    <a:pt x="3707" y="4993"/>
                    <a:pt x="3707" y="4680"/>
                  </a:cubicBezTo>
                  <a:lnTo>
                    <a:pt x="3707" y="2762"/>
                  </a:lnTo>
                  <a:lnTo>
                    <a:pt x="1" y="4593"/>
                  </a:lnTo>
                  <a:lnTo>
                    <a:pt x="1" y="13566"/>
                  </a:lnTo>
                  <a:cubicBezTo>
                    <a:pt x="13" y="13560"/>
                    <a:pt x="25" y="13557"/>
                    <a:pt x="37" y="13551"/>
                  </a:cubicBezTo>
                  <a:lnTo>
                    <a:pt x="8553" y="9236"/>
                  </a:lnTo>
                  <a:cubicBezTo>
                    <a:pt x="9004" y="9010"/>
                    <a:pt x="9287" y="8550"/>
                    <a:pt x="9287" y="8047"/>
                  </a:cubicBezTo>
                  <a:lnTo>
                    <a:pt x="9287" y="52"/>
                  </a:lnTo>
                  <a:cubicBezTo>
                    <a:pt x="9287" y="34"/>
                    <a:pt x="9287" y="19"/>
                    <a:pt x="9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87" name="Google Shape;5687;p57"/>
            <p:cNvSpPr/>
            <p:nvPr/>
          </p:nvSpPr>
          <p:spPr>
            <a:xfrm>
              <a:off x="5184475" y="4993600"/>
              <a:ext cx="334125" cy="168525"/>
            </a:xfrm>
            <a:custGeom>
              <a:rect b="b" l="l" r="r" t="t"/>
              <a:pathLst>
                <a:path extrusionOk="0" h="6741" w="13365">
                  <a:moveTo>
                    <a:pt x="4040" y="0"/>
                  </a:moveTo>
                  <a:cubicBezTo>
                    <a:pt x="3830" y="0"/>
                    <a:pt x="3621" y="50"/>
                    <a:pt x="3430" y="149"/>
                  </a:cubicBezTo>
                  <a:lnTo>
                    <a:pt x="0" y="1971"/>
                  </a:lnTo>
                  <a:lnTo>
                    <a:pt x="9013" y="6741"/>
                  </a:lnTo>
                  <a:lnTo>
                    <a:pt x="13364" y="4588"/>
                  </a:lnTo>
                  <a:cubicBezTo>
                    <a:pt x="13298" y="4537"/>
                    <a:pt x="13226" y="4492"/>
                    <a:pt x="13151" y="4455"/>
                  </a:cubicBezTo>
                  <a:lnTo>
                    <a:pt x="4638" y="140"/>
                  </a:lnTo>
                  <a:lnTo>
                    <a:pt x="4635" y="140"/>
                  </a:lnTo>
                  <a:cubicBezTo>
                    <a:pt x="4446" y="47"/>
                    <a:pt x="4243" y="0"/>
                    <a:pt x="4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688" name="Google Shape;5688;p57"/>
            <p:cNvSpPr/>
            <p:nvPr/>
          </p:nvSpPr>
          <p:spPr>
            <a:xfrm>
              <a:off x="5049575" y="5132450"/>
              <a:ext cx="221650" cy="339925"/>
            </a:xfrm>
            <a:custGeom>
              <a:rect b="b" l="l" r="r" t="t"/>
              <a:pathLst>
                <a:path extrusionOk="0" h="13597" w="8866">
                  <a:moveTo>
                    <a:pt x="5803" y="5648"/>
                  </a:moveTo>
                  <a:cubicBezTo>
                    <a:pt x="5997" y="5648"/>
                    <a:pt x="6186" y="5748"/>
                    <a:pt x="6291" y="5927"/>
                  </a:cubicBezTo>
                  <a:cubicBezTo>
                    <a:pt x="6450" y="6195"/>
                    <a:pt x="6360" y="6541"/>
                    <a:pt x="6092" y="6701"/>
                  </a:cubicBezTo>
                  <a:lnTo>
                    <a:pt x="3843" y="8016"/>
                  </a:lnTo>
                  <a:lnTo>
                    <a:pt x="3834" y="8023"/>
                  </a:lnTo>
                  <a:lnTo>
                    <a:pt x="3831" y="8026"/>
                  </a:lnTo>
                  <a:lnTo>
                    <a:pt x="3818" y="8029"/>
                  </a:lnTo>
                  <a:cubicBezTo>
                    <a:pt x="3812" y="8032"/>
                    <a:pt x="3806" y="8035"/>
                    <a:pt x="3800" y="8038"/>
                  </a:cubicBezTo>
                  <a:lnTo>
                    <a:pt x="3785" y="8047"/>
                  </a:lnTo>
                  <a:lnTo>
                    <a:pt x="3767" y="8053"/>
                  </a:lnTo>
                  <a:lnTo>
                    <a:pt x="3752" y="8059"/>
                  </a:lnTo>
                  <a:lnTo>
                    <a:pt x="3734" y="8065"/>
                  </a:lnTo>
                  <a:lnTo>
                    <a:pt x="3716" y="8071"/>
                  </a:lnTo>
                  <a:lnTo>
                    <a:pt x="3698" y="8077"/>
                  </a:lnTo>
                  <a:cubicBezTo>
                    <a:pt x="3692" y="8077"/>
                    <a:pt x="3686" y="8080"/>
                    <a:pt x="3680" y="8080"/>
                  </a:cubicBezTo>
                  <a:cubicBezTo>
                    <a:pt x="3671" y="8083"/>
                    <a:pt x="3668" y="8083"/>
                    <a:pt x="3665" y="8083"/>
                  </a:cubicBezTo>
                  <a:lnTo>
                    <a:pt x="3641" y="8089"/>
                  </a:lnTo>
                  <a:lnTo>
                    <a:pt x="3629" y="8089"/>
                  </a:lnTo>
                  <a:cubicBezTo>
                    <a:pt x="3620" y="8089"/>
                    <a:pt x="3611" y="8092"/>
                    <a:pt x="3602" y="8092"/>
                  </a:cubicBezTo>
                  <a:lnTo>
                    <a:pt x="3484" y="8092"/>
                  </a:lnTo>
                  <a:lnTo>
                    <a:pt x="3466" y="8089"/>
                  </a:lnTo>
                  <a:cubicBezTo>
                    <a:pt x="3460" y="8089"/>
                    <a:pt x="3454" y="8086"/>
                    <a:pt x="3448" y="8086"/>
                  </a:cubicBezTo>
                  <a:cubicBezTo>
                    <a:pt x="3442" y="8083"/>
                    <a:pt x="3436" y="8083"/>
                    <a:pt x="3433" y="8080"/>
                  </a:cubicBezTo>
                  <a:lnTo>
                    <a:pt x="3412" y="8077"/>
                  </a:lnTo>
                  <a:cubicBezTo>
                    <a:pt x="3406" y="8077"/>
                    <a:pt x="3403" y="8074"/>
                    <a:pt x="3397" y="8071"/>
                  </a:cubicBezTo>
                  <a:lnTo>
                    <a:pt x="3376" y="8065"/>
                  </a:lnTo>
                  <a:lnTo>
                    <a:pt x="3361" y="8062"/>
                  </a:lnTo>
                  <a:lnTo>
                    <a:pt x="3343" y="8053"/>
                  </a:lnTo>
                  <a:lnTo>
                    <a:pt x="3328" y="8047"/>
                  </a:lnTo>
                  <a:lnTo>
                    <a:pt x="3310" y="8038"/>
                  </a:lnTo>
                  <a:lnTo>
                    <a:pt x="3295" y="8032"/>
                  </a:lnTo>
                  <a:cubicBezTo>
                    <a:pt x="3289" y="8029"/>
                    <a:pt x="3282" y="8026"/>
                    <a:pt x="3276" y="8019"/>
                  </a:cubicBezTo>
                  <a:lnTo>
                    <a:pt x="3261" y="8013"/>
                  </a:lnTo>
                  <a:lnTo>
                    <a:pt x="3246" y="8001"/>
                  </a:lnTo>
                  <a:cubicBezTo>
                    <a:pt x="3240" y="7998"/>
                    <a:pt x="3237" y="7995"/>
                    <a:pt x="3231" y="7992"/>
                  </a:cubicBezTo>
                  <a:lnTo>
                    <a:pt x="3216" y="7980"/>
                  </a:lnTo>
                  <a:cubicBezTo>
                    <a:pt x="3210" y="7977"/>
                    <a:pt x="3207" y="7974"/>
                    <a:pt x="3201" y="7968"/>
                  </a:cubicBezTo>
                  <a:cubicBezTo>
                    <a:pt x="3198" y="7965"/>
                    <a:pt x="3192" y="7962"/>
                    <a:pt x="3186" y="7956"/>
                  </a:cubicBezTo>
                  <a:lnTo>
                    <a:pt x="3174" y="7944"/>
                  </a:lnTo>
                  <a:lnTo>
                    <a:pt x="3159" y="7932"/>
                  </a:lnTo>
                  <a:lnTo>
                    <a:pt x="3147" y="7917"/>
                  </a:lnTo>
                  <a:cubicBezTo>
                    <a:pt x="3141" y="7914"/>
                    <a:pt x="3138" y="7908"/>
                    <a:pt x="3135" y="7905"/>
                  </a:cubicBezTo>
                  <a:lnTo>
                    <a:pt x="3120" y="7890"/>
                  </a:lnTo>
                  <a:lnTo>
                    <a:pt x="3111" y="7875"/>
                  </a:lnTo>
                  <a:cubicBezTo>
                    <a:pt x="3105" y="7869"/>
                    <a:pt x="3102" y="7863"/>
                    <a:pt x="3096" y="7857"/>
                  </a:cubicBezTo>
                  <a:lnTo>
                    <a:pt x="3087" y="7845"/>
                  </a:lnTo>
                  <a:lnTo>
                    <a:pt x="3075" y="7827"/>
                  </a:lnTo>
                  <a:lnTo>
                    <a:pt x="3069" y="7815"/>
                  </a:lnTo>
                  <a:lnTo>
                    <a:pt x="3069" y="7812"/>
                  </a:lnTo>
                  <a:lnTo>
                    <a:pt x="3063" y="7803"/>
                  </a:lnTo>
                  <a:lnTo>
                    <a:pt x="2415" y="6631"/>
                  </a:lnTo>
                  <a:cubicBezTo>
                    <a:pt x="2265" y="6357"/>
                    <a:pt x="2367" y="6014"/>
                    <a:pt x="2641" y="5863"/>
                  </a:cubicBezTo>
                  <a:lnTo>
                    <a:pt x="2635" y="5863"/>
                  </a:lnTo>
                  <a:cubicBezTo>
                    <a:pt x="2722" y="5816"/>
                    <a:pt x="2815" y="5793"/>
                    <a:pt x="2908" y="5793"/>
                  </a:cubicBezTo>
                  <a:cubicBezTo>
                    <a:pt x="3107" y="5793"/>
                    <a:pt x="3300" y="5899"/>
                    <a:pt x="3403" y="6086"/>
                  </a:cubicBezTo>
                  <a:lnTo>
                    <a:pt x="3770" y="6752"/>
                  </a:lnTo>
                  <a:lnTo>
                    <a:pt x="5520" y="5725"/>
                  </a:lnTo>
                  <a:cubicBezTo>
                    <a:pt x="5609" y="5673"/>
                    <a:pt x="5707" y="5648"/>
                    <a:pt x="5803" y="5648"/>
                  </a:cubicBezTo>
                  <a:close/>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5689" name="Google Shape;5689;p57"/>
          <p:cNvSpPr txBox="1"/>
          <p:nvPr/>
        </p:nvSpPr>
        <p:spPr>
          <a:xfrm>
            <a:off x="723400" y="1187975"/>
            <a:ext cx="7697100" cy="761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You can </a:t>
            </a:r>
            <a:r>
              <a:rPr b="1" lang="en" sz="1100">
                <a:solidFill>
                  <a:schemeClr val="dk2"/>
                </a:solidFill>
              </a:rPr>
              <a:t>resize </a:t>
            </a:r>
            <a:r>
              <a:rPr lang="en" sz="1100">
                <a:solidFill>
                  <a:schemeClr val="lt1"/>
                </a:solidFill>
              </a:rPr>
              <a:t>these icons without losing quality.</a:t>
            </a:r>
            <a:endParaRPr sz="1100">
              <a:solidFill>
                <a:schemeClr val="lt1"/>
              </a:solidFill>
            </a:endParaRPr>
          </a:p>
          <a:p>
            <a:pPr indent="0" lvl="0" marL="0" rtl="0" algn="ctr">
              <a:lnSpc>
                <a:spcPct val="100000"/>
              </a:lnSpc>
              <a:spcBef>
                <a:spcPts val="0"/>
              </a:spcBef>
              <a:spcAft>
                <a:spcPts val="0"/>
              </a:spcAft>
              <a:buNone/>
            </a:pPr>
            <a:r>
              <a:rPr lang="en" sz="1100">
                <a:solidFill>
                  <a:schemeClr val="lt1"/>
                </a:solidFill>
              </a:rPr>
              <a:t>You can </a:t>
            </a:r>
            <a:r>
              <a:rPr b="1" lang="en" sz="1100">
                <a:solidFill>
                  <a:schemeClr val="dk2"/>
                </a:solidFill>
              </a:rPr>
              <a:t>change the stroke and fill color</a:t>
            </a:r>
            <a:r>
              <a:rPr lang="en" sz="1100">
                <a:solidFill>
                  <a:schemeClr val="lt1"/>
                </a:solidFill>
              </a:rPr>
              <a:t>; just select the icon and click on the </a:t>
            </a:r>
            <a:r>
              <a:rPr b="1" lang="en" sz="1100">
                <a:solidFill>
                  <a:schemeClr val="dk2"/>
                </a:solidFill>
              </a:rPr>
              <a:t>paint bucket/pen</a:t>
            </a:r>
            <a:r>
              <a:rPr lang="en" sz="1100">
                <a:solidFill>
                  <a:schemeClr val="lt1"/>
                </a:solidFill>
              </a:rPr>
              <a:t>.</a:t>
            </a:r>
            <a:endParaRPr sz="1100">
              <a:solidFill>
                <a:schemeClr val="lt1"/>
              </a:solidFill>
            </a:endParaRPr>
          </a:p>
          <a:p>
            <a:pPr indent="0" lvl="0" marL="0" rtl="0" algn="ctr">
              <a:lnSpc>
                <a:spcPct val="100000"/>
              </a:lnSpc>
              <a:spcBef>
                <a:spcPts val="0"/>
              </a:spcBef>
              <a:spcAft>
                <a:spcPts val="0"/>
              </a:spcAft>
              <a:buNone/>
            </a:pPr>
            <a:r>
              <a:rPr lang="en" sz="1100">
                <a:solidFill>
                  <a:schemeClr val="lt1"/>
                </a:solidFill>
              </a:rPr>
              <a:t>In Google Slides, you can also use </a:t>
            </a:r>
            <a:r>
              <a:rPr b="1" lang="en" sz="1100">
                <a:solidFill>
                  <a:schemeClr val="dk2"/>
                </a:solidFill>
                <a:uFill>
                  <a:noFill/>
                </a:uFill>
                <a:hlinkClick r:id="rId3">
                  <a:extLst>
                    <a:ext uri="{A12FA001-AC4F-418D-AE19-62706E023703}">
                      <ahyp:hlinkClr val="tx"/>
                    </a:ext>
                  </a:extLst>
                </a:hlinkClick>
              </a:rPr>
              <a:t>Flaticon’s extension</a:t>
            </a:r>
            <a:r>
              <a:rPr lang="en" sz="1100">
                <a:solidFill>
                  <a:schemeClr val="lt1"/>
                </a:solidFill>
              </a:rPr>
              <a:t>, allowing you to customize and add even more icons.</a:t>
            </a:r>
            <a:endParaRPr sz="1100">
              <a:solidFill>
                <a:schemeClr val="lt1"/>
              </a:solidFill>
            </a:endParaRPr>
          </a:p>
        </p:txBody>
      </p:sp>
      <p:sp>
        <p:nvSpPr>
          <p:cNvPr id="5690" name="Google Shape;5690;p57"/>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...and our sets of editable icons</a:t>
            </a:r>
            <a:endParaRPr/>
          </a:p>
        </p:txBody>
      </p:sp>
      <p:grpSp>
        <p:nvGrpSpPr>
          <p:cNvPr id="5691" name="Google Shape;5691;p57"/>
          <p:cNvGrpSpPr/>
          <p:nvPr/>
        </p:nvGrpSpPr>
        <p:grpSpPr>
          <a:xfrm>
            <a:off x="7248742" y="3975375"/>
            <a:ext cx="195300" cy="343772"/>
            <a:chOff x="3999225" y="4364775"/>
            <a:chExt cx="195300" cy="343772"/>
          </a:xfrm>
        </p:grpSpPr>
        <p:grpSp>
          <p:nvGrpSpPr>
            <p:cNvPr id="5692" name="Google Shape;5692;p57"/>
            <p:cNvGrpSpPr/>
            <p:nvPr/>
          </p:nvGrpSpPr>
          <p:grpSpPr>
            <a:xfrm>
              <a:off x="4048568" y="4562577"/>
              <a:ext cx="97317" cy="145970"/>
              <a:chOff x="1529575" y="2222650"/>
              <a:chExt cx="203125" cy="304675"/>
            </a:xfrm>
          </p:grpSpPr>
          <p:sp>
            <p:nvSpPr>
              <p:cNvPr id="5693" name="Google Shape;5693;p57"/>
              <p:cNvSpPr/>
              <p:nvPr/>
            </p:nvSpPr>
            <p:spPr>
              <a:xfrm>
                <a:off x="1631125" y="2222650"/>
                <a:ext cx="25" cy="304675"/>
              </a:xfrm>
              <a:custGeom>
                <a:rect b="b" l="l" r="r" t="t"/>
                <a:pathLst>
                  <a:path extrusionOk="0" fill="none" h="12187" w="1">
                    <a:moveTo>
                      <a:pt x="1" y="1"/>
                    </a:moveTo>
                    <a:lnTo>
                      <a:pt x="1" y="12187"/>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4" name="Google Shape;5694;p57"/>
              <p:cNvSpPr/>
              <p:nvPr/>
            </p:nvSpPr>
            <p:spPr>
              <a:xfrm>
                <a:off x="1529575" y="2425750"/>
                <a:ext cx="203125" cy="25"/>
              </a:xfrm>
              <a:custGeom>
                <a:rect b="b" l="l" r="r" t="t"/>
                <a:pathLst>
                  <a:path extrusionOk="0" fill="none" h="1" w="8125">
                    <a:moveTo>
                      <a:pt x="1" y="1"/>
                    </a:moveTo>
                    <a:lnTo>
                      <a:pt x="8125" y="1"/>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95" name="Google Shape;5695;p57"/>
            <p:cNvGrpSpPr/>
            <p:nvPr/>
          </p:nvGrpSpPr>
          <p:grpSpPr>
            <a:xfrm>
              <a:off x="3999225" y="4364775"/>
              <a:ext cx="195300" cy="195300"/>
              <a:chOff x="3999225" y="4364775"/>
              <a:chExt cx="195300" cy="195300"/>
            </a:xfrm>
          </p:grpSpPr>
          <p:sp>
            <p:nvSpPr>
              <p:cNvPr id="5696" name="Google Shape;5696;p57"/>
              <p:cNvSpPr/>
              <p:nvPr/>
            </p:nvSpPr>
            <p:spPr>
              <a:xfrm>
                <a:off x="3999225" y="4364775"/>
                <a:ext cx="195300" cy="195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7" name="Google Shape;5697;p57"/>
              <p:cNvSpPr/>
              <p:nvPr/>
            </p:nvSpPr>
            <p:spPr>
              <a:xfrm>
                <a:off x="4029725" y="4395250"/>
                <a:ext cx="134400" cy="1344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98" name="Google Shape;5698;p57"/>
          <p:cNvGrpSpPr/>
          <p:nvPr/>
        </p:nvGrpSpPr>
        <p:grpSpPr>
          <a:xfrm>
            <a:off x="7564186" y="3991627"/>
            <a:ext cx="277088" cy="259611"/>
            <a:chOff x="4335888" y="4398114"/>
            <a:chExt cx="277088" cy="259611"/>
          </a:xfrm>
        </p:grpSpPr>
        <p:grpSp>
          <p:nvGrpSpPr>
            <p:cNvPr id="5699" name="Google Shape;5699;p57"/>
            <p:cNvGrpSpPr/>
            <p:nvPr/>
          </p:nvGrpSpPr>
          <p:grpSpPr>
            <a:xfrm>
              <a:off x="4335888" y="4462425"/>
              <a:ext cx="195300" cy="195300"/>
              <a:chOff x="4335888" y="4462425"/>
              <a:chExt cx="195300" cy="195300"/>
            </a:xfrm>
          </p:grpSpPr>
          <p:sp>
            <p:nvSpPr>
              <p:cNvPr id="5700" name="Google Shape;5700;p57"/>
              <p:cNvSpPr/>
              <p:nvPr/>
            </p:nvSpPr>
            <p:spPr>
              <a:xfrm>
                <a:off x="4335888" y="4462425"/>
                <a:ext cx="195300" cy="195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1" name="Google Shape;5701;p57"/>
              <p:cNvSpPr/>
              <p:nvPr/>
            </p:nvSpPr>
            <p:spPr>
              <a:xfrm>
                <a:off x="4366388" y="4492900"/>
                <a:ext cx="134400" cy="1344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02" name="Google Shape;5702;p57"/>
            <p:cNvGrpSpPr/>
            <p:nvPr/>
          </p:nvGrpSpPr>
          <p:grpSpPr>
            <a:xfrm>
              <a:off x="4509813" y="4398114"/>
              <a:ext cx="103162" cy="103198"/>
              <a:chOff x="2277975" y="2021700"/>
              <a:chExt cx="215325" cy="215400"/>
            </a:xfrm>
          </p:grpSpPr>
          <p:sp>
            <p:nvSpPr>
              <p:cNvPr id="5703" name="Google Shape;5703;p57"/>
              <p:cNvSpPr/>
              <p:nvPr/>
            </p:nvSpPr>
            <p:spPr>
              <a:xfrm>
                <a:off x="2277975" y="2026475"/>
                <a:ext cx="210650" cy="210625"/>
              </a:xfrm>
              <a:custGeom>
                <a:rect b="b" l="l" r="r" t="t"/>
                <a:pathLst>
                  <a:path extrusionOk="0" fill="none" h="8425" w="8426">
                    <a:moveTo>
                      <a:pt x="8425" y="0"/>
                    </a:moveTo>
                    <a:lnTo>
                      <a:pt x="1" y="8425"/>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4" name="Google Shape;5704;p57"/>
              <p:cNvSpPr/>
              <p:nvPr/>
            </p:nvSpPr>
            <p:spPr>
              <a:xfrm>
                <a:off x="2349675" y="2021700"/>
                <a:ext cx="143625" cy="143500"/>
              </a:xfrm>
              <a:custGeom>
                <a:rect b="b" l="l" r="r" t="t"/>
                <a:pathLst>
                  <a:path extrusionOk="0" fill="none" h="5740" w="5745">
                    <a:moveTo>
                      <a:pt x="1" y="0"/>
                    </a:moveTo>
                    <a:lnTo>
                      <a:pt x="5744" y="0"/>
                    </a:lnTo>
                    <a:lnTo>
                      <a:pt x="5744" y="5740"/>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705" name="Google Shape;5705;p57"/>
          <p:cNvGrpSpPr/>
          <p:nvPr/>
        </p:nvGrpSpPr>
        <p:grpSpPr>
          <a:xfrm>
            <a:off x="7961419" y="4049613"/>
            <a:ext cx="392275" cy="195300"/>
            <a:chOff x="4752588" y="4440200"/>
            <a:chExt cx="392275" cy="195300"/>
          </a:xfrm>
        </p:grpSpPr>
        <p:grpSp>
          <p:nvGrpSpPr>
            <p:cNvPr id="5706" name="Google Shape;5706;p57"/>
            <p:cNvGrpSpPr/>
            <p:nvPr/>
          </p:nvGrpSpPr>
          <p:grpSpPr>
            <a:xfrm>
              <a:off x="4950384" y="4469728"/>
              <a:ext cx="194479" cy="136244"/>
              <a:chOff x="3163375" y="2175125"/>
              <a:chExt cx="405925" cy="284375"/>
            </a:xfrm>
          </p:grpSpPr>
          <p:sp>
            <p:nvSpPr>
              <p:cNvPr id="5707" name="Google Shape;5707;p57"/>
              <p:cNvSpPr/>
              <p:nvPr/>
            </p:nvSpPr>
            <p:spPr>
              <a:xfrm>
                <a:off x="3163375" y="2317300"/>
                <a:ext cx="389050" cy="25"/>
              </a:xfrm>
              <a:custGeom>
                <a:rect b="b" l="l" r="r" t="t"/>
                <a:pathLst>
                  <a:path extrusionOk="0" fill="none" h="1" w="15562">
                    <a:moveTo>
                      <a:pt x="15562" y="1"/>
                    </a:moveTo>
                    <a:lnTo>
                      <a:pt x="1" y="1"/>
                    </a:lnTo>
                  </a:path>
                </a:pathLst>
              </a:custGeom>
              <a:solidFill>
                <a:srgbClr val="869FB2"/>
              </a:solidFill>
              <a:ln cap="sq" cmpd="sng" w="19050">
                <a:solidFill>
                  <a:srgbClr val="869FB2"/>
                </a:solidFill>
                <a:prstDash val="solid"/>
                <a:miter lim="406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8" name="Google Shape;5708;p57"/>
              <p:cNvSpPr/>
              <p:nvPr/>
            </p:nvSpPr>
            <p:spPr>
              <a:xfrm>
                <a:off x="3299975" y="2175125"/>
                <a:ext cx="25" cy="284375"/>
              </a:xfrm>
              <a:custGeom>
                <a:rect b="b" l="l" r="r" t="t"/>
                <a:pathLst>
                  <a:path extrusionOk="0" fill="none" h="11375" w="1">
                    <a:moveTo>
                      <a:pt x="0" y="1"/>
                    </a:moveTo>
                    <a:lnTo>
                      <a:pt x="0" y="11374"/>
                    </a:lnTo>
                  </a:path>
                </a:pathLst>
              </a:custGeom>
              <a:solidFill>
                <a:srgbClr val="869FB2"/>
              </a:solidFill>
              <a:ln cap="rnd" cmpd="sng" w="19050">
                <a:solidFill>
                  <a:srgbClr val="869FB2"/>
                </a:solidFill>
                <a:prstDash val="solid"/>
                <a:miter lim="406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9" name="Google Shape;5709;p57"/>
              <p:cNvSpPr/>
              <p:nvPr/>
            </p:nvSpPr>
            <p:spPr>
              <a:xfrm>
                <a:off x="3438275" y="2186300"/>
                <a:ext cx="131025" cy="261925"/>
              </a:xfrm>
              <a:custGeom>
                <a:rect b="b" l="l" r="r" t="t"/>
                <a:pathLst>
                  <a:path extrusionOk="0" fill="none" h="10477" w="5241">
                    <a:moveTo>
                      <a:pt x="0" y="10476"/>
                    </a:moveTo>
                    <a:lnTo>
                      <a:pt x="5240" y="5241"/>
                    </a:lnTo>
                    <a:lnTo>
                      <a:pt x="0" y="1"/>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0" name="Google Shape;5710;p57"/>
            <p:cNvGrpSpPr/>
            <p:nvPr/>
          </p:nvGrpSpPr>
          <p:grpSpPr>
            <a:xfrm>
              <a:off x="4752588" y="4440200"/>
              <a:ext cx="195300" cy="195300"/>
              <a:chOff x="4335888" y="4462425"/>
              <a:chExt cx="195300" cy="195300"/>
            </a:xfrm>
          </p:grpSpPr>
          <p:sp>
            <p:nvSpPr>
              <p:cNvPr id="5711" name="Google Shape;5711;p57"/>
              <p:cNvSpPr/>
              <p:nvPr/>
            </p:nvSpPr>
            <p:spPr>
              <a:xfrm>
                <a:off x="4335888" y="4462425"/>
                <a:ext cx="195300" cy="195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2" name="Google Shape;5712;p57"/>
              <p:cNvSpPr/>
              <p:nvPr/>
            </p:nvSpPr>
            <p:spPr>
              <a:xfrm>
                <a:off x="4366388" y="4492900"/>
                <a:ext cx="134400" cy="1344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1376" name="Shape 1376"/>
        <p:cNvGrpSpPr/>
        <p:nvPr/>
      </p:nvGrpSpPr>
      <p:grpSpPr>
        <a:xfrm>
          <a:off x="0" y="0"/>
          <a:ext cx="0" cy="0"/>
          <a:chOff x="0" y="0"/>
          <a:chExt cx="0" cy="0"/>
        </a:xfrm>
      </p:grpSpPr>
      <p:grpSp>
        <p:nvGrpSpPr>
          <p:cNvPr id="1377" name="Google Shape;1377;p51"/>
          <p:cNvGrpSpPr/>
          <p:nvPr/>
        </p:nvGrpSpPr>
        <p:grpSpPr>
          <a:xfrm>
            <a:off x="5048544" y="3019584"/>
            <a:ext cx="442841" cy="514271"/>
            <a:chOff x="4727025" y="1332775"/>
            <a:chExt cx="59900" cy="69625"/>
          </a:xfrm>
        </p:grpSpPr>
        <p:sp>
          <p:nvSpPr>
            <p:cNvPr id="1378" name="Google Shape;1378;p51"/>
            <p:cNvSpPr/>
            <p:nvPr/>
          </p:nvSpPr>
          <p:spPr>
            <a:xfrm>
              <a:off x="4727025" y="1332775"/>
              <a:ext cx="36450" cy="33200"/>
            </a:xfrm>
            <a:custGeom>
              <a:rect b="b" l="l" r="r" t="t"/>
              <a:pathLst>
                <a:path extrusionOk="0" h="1328" w="1458">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51"/>
            <p:cNvSpPr/>
            <p:nvPr/>
          </p:nvSpPr>
          <p:spPr>
            <a:xfrm>
              <a:off x="4750475" y="1369025"/>
              <a:ext cx="36450" cy="33375"/>
            </a:xfrm>
            <a:custGeom>
              <a:rect b="b" l="l" r="r" t="t"/>
              <a:pathLst>
                <a:path extrusionOk="0" h="1335" w="1458">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0" name="Google Shape;1380;p51"/>
          <p:cNvGrpSpPr/>
          <p:nvPr/>
        </p:nvGrpSpPr>
        <p:grpSpPr>
          <a:xfrm>
            <a:off x="5723860" y="2267072"/>
            <a:ext cx="500909" cy="500899"/>
            <a:chOff x="4820425" y="1329900"/>
            <a:chExt cx="70175" cy="70350"/>
          </a:xfrm>
        </p:grpSpPr>
        <p:sp>
          <p:nvSpPr>
            <p:cNvPr id="1381" name="Google Shape;1381;p51"/>
            <p:cNvSpPr/>
            <p:nvPr/>
          </p:nvSpPr>
          <p:spPr>
            <a:xfrm>
              <a:off x="4862975" y="1335475"/>
              <a:ext cx="27625" cy="34650"/>
            </a:xfrm>
            <a:custGeom>
              <a:rect b="b" l="l" r="r" t="t"/>
              <a:pathLst>
                <a:path extrusionOk="0" h="1386" w="1105">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51"/>
            <p:cNvSpPr/>
            <p:nvPr/>
          </p:nvSpPr>
          <p:spPr>
            <a:xfrm>
              <a:off x="4820425" y="1360000"/>
              <a:ext cx="27625" cy="34650"/>
            </a:xfrm>
            <a:custGeom>
              <a:rect b="b" l="l" r="r" t="t"/>
              <a:pathLst>
                <a:path extrusionOk="0" h="1386" w="1105">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51"/>
            <p:cNvSpPr/>
            <p:nvPr/>
          </p:nvSpPr>
          <p:spPr>
            <a:xfrm>
              <a:off x="4850375" y="1372800"/>
              <a:ext cx="34625" cy="27450"/>
            </a:xfrm>
            <a:custGeom>
              <a:rect b="b" l="l" r="r" t="t"/>
              <a:pathLst>
                <a:path extrusionOk="0" h="1098" w="1385">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51"/>
            <p:cNvSpPr/>
            <p:nvPr/>
          </p:nvSpPr>
          <p:spPr>
            <a:xfrm>
              <a:off x="4825850" y="1329900"/>
              <a:ext cx="34625" cy="27975"/>
            </a:xfrm>
            <a:custGeom>
              <a:rect b="b" l="l" r="r" t="t"/>
              <a:pathLst>
                <a:path extrusionOk="0" h="1119" w="1385">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5" name="Google Shape;1385;p51"/>
          <p:cNvGrpSpPr/>
          <p:nvPr/>
        </p:nvGrpSpPr>
        <p:grpSpPr>
          <a:xfrm>
            <a:off x="6376484" y="2278862"/>
            <a:ext cx="538135" cy="493119"/>
            <a:chOff x="4903200" y="1331525"/>
            <a:chExt cx="73575" cy="67425"/>
          </a:xfrm>
        </p:grpSpPr>
        <p:sp>
          <p:nvSpPr>
            <p:cNvPr id="1386" name="Google Shape;1386;p51"/>
            <p:cNvSpPr/>
            <p:nvPr/>
          </p:nvSpPr>
          <p:spPr>
            <a:xfrm>
              <a:off x="4903200" y="1331525"/>
              <a:ext cx="73575" cy="67425"/>
            </a:xfrm>
            <a:custGeom>
              <a:rect b="b" l="l" r="r" t="t"/>
              <a:pathLst>
                <a:path extrusionOk="0" h="2697" w="2943">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rgbClr val="A5B7C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7" name="Google Shape;1387;p51"/>
            <p:cNvSpPr/>
            <p:nvPr/>
          </p:nvSpPr>
          <p:spPr>
            <a:xfrm>
              <a:off x="4930250" y="1353150"/>
              <a:ext cx="29775" cy="32475"/>
            </a:xfrm>
            <a:custGeom>
              <a:rect b="b" l="l" r="r" t="t"/>
              <a:pathLst>
                <a:path extrusionOk="0" h="1299" w="1191">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8" name="Google Shape;1388;p51"/>
          <p:cNvGrpSpPr/>
          <p:nvPr/>
        </p:nvGrpSpPr>
        <p:grpSpPr>
          <a:xfrm>
            <a:off x="5636435" y="3020840"/>
            <a:ext cx="544563" cy="511895"/>
            <a:chOff x="4815575" y="1416800"/>
            <a:chExt cx="73750" cy="71400"/>
          </a:xfrm>
        </p:grpSpPr>
        <p:sp>
          <p:nvSpPr>
            <p:cNvPr id="1389" name="Google Shape;1389;p51"/>
            <p:cNvSpPr/>
            <p:nvPr/>
          </p:nvSpPr>
          <p:spPr>
            <a:xfrm>
              <a:off x="4815575" y="1416800"/>
              <a:ext cx="43100" cy="52150"/>
            </a:xfrm>
            <a:custGeom>
              <a:rect b="b" l="l" r="r" t="t"/>
              <a:pathLst>
                <a:path extrusionOk="0" h="2086" w="1724">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51"/>
            <p:cNvSpPr/>
            <p:nvPr/>
          </p:nvSpPr>
          <p:spPr>
            <a:xfrm>
              <a:off x="4861725" y="1421125"/>
              <a:ext cx="27600" cy="51250"/>
            </a:xfrm>
            <a:custGeom>
              <a:rect b="b" l="l" r="r" t="t"/>
              <a:pathLst>
                <a:path extrusionOk="0" h="2050" w="1104">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51"/>
            <p:cNvSpPr/>
            <p:nvPr/>
          </p:nvSpPr>
          <p:spPr>
            <a:xfrm>
              <a:off x="4829450" y="1467825"/>
              <a:ext cx="49250" cy="20375"/>
            </a:xfrm>
            <a:custGeom>
              <a:rect b="b" l="l" r="r" t="t"/>
              <a:pathLst>
                <a:path extrusionOk="0" h="815" w="197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2" name="Google Shape;1392;p51"/>
          <p:cNvGrpSpPr/>
          <p:nvPr/>
        </p:nvGrpSpPr>
        <p:grpSpPr>
          <a:xfrm>
            <a:off x="6333060" y="3020546"/>
            <a:ext cx="602914" cy="512477"/>
            <a:chOff x="4902475" y="1418875"/>
            <a:chExt cx="74500" cy="63775"/>
          </a:xfrm>
        </p:grpSpPr>
        <p:sp>
          <p:nvSpPr>
            <p:cNvPr id="1393" name="Google Shape;1393;p51"/>
            <p:cNvSpPr/>
            <p:nvPr/>
          </p:nvSpPr>
          <p:spPr>
            <a:xfrm>
              <a:off x="4902475" y="1418875"/>
              <a:ext cx="74500" cy="63775"/>
            </a:xfrm>
            <a:custGeom>
              <a:rect b="b" l="l" r="r" t="t"/>
              <a:pathLst>
                <a:path extrusionOk="0" h="2551" w="298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51"/>
            <p:cNvSpPr/>
            <p:nvPr/>
          </p:nvSpPr>
          <p:spPr>
            <a:xfrm>
              <a:off x="4916811" y="1418975"/>
              <a:ext cx="59725" cy="63675"/>
            </a:xfrm>
            <a:custGeom>
              <a:rect b="b" l="l" r="r" t="t"/>
              <a:pathLst>
                <a:path extrusionOk="0" h="2547" w="2389">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5" name="Google Shape;1395;p51"/>
          <p:cNvGrpSpPr/>
          <p:nvPr/>
        </p:nvGrpSpPr>
        <p:grpSpPr>
          <a:xfrm>
            <a:off x="5748932" y="3759785"/>
            <a:ext cx="515391" cy="525699"/>
            <a:chOff x="4818100" y="1507675"/>
            <a:chExt cx="71225" cy="71625"/>
          </a:xfrm>
        </p:grpSpPr>
        <p:sp>
          <p:nvSpPr>
            <p:cNvPr id="1396" name="Google Shape;1396;p51"/>
            <p:cNvSpPr/>
            <p:nvPr/>
          </p:nvSpPr>
          <p:spPr>
            <a:xfrm>
              <a:off x="4818100" y="1507675"/>
              <a:ext cx="46000" cy="56300"/>
            </a:xfrm>
            <a:custGeom>
              <a:rect b="b" l="l" r="r" t="t"/>
              <a:pathLst>
                <a:path extrusionOk="0" h="2252" w="184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51"/>
            <p:cNvSpPr/>
            <p:nvPr/>
          </p:nvSpPr>
          <p:spPr>
            <a:xfrm>
              <a:off x="4869825" y="1519575"/>
              <a:ext cx="19500" cy="23825"/>
            </a:xfrm>
            <a:custGeom>
              <a:rect b="b" l="l" r="r" t="t"/>
              <a:pathLst>
                <a:path extrusionOk="0" h="953" w="780">
                  <a:moveTo>
                    <a:pt x="304" y="1"/>
                  </a:moveTo>
                  <a:lnTo>
                    <a:pt x="1" y="354"/>
                  </a:lnTo>
                  <a:cubicBezTo>
                    <a:pt x="181" y="506"/>
                    <a:pt x="289" y="722"/>
                    <a:pt x="311" y="953"/>
                  </a:cubicBezTo>
                  <a:lnTo>
                    <a:pt x="780" y="953"/>
                  </a:lnTo>
                  <a:cubicBezTo>
                    <a:pt x="751" y="585"/>
                    <a:pt x="585" y="239"/>
                    <a:pt x="304"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51"/>
            <p:cNvSpPr/>
            <p:nvPr/>
          </p:nvSpPr>
          <p:spPr>
            <a:xfrm>
              <a:off x="4857575" y="1547700"/>
              <a:ext cx="31575" cy="31600"/>
            </a:xfrm>
            <a:custGeom>
              <a:rect b="b" l="l" r="r" t="t"/>
              <a:pathLst>
                <a:path extrusionOk="0" h="1264" w="1263">
                  <a:moveTo>
                    <a:pt x="801" y="1"/>
                  </a:moveTo>
                  <a:cubicBezTo>
                    <a:pt x="758" y="419"/>
                    <a:pt x="426" y="751"/>
                    <a:pt x="1" y="794"/>
                  </a:cubicBezTo>
                  <a:lnTo>
                    <a:pt x="1" y="1263"/>
                  </a:lnTo>
                  <a:cubicBezTo>
                    <a:pt x="679" y="1213"/>
                    <a:pt x="1219" y="679"/>
                    <a:pt x="12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51"/>
            <p:cNvSpPr/>
            <p:nvPr/>
          </p:nvSpPr>
          <p:spPr>
            <a:xfrm>
              <a:off x="4829800" y="1560150"/>
              <a:ext cx="23650" cy="18950"/>
            </a:xfrm>
            <a:custGeom>
              <a:rect b="b" l="l" r="r" t="t"/>
              <a:pathLst>
                <a:path extrusionOk="0" h="758" w="946">
                  <a:moveTo>
                    <a:pt x="376" y="1"/>
                  </a:moveTo>
                  <a:lnTo>
                    <a:pt x="1" y="282"/>
                  </a:lnTo>
                  <a:cubicBezTo>
                    <a:pt x="239" y="563"/>
                    <a:pt x="578" y="736"/>
                    <a:pt x="946" y="758"/>
                  </a:cubicBezTo>
                  <a:lnTo>
                    <a:pt x="946" y="289"/>
                  </a:lnTo>
                  <a:cubicBezTo>
                    <a:pt x="722" y="267"/>
                    <a:pt x="520" y="166"/>
                    <a:pt x="37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0" name="Google Shape;1400;p51"/>
          <p:cNvGrpSpPr/>
          <p:nvPr/>
        </p:nvGrpSpPr>
        <p:grpSpPr>
          <a:xfrm>
            <a:off x="5087034" y="3781317"/>
            <a:ext cx="522956" cy="489869"/>
            <a:chOff x="4721450" y="1509475"/>
            <a:chExt cx="79350" cy="74325"/>
          </a:xfrm>
        </p:grpSpPr>
        <p:sp>
          <p:nvSpPr>
            <p:cNvPr id="1401" name="Google Shape;1401;p51"/>
            <p:cNvSpPr/>
            <p:nvPr/>
          </p:nvSpPr>
          <p:spPr>
            <a:xfrm>
              <a:off x="4729025" y="1509475"/>
              <a:ext cx="27050" cy="26725"/>
            </a:xfrm>
            <a:custGeom>
              <a:rect b="b" l="l" r="r" t="t"/>
              <a:pathLst>
                <a:path extrusionOk="0" h="1069" w="1082">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51"/>
            <p:cNvSpPr/>
            <p:nvPr/>
          </p:nvSpPr>
          <p:spPr>
            <a:xfrm>
              <a:off x="4721450" y="1533275"/>
              <a:ext cx="32300" cy="42600"/>
            </a:xfrm>
            <a:custGeom>
              <a:rect b="b" l="l" r="r" t="t"/>
              <a:pathLst>
                <a:path extrusionOk="0" h="1704" w="1292">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51"/>
            <p:cNvSpPr/>
            <p:nvPr/>
          </p:nvSpPr>
          <p:spPr>
            <a:xfrm>
              <a:off x="4750650" y="1551675"/>
              <a:ext cx="42950" cy="32125"/>
            </a:xfrm>
            <a:custGeom>
              <a:rect b="b" l="l" r="r" t="t"/>
              <a:pathLst>
                <a:path extrusionOk="0" h="1285" w="1718">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51"/>
            <p:cNvSpPr/>
            <p:nvPr/>
          </p:nvSpPr>
          <p:spPr>
            <a:xfrm>
              <a:off x="4761300" y="1510025"/>
              <a:ext cx="39500" cy="44375"/>
            </a:xfrm>
            <a:custGeom>
              <a:rect b="b" l="l" r="r" t="t"/>
              <a:pathLst>
                <a:path extrusionOk="0" h="1775" w="158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5" name="Google Shape;1405;p51"/>
          <p:cNvGrpSpPr/>
          <p:nvPr/>
        </p:nvGrpSpPr>
        <p:grpSpPr>
          <a:xfrm>
            <a:off x="6410277" y="3761069"/>
            <a:ext cx="525704" cy="535436"/>
            <a:chOff x="4906800" y="1507500"/>
            <a:chExt cx="70350" cy="71075"/>
          </a:xfrm>
        </p:grpSpPr>
        <p:sp>
          <p:nvSpPr>
            <p:cNvPr id="1406" name="Google Shape;1406;p51"/>
            <p:cNvSpPr/>
            <p:nvPr/>
          </p:nvSpPr>
          <p:spPr>
            <a:xfrm>
              <a:off x="4916000" y="1507500"/>
              <a:ext cx="30850" cy="24000"/>
            </a:xfrm>
            <a:custGeom>
              <a:rect b="b" l="l" r="r" t="t"/>
              <a:pathLst>
                <a:path extrusionOk="0" h="960" w="1234">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51"/>
            <p:cNvSpPr/>
            <p:nvPr/>
          </p:nvSpPr>
          <p:spPr>
            <a:xfrm>
              <a:off x="4906800" y="1533825"/>
              <a:ext cx="19675" cy="32475"/>
            </a:xfrm>
            <a:custGeom>
              <a:rect b="b" l="l" r="r" t="t"/>
              <a:pathLst>
                <a:path extrusionOk="0" h="1299" w="787">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51"/>
            <p:cNvSpPr/>
            <p:nvPr/>
          </p:nvSpPr>
          <p:spPr>
            <a:xfrm>
              <a:off x="4926625" y="1561950"/>
              <a:ext cx="30675" cy="16625"/>
            </a:xfrm>
            <a:custGeom>
              <a:rect b="b" l="l" r="r" t="t"/>
              <a:pathLst>
                <a:path extrusionOk="0" h="665" w="1227">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51"/>
            <p:cNvSpPr/>
            <p:nvPr/>
          </p:nvSpPr>
          <p:spPr>
            <a:xfrm>
              <a:off x="4957475" y="1541400"/>
              <a:ext cx="19675" cy="27800"/>
            </a:xfrm>
            <a:custGeom>
              <a:rect b="b" l="l" r="r" t="t"/>
              <a:pathLst>
                <a:path extrusionOk="0" h="1112" w="787">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51"/>
            <p:cNvSpPr/>
            <p:nvPr/>
          </p:nvSpPr>
          <p:spPr>
            <a:xfrm>
              <a:off x="4951325" y="1512550"/>
              <a:ext cx="24925" cy="26350"/>
            </a:xfrm>
            <a:custGeom>
              <a:rect b="b" l="l" r="r" t="t"/>
              <a:pathLst>
                <a:path extrusionOk="0" h="1054" w="997">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1" name="Google Shape;1411;p51"/>
          <p:cNvGrpSpPr/>
          <p:nvPr/>
        </p:nvGrpSpPr>
        <p:grpSpPr>
          <a:xfrm>
            <a:off x="4443099" y="2267050"/>
            <a:ext cx="508054" cy="508095"/>
            <a:chOff x="3736598" y="2170606"/>
            <a:chExt cx="404889" cy="404889"/>
          </a:xfrm>
        </p:grpSpPr>
        <p:sp>
          <p:nvSpPr>
            <p:cNvPr id="1412" name="Google Shape;1412;p51"/>
            <p:cNvSpPr/>
            <p:nvPr/>
          </p:nvSpPr>
          <p:spPr>
            <a:xfrm>
              <a:off x="3950281" y="2170846"/>
              <a:ext cx="191206" cy="231947"/>
            </a:xfrm>
            <a:custGeom>
              <a:rect b="b" l="l" r="r" t="t"/>
              <a:pathLst>
                <a:path extrusionOk="0" h="10652" w="8781">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51"/>
            <p:cNvSpPr/>
            <p:nvPr/>
          </p:nvSpPr>
          <p:spPr>
            <a:xfrm>
              <a:off x="3737099" y="2170606"/>
              <a:ext cx="231947" cy="191446"/>
            </a:xfrm>
            <a:custGeom>
              <a:rect b="b" l="l" r="r" t="t"/>
              <a:pathLst>
                <a:path extrusionOk="0" h="8792" w="10652">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51"/>
            <p:cNvSpPr/>
            <p:nvPr/>
          </p:nvSpPr>
          <p:spPr>
            <a:xfrm>
              <a:off x="3909539" y="2384027"/>
              <a:ext cx="231686" cy="191468"/>
            </a:xfrm>
            <a:custGeom>
              <a:rect b="b" l="l" r="r" t="t"/>
              <a:pathLst>
                <a:path extrusionOk="0" h="8793" w="1064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51"/>
            <p:cNvSpPr/>
            <p:nvPr/>
          </p:nvSpPr>
          <p:spPr>
            <a:xfrm>
              <a:off x="3736598" y="2343307"/>
              <a:ext cx="191707" cy="231686"/>
            </a:xfrm>
            <a:custGeom>
              <a:rect b="b" l="l" r="r" t="t"/>
              <a:pathLst>
                <a:path extrusionOk="0" h="10640" w="8804">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6" name="Google Shape;1416;p51"/>
          <p:cNvGrpSpPr/>
          <p:nvPr/>
        </p:nvGrpSpPr>
        <p:grpSpPr>
          <a:xfrm>
            <a:off x="3731139" y="2267145"/>
            <a:ext cx="575790" cy="507904"/>
            <a:chOff x="3161917" y="2170682"/>
            <a:chExt cx="458870" cy="404737"/>
          </a:xfrm>
        </p:grpSpPr>
        <p:sp>
          <p:nvSpPr>
            <p:cNvPr id="1417" name="Google Shape;1417;p51"/>
            <p:cNvSpPr/>
            <p:nvPr/>
          </p:nvSpPr>
          <p:spPr>
            <a:xfrm>
              <a:off x="3161917" y="2170682"/>
              <a:ext cx="277174" cy="291676"/>
            </a:xfrm>
            <a:custGeom>
              <a:rect b="b" l="l" r="r" t="t"/>
              <a:pathLst>
                <a:path extrusionOk="0" h="13395" w="12729">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rgbClr val="37495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8" name="Google Shape;1418;p51"/>
            <p:cNvSpPr/>
            <p:nvPr/>
          </p:nvSpPr>
          <p:spPr>
            <a:xfrm>
              <a:off x="3420326" y="2170922"/>
              <a:ext cx="200461" cy="302934"/>
            </a:xfrm>
            <a:custGeom>
              <a:rect b="b" l="l" r="r" t="t"/>
              <a:pathLst>
                <a:path extrusionOk="0" h="13912" w="9206">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51"/>
            <p:cNvSpPr/>
            <p:nvPr/>
          </p:nvSpPr>
          <p:spPr>
            <a:xfrm>
              <a:off x="3233645" y="2417594"/>
              <a:ext cx="344393" cy="157825"/>
            </a:xfrm>
            <a:custGeom>
              <a:rect b="b" l="l" r="r" t="t"/>
              <a:pathLst>
                <a:path extrusionOk="0" h="7248" w="15816">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0" name="Google Shape;1420;p51"/>
          <p:cNvGrpSpPr/>
          <p:nvPr/>
        </p:nvGrpSpPr>
        <p:grpSpPr>
          <a:xfrm>
            <a:off x="3758669" y="3027517"/>
            <a:ext cx="520730" cy="498567"/>
            <a:chOff x="3179914" y="2889488"/>
            <a:chExt cx="422876" cy="404911"/>
          </a:xfrm>
        </p:grpSpPr>
        <p:sp>
          <p:nvSpPr>
            <p:cNvPr id="1421" name="Google Shape;1421;p51"/>
            <p:cNvSpPr/>
            <p:nvPr/>
          </p:nvSpPr>
          <p:spPr>
            <a:xfrm>
              <a:off x="3402328" y="2889749"/>
              <a:ext cx="163726" cy="157477"/>
            </a:xfrm>
            <a:custGeom>
              <a:rect b="b" l="l" r="r" t="t"/>
              <a:pathLst>
                <a:path extrusionOk="0" h="7232" w="7519">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51"/>
            <p:cNvSpPr/>
            <p:nvPr/>
          </p:nvSpPr>
          <p:spPr>
            <a:xfrm>
              <a:off x="3467807" y="3000956"/>
              <a:ext cx="134983" cy="191707"/>
            </a:xfrm>
            <a:custGeom>
              <a:rect b="b" l="l" r="r" t="t"/>
              <a:pathLst>
                <a:path extrusionOk="0" h="8804" w="6199">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51"/>
            <p:cNvSpPr/>
            <p:nvPr/>
          </p:nvSpPr>
          <p:spPr>
            <a:xfrm>
              <a:off x="3222637" y="2889488"/>
              <a:ext cx="198457" cy="149224"/>
            </a:xfrm>
            <a:custGeom>
              <a:rect b="b" l="l" r="r" t="t"/>
              <a:pathLst>
                <a:path extrusionOk="0" h="6853" w="9114">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51"/>
            <p:cNvSpPr/>
            <p:nvPr/>
          </p:nvSpPr>
          <p:spPr>
            <a:xfrm>
              <a:off x="3179914" y="2991462"/>
              <a:ext cx="133960" cy="190205"/>
            </a:xfrm>
            <a:custGeom>
              <a:rect b="b" l="l" r="r" t="t"/>
              <a:pathLst>
                <a:path extrusionOk="0" h="8735" w="6152">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51"/>
            <p:cNvSpPr/>
            <p:nvPr/>
          </p:nvSpPr>
          <p:spPr>
            <a:xfrm>
              <a:off x="3215887" y="3136661"/>
              <a:ext cx="162725" cy="157477"/>
            </a:xfrm>
            <a:custGeom>
              <a:rect b="b" l="l" r="r" t="t"/>
              <a:pathLst>
                <a:path extrusionOk="0" h="7232" w="7473">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51"/>
            <p:cNvSpPr/>
            <p:nvPr/>
          </p:nvSpPr>
          <p:spPr>
            <a:xfrm>
              <a:off x="3359605" y="3146677"/>
              <a:ext cx="200439" cy="147722"/>
            </a:xfrm>
            <a:custGeom>
              <a:rect b="b" l="l" r="r" t="t"/>
              <a:pathLst>
                <a:path extrusionOk="0" h="6784" w="9205">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7" name="Google Shape;1427;p51"/>
          <p:cNvGrpSpPr/>
          <p:nvPr/>
        </p:nvGrpSpPr>
        <p:grpSpPr>
          <a:xfrm>
            <a:off x="4387349" y="3027477"/>
            <a:ext cx="516145" cy="498648"/>
            <a:chOff x="3729467" y="2889422"/>
            <a:chExt cx="419153" cy="404977"/>
          </a:xfrm>
        </p:grpSpPr>
        <p:sp>
          <p:nvSpPr>
            <p:cNvPr id="1428" name="Google Shape;1428;p51"/>
            <p:cNvSpPr/>
            <p:nvPr/>
          </p:nvSpPr>
          <p:spPr>
            <a:xfrm>
              <a:off x="4014137" y="2974913"/>
              <a:ext cx="134482" cy="178707"/>
            </a:xfrm>
            <a:custGeom>
              <a:rect b="b" l="l" r="r" t="t"/>
              <a:pathLst>
                <a:path extrusionOk="0" h="8207" w="6176">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51"/>
            <p:cNvSpPr/>
            <p:nvPr/>
          </p:nvSpPr>
          <p:spPr>
            <a:xfrm>
              <a:off x="3741225" y="3095375"/>
              <a:ext cx="148963" cy="173460"/>
            </a:xfrm>
            <a:custGeom>
              <a:rect b="b" l="l" r="r" t="t"/>
              <a:pathLst>
                <a:path extrusionOk="0" h="7966" w="6841">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51"/>
            <p:cNvSpPr/>
            <p:nvPr/>
          </p:nvSpPr>
          <p:spPr>
            <a:xfrm>
              <a:off x="3949660" y="2889684"/>
              <a:ext cx="146219" cy="145980"/>
            </a:xfrm>
            <a:custGeom>
              <a:rect b="b" l="l" r="r" t="t"/>
              <a:pathLst>
                <a:path extrusionOk="0" h="6704" w="6715">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51"/>
            <p:cNvSpPr/>
            <p:nvPr/>
          </p:nvSpPr>
          <p:spPr>
            <a:xfrm>
              <a:off x="3847947" y="3172089"/>
              <a:ext cx="167210" cy="122310"/>
            </a:xfrm>
            <a:custGeom>
              <a:rect b="b" l="l" r="r" t="t"/>
              <a:pathLst>
                <a:path extrusionOk="0" h="5617" w="7679">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51"/>
            <p:cNvSpPr/>
            <p:nvPr/>
          </p:nvSpPr>
          <p:spPr>
            <a:xfrm>
              <a:off x="3974658" y="3122616"/>
              <a:ext cx="158457" cy="151206"/>
            </a:xfrm>
            <a:custGeom>
              <a:rect b="b" l="l" r="r" t="t"/>
              <a:pathLst>
                <a:path extrusionOk="0" h="6944" w="7277">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51"/>
            <p:cNvSpPr/>
            <p:nvPr/>
          </p:nvSpPr>
          <p:spPr>
            <a:xfrm>
              <a:off x="3729467" y="2966660"/>
              <a:ext cx="138990" cy="158718"/>
            </a:xfrm>
            <a:custGeom>
              <a:rect b="b" l="l" r="r" t="t"/>
              <a:pathLst>
                <a:path extrusionOk="0" h="7289" w="6383">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51"/>
            <p:cNvSpPr/>
            <p:nvPr/>
          </p:nvSpPr>
          <p:spPr>
            <a:xfrm>
              <a:off x="3787716" y="2889422"/>
              <a:ext cx="180449" cy="139229"/>
            </a:xfrm>
            <a:custGeom>
              <a:rect b="b" l="l" r="r" t="t"/>
              <a:pathLst>
                <a:path extrusionOk="0" h="6394" w="8287">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5" name="Google Shape;1435;p51"/>
          <p:cNvSpPr/>
          <p:nvPr/>
        </p:nvSpPr>
        <p:spPr>
          <a:xfrm>
            <a:off x="7405574" y="2274472"/>
            <a:ext cx="185410" cy="94006"/>
          </a:xfrm>
          <a:custGeom>
            <a:rect b="b" l="l" r="r" t="t"/>
            <a:pathLst>
              <a:path extrusionOk="0" h="1544" w="3045">
                <a:moveTo>
                  <a:pt x="1645" y="0"/>
                </a:moveTo>
                <a:lnTo>
                  <a:pt x="2143" y="505"/>
                </a:lnTo>
                <a:lnTo>
                  <a:pt x="0" y="505"/>
                </a:lnTo>
                <a:lnTo>
                  <a:pt x="0" y="1046"/>
                </a:lnTo>
                <a:lnTo>
                  <a:pt x="2143" y="1046"/>
                </a:lnTo>
                <a:lnTo>
                  <a:pt x="1645" y="1544"/>
                </a:lnTo>
                <a:lnTo>
                  <a:pt x="2272" y="1544"/>
                </a:lnTo>
                <a:lnTo>
                  <a:pt x="3044" y="772"/>
                </a:lnTo>
                <a:lnTo>
                  <a:pt x="227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51"/>
          <p:cNvSpPr/>
          <p:nvPr/>
        </p:nvSpPr>
        <p:spPr>
          <a:xfrm>
            <a:off x="7105028" y="2256875"/>
            <a:ext cx="171771" cy="129198"/>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51"/>
          <p:cNvSpPr/>
          <p:nvPr/>
        </p:nvSpPr>
        <p:spPr>
          <a:xfrm>
            <a:off x="7727317" y="2263329"/>
            <a:ext cx="167813" cy="116777"/>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51"/>
          <p:cNvSpPr/>
          <p:nvPr/>
        </p:nvSpPr>
        <p:spPr>
          <a:xfrm>
            <a:off x="8022022" y="2256875"/>
            <a:ext cx="163855" cy="129198"/>
          </a:xfrm>
          <a:custGeom>
            <a:rect b="b" l="l" r="r" t="t"/>
            <a:pathLst>
              <a:path extrusionOk="0" h="2122" w="2691">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39" name="Google Shape;1439;p51"/>
          <p:cNvGrpSpPr/>
          <p:nvPr/>
        </p:nvGrpSpPr>
        <p:grpSpPr>
          <a:xfrm>
            <a:off x="7107677" y="2474362"/>
            <a:ext cx="166473" cy="141497"/>
            <a:chOff x="4660325" y="1866850"/>
            <a:chExt cx="68350" cy="58100"/>
          </a:xfrm>
        </p:grpSpPr>
        <p:sp>
          <p:nvSpPr>
            <p:cNvPr id="1440" name="Google Shape;1440;p51"/>
            <p:cNvSpPr/>
            <p:nvPr/>
          </p:nvSpPr>
          <p:spPr>
            <a:xfrm>
              <a:off x="4660325" y="1866850"/>
              <a:ext cx="37700" cy="58100"/>
            </a:xfrm>
            <a:custGeom>
              <a:rect b="b" l="l" r="r" t="t"/>
              <a:pathLst>
                <a:path extrusionOk="0" h="2324" w="1508">
                  <a:moveTo>
                    <a:pt x="346" y="1"/>
                  </a:moveTo>
                  <a:lnTo>
                    <a:pt x="0" y="354"/>
                  </a:lnTo>
                  <a:lnTo>
                    <a:pt x="815"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51"/>
            <p:cNvSpPr/>
            <p:nvPr/>
          </p:nvSpPr>
          <p:spPr>
            <a:xfrm>
              <a:off x="4690975" y="1866850"/>
              <a:ext cx="37700" cy="58100"/>
            </a:xfrm>
            <a:custGeom>
              <a:rect b="b" l="l" r="r" t="t"/>
              <a:pathLst>
                <a:path extrusionOk="0" h="2324" w="1508">
                  <a:moveTo>
                    <a:pt x="346" y="1"/>
                  </a:moveTo>
                  <a:lnTo>
                    <a:pt x="0" y="354"/>
                  </a:lnTo>
                  <a:lnTo>
                    <a:pt x="808"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2" name="Google Shape;1442;p51"/>
          <p:cNvGrpSpPr/>
          <p:nvPr/>
        </p:nvGrpSpPr>
        <p:grpSpPr>
          <a:xfrm>
            <a:off x="7417022" y="2500086"/>
            <a:ext cx="162515" cy="90049"/>
            <a:chOff x="4791775" y="1877500"/>
            <a:chExt cx="66725" cy="36975"/>
          </a:xfrm>
        </p:grpSpPr>
        <p:sp>
          <p:nvSpPr>
            <p:cNvPr id="1443" name="Google Shape;1443;p51"/>
            <p:cNvSpPr/>
            <p:nvPr/>
          </p:nvSpPr>
          <p:spPr>
            <a:xfrm>
              <a:off x="4791775" y="1877500"/>
              <a:ext cx="36075" cy="36975"/>
            </a:xfrm>
            <a:custGeom>
              <a:rect b="b" l="l" r="r" t="t"/>
              <a:pathLst>
                <a:path extrusionOk="0" h="1479" w="1443">
                  <a:moveTo>
                    <a:pt x="0" y="0"/>
                  </a:moveTo>
                  <a:lnTo>
                    <a:pt x="743" y="736"/>
                  </a:lnTo>
                  <a:lnTo>
                    <a:pt x="0" y="1479"/>
                  </a:lnTo>
                  <a:lnTo>
                    <a:pt x="700" y="1479"/>
                  </a:lnTo>
                  <a:lnTo>
                    <a:pt x="1442"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51"/>
            <p:cNvSpPr/>
            <p:nvPr/>
          </p:nvSpPr>
          <p:spPr>
            <a:xfrm>
              <a:off x="4822425" y="1877500"/>
              <a:ext cx="36075" cy="36975"/>
            </a:xfrm>
            <a:custGeom>
              <a:rect b="b" l="l" r="r" t="t"/>
              <a:pathLst>
                <a:path extrusionOk="0" h="1479" w="1443">
                  <a:moveTo>
                    <a:pt x="0" y="0"/>
                  </a:moveTo>
                  <a:lnTo>
                    <a:pt x="743" y="736"/>
                  </a:lnTo>
                  <a:lnTo>
                    <a:pt x="0" y="1479"/>
                  </a:lnTo>
                  <a:lnTo>
                    <a:pt x="700" y="1479"/>
                  </a:lnTo>
                  <a:lnTo>
                    <a:pt x="1443"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5" name="Google Shape;1445;p51"/>
          <p:cNvGrpSpPr/>
          <p:nvPr/>
        </p:nvGrpSpPr>
        <p:grpSpPr>
          <a:xfrm>
            <a:off x="7738734" y="2500086"/>
            <a:ext cx="144979" cy="90049"/>
            <a:chOff x="4923925" y="1877500"/>
            <a:chExt cx="59525" cy="36975"/>
          </a:xfrm>
        </p:grpSpPr>
        <p:sp>
          <p:nvSpPr>
            <p:cNvPr id="1446" name="Google Shape;1446;p51"/>
            <p:cNvSpPr/>
            <p:nvPr/>
          </p:nvSpPr>
          <p:spPr>
            <a:xfrm>
              <a:off x="4923925" y="1877500"/>
              <a:ext cx="28875" cy="36975"/>
            </a:xfrm>
            <a:custGeom>
              <a:rect b="b" l="l" r="r" t="t"/>
              <a:pathLst>
                <a:path extrusionOk="0" h="1479" w="1155">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51"/>
            <p:cNvSpPr/>
            <p:nvPr/>
          </p:nvSpPr>
          <p:spPr>
            <a:xfrm>
              <a:off x="4954575" y="1877500"/>
              <a:ext cx="28875" cy="36975"/>
            </a:xfrm>
            <a:custGeom>
              <a:rect b="b" l="l" r="r" t="t"/>
              <a:pathLst>
                <a:path extrusionOk="0" h="1479" w="1155">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8" name="Google Shape;1448;p51"/>
          <p:cNvGrpSpPr/>
          <p:nvPr/>
        </p:nvGrpSpPr>
        <p:grpSpPr>
          <a:xfrm>
            <a:off x="8033226" y="2482277"/>
            <a:ext cx="141447" cy="125667"/>
            <a:chOff x="5058450" y="1870100"/>
            <a:chExt cx="58075" cy="51600"/>
          </a:xfrm>
        </p:grpSpPr>
        <p:sp>
          <p:nvSpPr>
            <p:cNvPr id="1449" name="Google Shape;1449;p51"/>
            <p:cNvSpPr/>
            <p:nvPr/>
          </p:nvSpPr>
          <p:spPr>
            <a:xfrm>
              <a:off x="5058450"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51"/>
            <p:cNvSpPr/>
            <p:nvPr/>
          </p:nvSpPr>
          <p:spPr>
            <a:xfrm>
              <a:off x="5090725"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1" name="Google Shape;1451;p51"/>
          <p:cNvGrpSpPr/>
          <p:nvPr/>
        </p:nvGrpSpPr>
        <p:grpSpPr>
          <a:xfrm>
            <a:off x="7447741" y="2904685"/>
            <a:ext cx="101077" cy="107645"/>
            <a:chOff x="4811425" y="2065025"/>
            <a:chExt cx="41500" cy="44200"/>
          </a:xfrm>
        </p:grpSpPr>
        <p:sp>
          <p:nvSpPr>
            <p:cNvPr id="1452" name="Google Shape;1452;p51"/>
            <p:cNvSpPr/>
            <p:nvPr/>
          </p:nvSpPr>
          <p:spPr>
            <a:xfrm>
              <a:off x="4825300" y="2065025"/>
              <a:ext cx="27625" cy="44200"/>
            </a:xfrm>
            <a:custGeom>
              <a:rect b="b" l="l" r="r" t="t"/>
              <a:pathLst>
                <a:path extrusionOk="0" h="1768" w="1105">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51"/>
            <p:cNvSpPr/>
            <p:nvPr/>
          </p:nvSpPr>
          <p:spPr>
            <a:xfrm>
              <a:off x="4811425" y="2072950"/>
              <a:ext cx="19850" cy="28350"/>
            </a:xfrm>
            <a:custGeom>
              <a:rect b="b" l="l" r="r" t="t"/>
              <a:pathLst>
                <a:path extrusionOk="0" h="1134" w="794">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4" name="Google Shape;1454;p51"/>
          <p:cNvGrpSpPr/>
          <p:nvPr/>
        </p:nvGrpSpPr>
        <p:grpSpPr>
          <a:xfrm>
            <a:off x="7740178" y="2904898"/>
            <a:ext cx="120867" cy="107218"/>
            <a:chOff x="4929875" y="2065025"/>
            <a:chExt cx="49625" cy="44025"/>
          </a:xfrm>
        </p:grpSpPr>
        <p:sp>
          <p:nvSpPr>
            <p:cNvPr id="1455" name="Google Shape;1455;p51"/>
            <p:cNvSpPr/>
            <p:nvPr/>
          </p:nvSpPr>
          <p:spPr>
            <a:xfrm>
              <a:off x="4950075" y="2065025"/>
              <a:ext cx="29425" cy="44025"/>
            </a:xfrm>
            <a:custGeom>
              <a:rect b="b" l="l" r="r" t="t"/>
              <a:pathLst>
                <a:path extrusionOk="0" h="1761" w="1177">
                  <a:moveTo>
                    <a:pt x="1" y="0"/>
                  </a:moveTo>
                  <a:lnTo>
                    <a:pt x="729" y="88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51"/>
            <p:cNvSpPr/>
            <p:nvPr/>
          </p:nvSpPr>
          <p:spPr>
            <a:xfrm>
              <a:off x="4929875" y="2065025"/>
              <a:ext cx="29425" cy="44025"/>
            </a:xfrm>
            <a:custGeom>
              <a:rect b="b" l="l" r="r" t="t"/>
              <a:pathLst>
                <a:path extrusionOk="0" h="1761" w="1177">
                  <a:moveTo>
                    <a:pt x="1" y="0"/>
                  </a:moveTo>
                  <a:lnTo>
                    <a:pt x="736" y="880"/>
                  </a:lnTo>
                  <a:lnTo>
                    <a:pt x="1" y="176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7" name="Google Shape;1457;p51"/>
          <p:cNvGrpSpPr/>
          <p:nvPr/>
        </p:nvGrpSpPr>
        <p:grpSpPr>
          <a:xfrm>
            <a:off x="8068847" y="2907912"/>
            <a:ext cx="70206" cy="101191"/>
            <a:chOff x="5083925" y="2066350"/>
            <a:chExt cx="28825" cy="41550"/>
          </a:xfrm>
        </p:grpSpPr>
        <p:sp>
          <p:nvSpPr>
            <p:cNvPr id="1458" name="Google Shape;1458;p51"/>
            <p:cNvSpPr/>
            <p:nvPr/>
          </p:nvSpPr>
          <p:spPr>
            <a:xfrm>
              <a:off x="5084050" y="2066350"/>
              <a:ext cx="28700" cy="41550"/>
            </a:xfrm>
            <a:custGeom>
              <a:rect b="b" l="l" r="r" t="t"/>
              <a:pathLst>
                <a:path extrusionOk="0" h="1662" w="1148">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51"/>
            <p:cNvSpPr/>
            <p:nvPr/>
          </p:nvSpPr>
          <p:spPr>
            <a:xfrm>
              <a:off x="5083925" y="2081325"/>
              <a:ext cx="8800" cy="11600"/>
            </a:xfrm>
            <a:custGeom>
              <a:rect b="b" l="l" r="r" t="t"/>
              <a:pathLst>
                <a:path extrusionOk="0" h="464" w="352">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0" name="Google Shape;1460;p51"/>
          <p:cNvGrpSpPr/>
          <p:nvPr/>
        </p:nvGrpSpPr>
        <p:grpSpPr>
          <a:xfrm>
            <a:off x="7100401" y="2923559"/>
            <a:ext cx="181026" cy="69896"/>
            <a:chOff x="4659775" y="2072775"/>
            <a:chExt cx="74325" cy="28700"/>
          </a:xfrm>
        </p:grpSpPr>
        <p:sp>
          <p:nvSpPr>
            <p:cNvPr id="1461" name="Google Shape;1461;p51"/>
            <p:cNvSpPr/>
            <p:nvPr/>
          </p:nvSpPr>
          <p:spPr>
            <a:xfrm>
              <a:off x="4659775" y="2072775"/>
              <a:ext cx="38075" cy="28700"/>
            </a:xfrm>
            <a:custGeom>
              <a:rect b="b" l="l" r="r" t="t"/>
              <a:pathLst>
                <a:path extrusionOk="0" h="1148" w="1523">
                  <a:moveTo>
                    <a:pt x="1" y="0"/>
                  </a:moveTo>
                  <a:lnTo>
                    <a:pt x="578" y="570"/>
                  </a:lnTo>
                  <a:lnTo>
                    <a:pt x="1" y="1147"/>
                  </a:lnTo>
                  <a:lnTo>
                    <a:pt x="945" y="1147"/>
                  </a:lnTo>
                  <a:lnTo>
                    <a:pt x="1522" y="570"/>
                  </a:lnTo>
                  <a:lnTo>
                    <a:pt x="945"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51"/>
            <p:cNvSpPr/>
            <p:nvPr/>
          </p:nvSpPr>
          <p:spPr>
            <a:xfrm>
              <a:off x="4691875" y="2072775"/>
              <a:ext cx="24550" cy="28700"/>
            </a:xfrm>
            <a:custGeom>
              <a:rect b="b" l="l" r="r" t="t"/>
              <a:pathLst>
                <a:path extrusionOk="0" h="1148" w="982">
                  <a:moveTo>
                    <a:pt x="0" y="0"/>
                  </a:moveTo>
                  <a:lnTo>
                    <a:pt x="570" y="570"/>
                  </a:lnTo>
                  <a:lnTo>
                    <a:pt x="0" y="1147"/>
                  </a:lnTo>
                  <a:lnTo>
                    <a:pt x="411" y="1147"/>
                  </a:lnTo>
                  <a:lnTo>
                    <a:pt x="981" y="570"/>
                  </a:lnTo>
                  <a:lnTo>
                    <a:pt x="41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51"/>
            <p:cNvSpPr/>
            <p:nvPr/>
          </p:nvSpPr>
          <p:spPr>
            <a:xfrm>
              <a:off x="4709350" y="2072775"/>
              <a:ext cx="24750" cy="28700"/>
            </a:xfrm>
            <a:custGeom>
              <a:rect b="b" l="l" r="r" t="t"/>
              <a:pathLst>
                <a:path extrusionOk="0" h="1148" w="990">
                  <a:moveTo>
                    <a:pt x="1" y="0"/>
                  </a:moveTo>
                  <a:lnTo>
                    <a:pt x="578" y="570"/>
                  </a:lnTo>
                  <a:lnTo>
                    <a:pt x="1" y="1147"/>
                  </a:lnTo>
                  <a:lnTo>
                    <a:pt x="412" y="1147"/>
                  </a:lnTo>
                  <a:lnTo>
                    <a:pt x="989" y="570"/>
                  </a:lnTo>
                  <a:lnTo>
                    <a:pt x="41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4" name="Google Shape;1464;p51"/>
          <p:cNvGrpSpPr/>
          <p:nvPr/>
        </p:nvGrpSpPr>
        <p:grpSpPr>
          <a:xfrm>
            <a:off x="8020257" y="2714124"/>
            <a:ext cx="167387" cy="89197"/>
            <a:chOff x="4662475" y="1976500"/>
            <a:chExt cx="68725" cy="36625"/>
          </a:xfrm>
        </p:grpSpPr>
        <p:sp>
          <p:nvSpPr>
            <p:cNvPr id="1465" name="Google Shape;1465;p51"/>
            <p:cNvSpPr/>
            <p:nvPr/>
          </p:nvSpPr>
          <p:spPr>
            <a:xfrm>
              <a:off x="4690800" y="1976500"/>
              <a:ext cx="40400" cy="36625"/>
            </a:xfrm>
            <a:custGeom>
              <a:rect b="b" l="l" r="r" t="t"/>
              <a:pathLst>
                <a:path extrusionOk="0" h="1465" w="1616">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51"/>
            <p:cNvSpPr/>
            <p:nvPr/>
          </p:nvSpPr>
          <p:spPr>
            <a:xfrm>
              <a:off x="4674375" y="1991450"/>
              <a:ext cx="10675" cy="6700"/>
            </a:xfrm>
            <a:custGeom>
              <a:rect b="b" l="l" r="r" t="t"/>
              <a:pathLst>
                <a:path extrusionOk="0" h="268" w="427">
                  <a:moveTo>
                    <a:pt x="1" y="1"/>
                  </a:moveTo>
                  <a:lnTo>
                    <a:pt x="1" y="268"/>
                  </a:lnTo>
                  <a:lnTo>
                    <a:pt x="426" y="268"/>
                  </a:lnTo>
                  <a:lnTo>
                    <a:pt x="42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51"/>
            <p:cNvSpPr/>
            <p:nvPr/>
          </p:nvSpPr>
          <p:spPr>
            <a:xfrm>
              <a:off x="4662475" y="1991450"/>
              <a:ext cx="5625" cy="6700"/>
            </a:xfrm>
            <a:custGeom>
              <a:rect b="b" l="l" r="r" t="t"/>
              <a:pathLst>
                <a:path extrusionOk="0" h="268" w="225">
                  <a:moveTo>
                    <a:pt x="1" y="1"/>
                  </a:moveTo>
                  <a:lnTo>
                    <a:pt x="1" y="268"/>
                  </a:lnTo>
                  <a:lnTo>
                    <a:pt x="224" y="268"/>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8" name="Google Shape;1468;p51"/>
          <p:cNvGrpSpPr/>
          <p:nvPr/>
        </p:nvGrpSpPr>
        <p:grpSpPr>
          <a:xfrm>
            <a:off x="7717162" y="2717564"/>
            <a:ext cx="166899" cy="82317"/>
            <a:chOff x="4920150" y="1977875"/>
            <a:chExt cx="68525" cy="33800"/>
          </a:xfrm>
        </p:grpSpPr>
        <p:sp>
          <p:nvSpPr>
            <p:cNvPr id="1469" name="Google Shape;1469;p51"/>
            <p:cNvSpPr/>
            <p:nvPr/>
          </p:nvSpPr>
          <p:spPr>
            <a:xfrm>
              <a:off x="4949175" y="1977875"/>
              <a:ext cx="39500" cy="33800"/>
            </a:xfrm>
            <a:custGeom>
              <a:rect b="b" l="l" r="r" t="t"/>
              <a:pathLst>
                <a:path extrusionOk="0" h="1352" w="158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51"/>
            <p:cNvSpPr/>
            <p:nvPr/>
          </p:nvSpPr>
          <p:spPr>
            <a:xfrm>
              <a:off x="4931875" y="1991450"/>
              <a:ext cx="12825" cy="6700"/>
            </a:xfrm>
            <a:custGeom>
              <a:rect b="b" l="l" r="r" t="t"/>
              <a:pathLst>
                <a:path extrusionOk="0" h="268" w="513">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51"/>
            <p:cNvSpPr/>
            <p:nvPr/>
          </p:nvSpPr>
          <p:spPr>
            <a:xfrm>
              <a:off x="4920150" y="1991450"/>
              <a:ext cx="9225" cy="6700"/>
            </a:xfrm>
            <a:custGeom>
              <a:rect b="b" l="l" r="r" t="t"/>
              <a:pathLst>
                <a:path extrusionOk="0" h="268" w="369">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2" name="Google Shape;1472;p51"/>
          <p:cNvGrpSpPr/>
          <p:nvPr/>
        </p:nvGrpSpPr>
        <p:grpSpPr>
          <a:xfrm>
            <a:off x="7128319" y="3121482"/>
            <a:ext cx="125190" cy="127858"/>
            <a:chOff x="4676550" y="2160575"/>
            <a:chExt cx="51400" cy="52500"/>
          </a:xfrm>
        </p:grpSpPr>
        <p:sp>
          <p:nvSpPr>
            <p:cNvPr id="1473" name="Google Shape;1473;p51"/>
            <p:cNvSpPr/>
            <p:nvPr/>
          </p:nvSpPr>
          <p:spPr>
            <a:xfrm>
              <a:off x="4676550" y="2160575"/>
              <a:ext cx="27775" cy="52500"/>
            </a:xfrm>
            <a:custGeom>
              <a:rect b="b" l="l" r="r" t="t"/>
              <a:pathLst>
                <a:path extrusionOk="0" h="2100" w="1111">
                  <a:moveTo>
                    <a:pt x="0" y="1"/>
                  </a:moveTo>
                  <a:lnTo>
                    <a:pt x="823"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51"/>
            <p:cNvSpPr/>
            <p:nvPr/>
          </p:nvSpPr>
          <p:spPr>
            <a:xfrm>
              <a:off x="4688275" y="2160575"/>
              <a:ext cx="27975" cy="52500"/>
            </a:xfrm>
            <a:custGeom>
              <a:rect b="b" l="l" r="r" t="t"/>
              <a:pathLst>
                <a:path extrusionOk="0" h="2100" w="1119">
                  <a:moveTo>
                    <a:pt x="0" y="1"/>
                  </a:moveTo>
                  <a:lnTo>
                    <a:pt x="822" y="1047"/>
                  </a:lnTo>
                  <a:lnTo>
                    <a:pt x="0" y="2100"/>
                  </a:lnTo>
                  <a:lnTo>
                    <a:pt x="296" y="2100"/>
                  </a:lnTo>
                  <a:lnTo>
                    <a:pt x="1118" y="1047"/>
                  </a:lnTo>
                  <a:lnTo>
                    <a:pt x="29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51"/>
            <p:cNvSpPr/>
            <p:nvPr/>
          </p:nvSpPr>
          <p:spPr>
            <a:xfrm>
              <a:off x="4700175" y="2160575"/>
              <a:ext cx="27775" cy="52500"/>
            </a:xfrm>
            <a:custGeom>
              <a:rect b="b" l="l" r="r" t="t"/>
              <a:pathLst>
                <a:path extrusionOk="0" h="2100" w="1111">
                  <a:moveTo>
                    <a:pt x="0" y="1"/>
                  </a:moveTo>
                  <a:lnTo>
                    <a:pt x="822"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6" name="Google Shape;1476;p51"/>
          <p:cNvGrpSpPr/>
          <p:nvPr/>
        </p:nvGrpSpPr>
        <p:grpSpPr>
          <a:xfrm>
            <a:off x="7425577" y="3128514"/>
            <a:ext cx="145405" cy="113794"/>
            <a:chOff x="4768325" y="2163475"/>
            <a:chExt cx="59700" cy="46725"/>
          </a:xfrm>
        </p:grpSpPr>
        <p:sp>
          <p:nvSpPr>
            <p:cNvPr id="1477" name="Google Shape;1477;p51"/>
            <p:cNvSpPr/>
            <p:nvPr/>
          </p:nvSpPr>
          <p:spPr>
            <a:xfrm>
              <a:off x="4768325" y="2163475"/>
              <a:ext cx="35375" cy="46725"/>
            </a:xfrm>
            <a:custGeom>
              <a:rect b="b" l="l" r="r" t="t"/>
              <a:pathLst>
                <a:path extrusionOk="0" h="1869" w="1415">
                  <a:moveTo>
                    <a:pt x="0" y="0"/>
                  </a:moveTo>
                  <a:lnTo>
                    <a:pt x="895" y="931"/>
                  </a:lnTo>
                  <a:lnTo>
                    <a:pt x="0" y="1868"/>
                  </a:lnTo>
                  <a:lnTo>
                    <a:pt x="520" y="1868"/>
                  </a:lnTo>
                  <a:lnTo>
                    <a:pt x="1414" y="931"/>
                  </a:lnTo>
                  <a:lnTo>
                    <a:pt x="52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51"/>
            <p:cNvSpPr/>
            <p:nvPr/>
          </p:nvSpPr>
          <p:spPr>
            <a:xfrm>
              <a:off x="4792475" y="2163475"/>
              <a:ext cx="35550" cy="46725"/>
            </a:xfrm>
            <a:custGeom>
              <a:rect b="b" l="l" r="r" t="t"/>
              <a:pathLst>
                <a:path extrusionOk="0" h="1869" w="1422">
                  <a:moveTo>
                    <a:pt x="1" y="0"/>
                  </a:moveTo>
                  <a:lnTo>
                    <a:pt x="895" y="931"/>
                  </a:lnTo>
                  <a:lnTo>
                    <a:pt x="1" y="1868"/>
                  </a:lnTo>
                  <a:lnTo>
                    <a:pt x="527" y="1868"/>
                  </a:lnTo>
                  <a:lnTo>
                    <a:pt x="1422" y="931"/>
                  </a:lnTo>
                  <a:lnTo>
                    <a:pt x="52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9" name="Google Shape;1479;p51"/>
          <p:cNvSpPr/>
          <p:nvPr/>
        </p:nvSpPr>
        <p:spPr>
          <a:xfrm>
            <a:off x="7757532" y="3120021"/>
            <a:ext cx="86159" cy="130781"/>
          </a:xfrm>
          <a:custGeom>
            <a:rect b="b" l="l" r="r" t="t"/>
            <a:pathLst>
              <a:path extrusionOk="0" h="2148" w="1415">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51"/>
          <p:cNvSpPr/>
          <p:nvPr/>
        </p:nvSpPr>
        <p:spPr>
          <a:xfrm>
            <a:off x="8029908" y="4127106"/>
            <a:ext cx="148084" cy="162989"/>
          </a:xfrm>
          <a:custGeom>
            <a:rect b="b" l="l" r="r" t="t"/>
            <a:pathLst>
              <a:path extrusionOk="0" h="2677" w="2432">
                <a:moveTo>
                  <a:pt x="801" y="1"/>
                </a:moveTo>
                <a:lnTo>
                  <a:pt x="1205" y="751"/>
                </a:lnTo>
                <a:lnTo>
                  <a:pt x="1" y="751"/>
                </a:lnTo>
                <a:lnTo>
                  <a:pt x="1" y="1927"/>
                </a:lnTo>
                <a:lnTo>
                  <a:pt x="1205" y="1927"/>
                </a:lnTo>
                <a:lnTo>
                  <a:pt x="801" y="2677"/>
                </a:lnTo>
                <a:lnTo>
                  <a:pt x="2431" y="1335"/>
                </a:lnTo>
                <a:lnTo>
                  <a:pt x="80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51"/>
          <p:cNvSpPr/>
          <p:nvPr/>
        </p:nvSpPr>
        <p:spPr>
          <a:xfrm>
            <a:off x="7131363" y="3355327"/>
            <a:ext cx="119101" cy="163415"/>
          </a:xfrm>
          <a:custGeom>
            <a:rect b="b" l="l" r="r" t="t"/>
            <a:pathLst>
              <a:path extrusionOk="0" h="2684" w="1956">
                <a:moveTo>
                  <a:pt x="1" y="0"/>
                </a:moveTo>
                <a:lnTo>
                  <a:pt x="787" y="1342"/>
                </a:lnTo>
                <a:lnTo>
                  <a:pt x="1" y="2683"/>
                </a:lnTo>
                <a:lnTo>
                  <a:pt x="1955" y="1342"/>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51"/>
          <p:cNvSpPr/>
          <p:nvPr/>
        </p:nvSpPr>
        <p:spPr>
          <a:xfrm>
            <a:off x="7099335" y="4142936"/>
            <a:ext cx="183157" cy="131329"/>
          </a:xfrm>
          <a:custGeom>
            <a:rect b="b" l="l" r="r" t="t"/>
            <a:pathLst>
              <a:path extrusionOk="0" h="2157" w="3008">
                <a:moveTo>
                  <a:pt x="0" y="0"/>
                </a:moveTo>
                <a:lnTo>
                  <a:pt x="729" y="1075"/>
                </a:lnTo>
                <a:lnTo>
                  <a:pt x="0" y="2157"/>
                </a:lnTo>
                <a:lnTo>
                  <a:pt x="0" y="2157"/>
                </a:lnTo>
                <a:lnTo>
                  <a:pt x="3008" y="1075"/>
                </a:lnTo>
                <a:lnTo>
                  <a:pt x="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51"/>
          <p:cNvSpPr/>
          <p:nvPr/>
        </p:nvSpPr>
        <p:spPr>
          <a:xfrm>
            <a:off x="7116658" y="3624580"/>
            <a:ext cx="148511" cy="112515"/>
          </a:xfrm>
          <a:custGeom>
            <a:rect b="b" l="l" r="r" t="t"/>
            <a:pathLst>
              <a:path extrusionOk="0" h="1848" w="2439">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51"/>
          <p:cNvSpPr/>
          <p:nvPr/>
        </p:nvSpPr>
        <p:spPr>
          <a:xfrm>
            <a:off x="7750408" y="3606497"/>
            <a:ext cx="100408" cy="148681"/>
          </a:xfrm>
          <a:custGeom>
            <a:rect b="b" l="l" r="r" t="t"/>
            <a:pathLst>
              <a:path extrusionOk="0" h="2442" w="1649">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5" name="Google Shape;1485;p51"/>
          <p:cNvGrpSpPr/>
          <p:nvPr/>
        </p:nvGrpSpPr>
        <p:grpSpPr>
          <a:xfrm>
            <a:off x="7441895" y="3383608"/>
            <a:ext cx="112768" cy="106853"/>
            <a:chOff x="4768575" y="2253950"/>
            <a:chExt cx="46300" cy="43875"/>
          </a:xfrm>
        </p:grpSpPr>
        <p:sp>
          <p:nvSpPr>
            <p:cNvPr id="1486" name="Google Shape;1486;p51"/>
            <p:cNvSpPr/>
            <p:nvPr/>
          </p:nvSpPr>
          <p:spPr>
            <a:xfrm>
              <a:off x="4785700" y="2253950"/>
              <a:ext cx="29175" cy="43875"/>
            </a:xfrm>
            <a:custGeom>
              <a:rect b="b" l="l" r="r" t="t"/>
              <a:pathLst>
                <a:path extrusionOk="0" h="1755" w="1167">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51"/>
            <p:cNvSpPr/>
            <p:nvPr/>
          </p:nvSpPr>
          <p:spPr>
            <a:xfrm>
              <a:off x="4768575" y="2253950"/>
              <a:ext cx="29175" cy="43875"/>
            </a:xfrm>
            <a:custGeom>
              <a:rect b="b" l="l" r="r" t="t"/>
              <a:pathLst>
                <a:path extrusionOk="0" h="1755" w="1167">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8" name="Google Shape;1488;p51"/>
          <p:cNvGrpSpPr/>
          <p:nvPr/>
        </p:nvGrpSpPr>
        <p:grpSpPr>
          <a:xfrm>
            <a:off x="7741518" y="3872634"/>
            <a:ext cx="118187" cy="146246"/>
            <a:chOff x="4960900" y="2433225"/>
            <a:chExt cx="48525" cy="60050"/>
          </a:xfrm>
        </p:grpSpPr>
        <p:sp>
          <p:nvSpPr>
            <p:cNvPr id="1489" name="Google Shape;1489;p51"/>
            <p:cNvSpPr/>
            <p:nvPr/>
          </p:nvSpPr>
          <p:spPr>
            <a:xfrm>
              <a:off x="4974225" y="2433225"/>
              <a:ext cx="35200" cy="60050"/>
            </a:xfrm>
            <a:custGeom>
              <a:rect b="b" l="l" r="r" t="t"/>
              <a:pathLst>
                <a:path extrusionOk="0" h="2402" w="1408">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51"/>
            <p:cNvSpPr/>
            <p:nvPr/>
          </p:nvSpPr>
          <p:spPr>
            <a:xfrm>
              <a:off x="4960900" y="2433225"/>
              <a:ext cx="35175" cy="60050"/>
            </a:xfrm>
            <a:custGeom>
              <a:rect b="b" l="l" r="r" t="t"/>
              <a:pathLst>
                <a:path extrusionOk="0" h="2402" w="1407">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1" name="Google Shape;1491;p51"/>
          <p:cNvGrpSpPr/>
          <p:nvPr/>
        </p:nvGrpSpPr>
        <p:grpSpPr>
          <a:xfrm>
            <a:off x="7430083" y="4136695"/>
            <a:ext cx="136394" cy="143810"/>
            <a:chOff x="4854075" y="2527625"/>
            <a:chExt cx="56000" cy="59050"/>
          </a:xfrm>
        </p:grpSpPr>
        <p:sp>
          <p:nvSpPr>
            <p:cNvPr id="1492" name="Google Shape;1492;p51"/>
            <p:cNvSpPr/>
            <p:nvPr/>
          </p:nvSpPr>
          <p:spPr>
            <a:xfrm>
              <a:off x="4872325" y="2527625"/>
              <a:ext cx="37750" cy="59050"/>
            </a:xfrm>
            <a:custGeom>
              <a:rect b="b" l="l" r="r" t="t"/>
              <a:pathLst>
                <a:path extrusionOk="0" h="2362" w="151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51"/>
            <p:cNvSpPr/>
            <p:nvPr/>
          </p:nvSpPr>
          <p:spPr>
            <a:xfrm>
              <a:off x="4854075" y="2539100"/>
              <a:ext cx="26075" cy="35875"/>
            </a:xfrm>
            <a:custGeom>
              <a:rect b="b" l="l" r="r" t="t"/>
              <a:pathLst>
                <a:path extrusionOk="0" h="1435" w="1043">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94" name="Google Shape;1494;p51"/>
          <p:cNvSpPr/>
          <p:nvPr/>
        </p:nvSpPr>
        <p:spPr>
          <a:xfrm>
            <a:off x="7445335" y="3879423"/>
            <a:ext cx="105888" cy="132668"/>
          </a:xfrm>
          <a:custGeom>
            <a:rect b="b" l="l" r="r" t="t"/>
            <a:pathLst>
              <a:path extrusionOk="0" h="2179" w="1739">
                <a:moveTo>
                  <a:pt x="1" y="1"/>
                </a:moveTo>
                <a:lnTo>
                  <a:pt x="1" y="2179"/>
                </a:lnTo>
                <a:lnTo>
                  <a:pt x="758" y="2179"/>
                </a:lnTo>
                <a:lnTo>
                  <a:pt x="1739" y="1090"/>
                </a:lnTo>
                <a:lnTo>
                  <a:pt x="75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51"/>
          <p:cNvSpPr/>
          <p:nvPr/>
        </p:nvSpPr>
        <p:spPr>
          <a:xfrm>
            <a:off x="8024001" y="3119077"/>
            <a:ext cx="159897" cy="132668"/>
          </a:xfrm>
          <a:custGeom>
            <a:rect b="b" l="l" r="r" t="t"/>
            <a:pathLst>
              <a:path extrusionOk="0" h="2179" w="2626">
                <a:moveTo>
                  <a:pt x="0" y="1"/>
                </a:moveTo>
                <a:lnTo>
                  <a:pt x="887" y="1090"/>
                </a:lnTo>
                <a:lnTo>
                  <a:pt x="0" y="2179"/>
                </a:lnTo>
                <a:lnTo>
                  <a:pt x="1644" y="2179"/>
                </a:lnTo>
                <a:lnTo>
                  <a:pt x="2625" y="1090"/>
                </a:lnTo>
                <a:lnTo>
                  <a:pt x="164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51"/>
          <p:cNvSpPr/>
          <p:nvPr/>
        </p:nvSpPr>
        <p:spPr>
          <a:xfrm>
            <a:off x="7123265" y="3879423"/>
            <a:ext cx="135298" cy="132668"/>
          </a:xfrm>
          <a:custGeom>
            <a:rect b="b" l="l" r="r" t="t"/>
            <a:pathLst>
              <a:path extrusionOk="0" h="2179" w="2222">
                <a:moveTo>
                  <a:pt x="477" y="1"/>
                </a:moveTo>
                <a:lnTo>
                  <a:pt x="895" y="513"/>
                </a:lnTo>
                <a:lnTo>
                  <a:pt x="1" y="513"/>
                </a:lnTo>
                <a:lnTo>
                  <a:pt x="1" y="1659"/>
                </a:lnTo>
                <a:lnTo>
                  <a:pt x="895" y="1659"/>
                </a:lnTo>
                <a:lnTo>
                  <a:pt x="477" y="2179"/>
                </a:lnTo>
                <a:lnTo>
                  <a:pt x="1234" y="2179"/>
                </a:lnTo>
                <a:lnTo>
                  <a:pt x="2222" y="1090"/>
                </a:lnTo>
                <a:lnTo>
                  <a:pt x="123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7" name="Google Shape;1497;p51"/>
          <p:cNvGrpSpPr/>
          <p:nvPr/>
        </p:nvGrpSpPr>
        <p:grpSpPr>
          <a:xfrm>
            <a:off x="8054294" y="3600439"/>
            <a:ext cx="99312" cy="160797"/>
            <a:chOff x="5059700" y="2334775"/>
            <a:chExt cx="40775" cy="66025"/>
          </a:xfrm>
        </p:grpSpPr>
        <p:sp>
          <p:nvSpPr>
            <p:cNvPr id="1498" name="Google Shape;1498;p51"/>
            <p:cNvSpPr/>
            <p:nvPr/>
          </p:nvSpPr>
          <p:spPr>
            <a:xfrm>
              <a:off x="5059700" y="2334775"/>
              <a:ext cx="12475" cy="10525"/>
            </a:xfrm>
            <a:custGeom>
              <a:rect b="b" l="l" r="r" t="t"/>
              <a:pathLst>
                <a:path extrusionOk="0" h="421" w="499">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51"/>
            <p:cNvSpPr/>
            <p:nvPr/>
          </p:nvSpPr>
          <p:spPr>
            <a:xfrm>
              <a:off x="5059700" y="2348650"/>
              <a:ext cx="12475" cy="10550"/>
            </a:xfrm>
            <a:custGeom>
              <a:rect b="b" l="l" r="r" t="t"/>
              <a:pathLst>
                <a:path extrusionOk="0" h="422" w="499">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51"/>
            <p:cNvSpPr/>
            <p:nvPr/>
          </p:nvSpPr>
          <p:spPr>
            <a:xfrm>
              <a:off x="5059700" y="2362525"/>
              <a:ext cx="12475" cy="10550"/>
            </a:xfrm>
            <a:custGeom>
              <a:rect b="b" l="l" r="r" t="t"/>
              <a:pathLst>
                <a:path extrusionOk="0" h="422" w="499">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51"/>
            <p:cNvSpPr/>
            <p:nvPr/>
          </p:nvSpPr>
          <p:spPr>
            <a:xfrm>
              <a:off x="5059700" y="2376400"/>
              <a:ext cx="12475" cy="10500"/>
            </a:xfrm>
            <a:custGeom>
              <a:rect b="b" l="l" r="r" t="t"/>
              <a:pathLst>
                <a:path extrusionOk="0" h="420" w="499">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51"/>
            <p:cNvSpPr/>
            <p:nvPr/>
          </p:nvSpPr>
          <p:spPr>
            <a:xfrm>
              <a:off x="5059700" y="2390125"/>
              <a:ext cx="12475" cy="10675"/>
            </a:xfrm>
            <a:custGeom>
              <a:rect b="b" l="l" r="r" t="t"/>
              <a:pathLst>
                <a:path extrusionOk="0" h="427" w="499">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51"/>
            <p:cNvSpPr/>
            <p:nvPr/>
          </p:nvSpPr>
          <p:spPr>
            <a:xfrm>
              <a:off x="5073950" y="2348650"/>
              <a:ext cx="12275" cy="10550"/>
            </a:xfrm>
            <a:custGeom>
              <a:rect b="b" l="l" r="r" t="t"/>
              <a:pathLst>
                <a:path extrusionOk="0" h="422" w="491">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51"/>
            <p:cNvSpPr/>
            <p:nvPr/>
          </p:nvSpPr>
          <p:spPr>
            <a:xfrm>
              <a:off x="5073950" y="2362525"/>
              <a:ext cx="12275" cy="10550"/>
            </a:xfrm>
            <a:custGeom>
              <a:rect b="b" l="l" r="r" t="t"/>
              <a:pathLst>
                <a:path extrusionOk="0" h="422" w="491">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51"/>
            <p:cNvSpPr/>
            <p:nvPr/>
          </p:nvSpPr>
          <p:spPr>
            <a:xfrm>
              <a:off x="5074000" y="2376400"/>
              <a:ext cx="12225" cy="10500"/>
            </a:xfrm>
            <a:custGeom>
              <a:rect b="b" l="l" r="r" t="t"/>
              <a:pathLst>
                <a:path extrusionOk="0" h="420" w="489">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51"/>
            <p:cNvSpPr/>
            <p:nvPr/>
          </p:nvSpPr>
          <p:spPr>
            <a:xfrm>
              <a:off x="5088000" y="2362525"/>
              <a:ext cx="12475" cy="10550"/>
            </a:xfrm>
            <a:custGeom>
              <a:rect b="b" l="l" r="r" t="t"/>
              <a:pathLst>
                <a:path extrusionOk="0" h="422" w="499">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7" name="Google Shape;1507;p51"/>
          <p:cNvGrpSpPr/>
          <p:nvPr/>
        </p:nvGrpSpPr>
        <p:grpSpPr>
          <a:xfrm>
            <a:off x="8011458" y="3865571"/>
            <a:ext cx="184984" cy="160371"/>
            <a:chOff x="5037700" y="2430325"/>
            <a:chExt cx="75950" cy="65850"/>
          </a:xfrm>
        </p:grpSpPr>
        <p:sp>
          <p:nvSpPr>
            <p:cNvPr id="1508" name="Google Shape;1508;p51"/>
            <p:cNvSpPr/>
            <p:nvPr/>
          </p:nvSpPr>
          <p:spPr>
            <a:xfrm>
              <a:off x="5059700" y="2430325"/>
              <a:ext cx="53950" cy="65850"/>
            </a:xfrm>
            <a:custGeom>
              <a:rect b="b" l="l" r="r" t="t"/>
              <a:pathLst>
                <a:path extrusionOk="0" h="2634" w="2158">
                  <a:moveTo>
                    <a:pt x="1" y="1"/>
                  </a:moveTo>
                  <a:lnTo>
                    <a:pt x="866" y="1321"/>
                  </a:lnTo>
                  <a:lnTo>
                    <a:pt x="1" y="2633"/>
                  </a:lnTo>
                  <a:lnTo>
                    <a:pt x="1292" y="2633"/>
                  </a:lnTo>
                  <a:lnTo>
                    <a:pt x="2157" y="1321"/>
                  </a:lnTo>
                  <a:lnTo>
                    <a:pt x="1292"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51"/>
            <p:cNvSpPr/>
            <p:nvPr/>
          </p:nvSpPr>
          <p:spPr>
            <a:xfrm>
              <a:off x="5037700" y="2430325"/>
              <a:ext cx="34100" cy="65850"/>
            </a:xfrm>
            <a:custGeom>
              <a:rect b="b" l="l" r="r" t="t"/>
              <a:pathLst>
                <a:path extrusionOk="0" h="2634" w="1364">
                  <a:moveTo>
                    <a:pt x="1" y="1"/>
                  </a:moveTo>
                  <a:lnTo>
                    <a:pt x="866" y="1321"/>
                  </a:lnTo>
                  <a:lnTo>
                    <a:pt x="1" y="2633"/>
                  </a:lnTo>
                  <a:lnTo>
                    <a:pt x="498" y="2633"/>
                  </a:lnTo>
                  <a:lnTo>
                    <a:pt x="1364" y="1321"/>
                  </a:lnTo>
                  <a:lnTo>
                    <a:pt x="49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0" name="Google Shape;1510;p51"/>
          <p:cNvGrpSpPr/>
          <p:nvPr/>
        </p:nvGrpSpPr>
        <p:grpSpPr>
          <a:xfrm>
            <a:off x="7430964" y="3632023"/>
            <a:ext cx="173014" cy="97629"/>
            <a:chOff x="4756975" y="2341800"/>
            <a:chExt cx="91975" cy="51925"/>
          </a:xfrm>
        </p:grpSpPr>
        <p:sp>
          <p:nvSpPr>
            <p:cNvPr id="1511" name="Google Shape;1511;p51"/>
            <p:cNvSpPr/>
            <p:nvPr/>
          </p:nvSpPr>
          <p:spPr>
            <a:xfrm>
              <a:off x="4756975"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51"/>
            <p:cNvSpPr/>
            <p:nvPr/>
          </p:nvSpPr>
          <p:spPr>
            <a:xfrm>
              <a:off x="4777350"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51"/>
            <p:cNvSpPr/>
            <p:nvPr/>
          </p:nvSpPr>
          <p:spPr>
            <a:xfrm>
              <a:off x="4797725"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51"/>
            <p:cNvSpPr/>
            <p:nvPr/>
          </p:nvSpPr>
          <p:spPr>
            <a:xfrm>
              <a:off x="4818100"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51"/>
            <p:cNvSpPr/>
            <p:nvPr/>
          </p:nvSpPr>
          <p:spPr>
            <a:xfrm>
              <a:off x="4768675" y="2352625"/>
              <a:ext cx="8875" cy="9025"/>
            </a:xfrm>
            <a:custGeom>
              <a:rect b="b" l="l" r="r" t="t"/>
              <a:pathLst>
                <a:path extrusionOk="0" h="361" w="355">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51"/>
            <p:cNvSpPr/>
            <p:nvPr/>
          </p:nvSpPr>
          <p:spPr>
            <a:xfrm>
              <a:off x="4787425" y="2352625"/>
              <a:ext cx="10500" cy="9125"/>
            </a:xfrm>
            <a:custGeom>
              <a:rect b="b" l="l" r="r" t="t"/>
              <a:pathLst>
                <a:path extrusionOk="0" h="365" w="42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51"/>
            <p:cNvSpPr/>
            <p:nvPr/>
          </p:nvSpPr>
          <p:spPr>
            <a:xfrm>
              <a:off x="4809250"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51"/>
            <p:cNvSpPr/>
            <p:nvPr/>
          </p:nvSpPr>
          <p:spPr>
            <a:xfrm>
              <a:off x="4829625"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51"/>
            <p:cNvSpPr/>
            <p:nvPr/>
          </p:nvSpPr>
          <p:spPr>
            <a:xfrm>
              <a:off x="4777350" y="2363250"/>
              <a:ext cx="10650" cy="9025"/>
            </a:xfrm>
            <a:custGeom>
              <a:rect b="b" l="l" r="r" t="t"/>
              <a:pathLst>
                <a:path extrusionOk="0" h="361" w="426">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51"/>
            <p:cNvSpPr/>
            <p:nvPr/>
          </p:nvSpPr>
          <p:spPr>
            <a:xfrm>
              <a:off x="4797725"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51"/>
            <p:cNvSpPr/>
            <p:nvPr/>
          </p:nvSpPr>
          <p:spPr>
            <a:xfrm>
              <a:off x="4818100"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51"/>
            <p:cNvSpPr/>
            <p:nvPr/>
          </p:nvSpPr>
          <p:spPr>
            <a:xfrm>
              <a:off x="4838475" y="2363250"/>
              <a:ext cx="10475" cy="9025"/>
            </a:xfrm>
            <a:custGeom>
              <a:rect b="b" l="l" r="r" t="t"/>
              <a:pathLst>
                <a:path extrusionOk="0" h="361" w="419">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51"/>
            <p:cNvSpPr/>
            <p:nvPr/>
          </p:nvSpPr>
          <p:spPr>
            <a:xfrm>
              <a:off x="4768675" y="2374075"/>
              <a:ext cx="8875" cy="9050"/>
            </a:xfrm>
            <a:custGeom>
              <a:rect b="b" l="l" r="r" t="t"/>
              <a:pathLst>
                <a:path extrusionOk="0" h="362" w="355">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51"/>
            <p:cNvSpPr/>
            <p:nvPr/>
          </p:nvSpPr>
          <p:spPr>
            <a:xfrm>
              <a:off x="4787425" y="2374075"/>
              <a:ext cx="10500" cy="9150"/>
            </a:xfrm>
            <a:custGeom>
              <a:rect b="b" l="l" r="r" t="t"/>
              <a:pathLst>
                <a:path extrusionOk="0" h="366" w="42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51"/>
            <p:cNvSpPr/>
            <p:nvPr/>
          </p:nvSpPr>
          <p:spPr>
            <a:xfrm>
              <a:off x="4809250"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51"/>
            <p:cNvSpPr/>
            <p:nvPr/>
          </p:nvSpPr>
          <p:spPr>
            <a:xfrm>
              <a:off x="4829625"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51"/>
            <p:cNvSpPr/>
            <p:nvPr/>
          </p:nvSpPr>
          <p:spPr>
            <a:xfrm>
              <a:off x="4756975"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51"/>
            <p:cNvSpPr/>
            <p:nvPr/>
          </p:nvSpPr>
          <p:spPr>
            <a:xfrm>
              <a:off x="4777350"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51"/>
            <p:cNvSpPr/>
            <p:nvPr/>
          </p:nvSpPr>
          <p:spPr>
            <a:xfrm>
              <a:off x="4797725"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51"/>
            <p:cNvSpPr/>
            <p:nvPr/>
          </p:nvSpPr>
          <p:spPr>
            <a:xfrm>
              <a:off x="4818100"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1" name="Google Shape;1531;p51"/>
          <p:cNvGrpSpPr/>
          <p:nvPr/>
        </p:nvGrpSpPr>
        <p:grpSpPr>
          <a:xfrm>
            <a:off x="7697901" y="4120720"/>
            <a:ext cx="212497" cy="175761"/>
            <a:chOff x="4943575" y="2516350"/>
            <a:chExt cx="98675" cy="81700"/>
          </a:xfrm>
        </p:grpSpPr>
        <p:sp>
          <p:nvSpPr>
            <p:cNvPr id="1532" name="Google Shape;1532;p51"/>
            <p:cNvSpPr/>
            <p:nvPr/>
          </p:nvSpPr>
          <p:spPr>
            <a:xfrm>
              <a:off x="5036450" y="2554750"/>
              <a:ext cx="5800" cy="4825"/>
            </a:xfrm>
            <a:custGeom>
              <a:rect b="b" l="l" r="r" t="t"/>
              <a:pathLst>
                <a:path extrusionOk="0" h="193" w="232">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51"/>
            <p:cNvSpPr/>
            <p:nvPr/>
          </p:nvSpPr>
          <p:spPr>
            <a:xfrm>
              <a:off x="5028150" y="2547175"/>
              <a:ext cx="5625" cy="4725"/>
            </a:xfrm>
            <a:custGeom>
              <a:rect b="b" l="l" r="r" t="t"/>
              <a:pathLst>
                <a:path extrusionOk="0" h="189" w="225">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51"/>
            <p:cNvSpPr/>
            <p:nvPr/>
          </p:nvSpPr>
          <p:spPr>
            <a:xfrm>
              <a:off x="5028150" y="2554750"/>
              <a:ext cx="5625" cy="4825"/>
            </a:xfrm>
            <a:custGeom>
              <a:rect b="b" l="l" r="r" t="t"/>
              <a:pathLst>
                <a:path extrusionOk="0" h="193" w="225">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51"/>
            <p:cNvSpPr/>
            <p:nvPr/>
          </p:nvSpPr>
          <p:spPr>
            <a:xfrm>
              <a:off x="5028150" y="2562500"/>
              <a:ext cx="5625" cy="4800"/>
            </a:xfrm>
            <a:custGeom>
              <a:rect b="b" l="l" r="r" t="t"/>
              <a:pathLst>
                <a:path extrusionOk="0" h="192" w="225">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51"/>
            <p:cNvSpPr/>
            <p:nvPr/>
          </p:nvSpPr>
          <p:spPr>
            <a:xfrm>
              <a:off x="501972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51"/>
            <p:cNvSpPr/>
            <p:nvPr/>
          </p:nvSpPr>
          <p:spPr>
            <a:xfrm>
              <a:off x="5019675" y="2547175"/>
              <a:ext cx="5625" cy="4725"/>
            </a:xfrm>
            <a:custGeom>
              <a:rect b="b" l="l" r="r" t="t"/>
              <a:pathLst>
                <a:path extrusionOk="0" h="189" w="225">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51"/>
            <p:cNvSpPr/>
            <p:nvPr/>
          </p:nvSpPr>
          <p:spPr>
            <a:xfrm>
              <a:off x="5019675" y="2554750"/>
              <a:ext cx="5625" cy="4825"/>
            </a:xfrm>
            <a:custGeom>
              <a:rect b="b" l="l" r="r" t="t"/>
              <a:pathLst>
                <a:path extrusionOk="0" h="193" w="225">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51"/>
            <p:cNvSpPr/>
            <p:nvPr/>
          </p:nvSpPr>
          <p:spPr>
            <a:xfrm>
              <a:off x="5019675" y="2562500"/>
              <a:ext cx="5625" cy="4800"/>
            </a:xfrm>
            <a:custGeom>
              <a:rect b="b" l="l" r="r" t="t"/>
              <a:pathLst>
                <a:path extrusionOk="0" h="192" w="225">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51"/>
            <p:cNvSpPr/>
            <p:nvPr/>
          </p:nvSpPr>
          <p:spPr>
            <a:xfrm>
              <a:off x="5019725" y="2570225"/>
              <a:ext cx="5575" cy="4750"/>
            </a:xfrm>
            <a:custGeom>
              <a:rect b="b" l="l" r="r" t="t"/>
              <a:pathLst>
                <a:path extrusionOk="0" h="190" w="223">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51"/>
            <p:cNvSpPr/>
            <p:nvPr/>
          </p:nvSpPr>
          <p:spPr>
            <a:xfrm>
              <a:off x="501120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51"/>
            <p:cNvSpPr/>
            <p:nvPr/>
          </p:nvSpPr>
          <p:spPr>
            <a:xfrm>
              <a:off x="5011250"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51"/>
            <p:cNvSpPr/>
            <p:nvPr/>
          </p:nvSpPr>
          <p:spPr>
            <a:xfrm>
              <a:off x="501120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51"/>
            <p:cNvSpPr/>
            <p:nvPr/>
          </p:nvSpPr>
          <p:spPr>
            <a:xfrm>
              <a:off x="5011200"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51"/>
            <p:cNvSpPr/>
            <p:nvPr/>
          </p:nvSpPr>
          <p:spPr>
            <a:xfrm>
              <a:off x="5011200" y="2562500"/>
              <a:ext cx="5750" cy="4800"/>
            </a:xfrm>
            <a:custGeom>
              <a:rect b="b" l="l" r="r" t="t"/>
              <a:pathLst>
                <a:path extrusionOk="0" h="192" w="23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51"/>
            <p:cNvSpPr/>
            <p:nvPr/>
          </p:nvSpPr>
          <p:spPr>
            <a:xfrm>
              <a:off x="50112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51"/>
            <p:cNvSpPr/>
            <p:nvPr/>
          </p:nvSpPr>
          <p:spPr>
            <a:xfrm>
              <a:off x="5011200"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51"/>
            <p:cNvSpPr/>
            <p:nvPr/>
          </p:nvSpPr>
          <p:spPr>
            <a:xfrm>
              <a:off x="5002725"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51"/>
            <p:cNvSpPr/>
            <p:nvPr/>
          </p:nvSpPr>
          <p:spPr>
            <a:xfrm>
              <a:off x="5002725"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51"/>
            <p:cNvSpPr/>
            <p:nvPr/>
          </p:nvSpPr>
          <p:spPr>
            <a:xfrm>
              <a:off x="500277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51"/>
            <p:cNvSpPr/>
            <p:nvPr/>
          </p:nvSpPr>
          <p:spPr>
            <a:xfrm>
              <a:off x="5002725"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51"/>
            <p:cNvSpPr/>
            <p:nvPr/>
          </p:nvSpPr>
          <p:spPr>
            <a:xfrm>
              <a:off x="5002725"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51"/>
            <p:cNvSpPr/>
            <p:nvPr/>
          </p:nvSpPr>
          <p:spPr>
            <a:xfrm>
              <a:off x="5002725"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51"/>
            <p:cNvSpPr/>
            <p:nvPr/>
          </p:nvSpPr>
          <p:spPr>
            <a:xfrm>
              <a:off x="50027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51"/>
            <p:cNvSpPr/>
            <p:nvPr/>
          </p:nvSpPr>
          <p:spPr>
            <a:xfrm>
              <a:off x="5002725"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51"/>
            <p:cNvSpPr/>
            <p:nvPr/>
          </p:nvSpPr>
          <p:spPr>
            <a:xfrm>
              <a:off x="5002725"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51"/>
            <p:cNvSpPr/>
            <p:nvPr/>
          </p:nvSpPr>
          <p:spPr>
            <a:xfrm>
              <a:off x="4994250" y="25163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51"/>
            <p:cNvSpPr/>
            <p:nvPr/>
          </p:nvSpPr>
          <p:spPr>
            <a:xfrm>
              <a:off x="4994250"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51"/>
            <p:cNvSpPr/>
            <p:nvPr/>
          </p:nvSpPr>
          <p:spPr>
            <a:xfrm>
              <a:off x="499425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51"/>
            <p:cNvSpPr/>
            <p:nvPr/>
          </p:nvSpPr>
          <p:spPr>
            <a:xfrm>
              <a:off x="499430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51"/>
            <p:cNvSpPr/>
            <p:nvPr/>
          </p:nvSpPr>
          <p:spPr>
            <a:xfrm>
              <a:off x="499425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51"/>
            <p:cNvSpPr/>
            <p:nvPr/>
          </p:nvSpPr>
          <p:spPr>
            <a:xfrm>
              <a:off x="499425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51"/>
            <p:cNvSpPr/>
            <p:nvPr/>
          </p:nvSpPr>
          <p:spPr>
            <a:xfrm>
              <a:off x="4994250"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51"/>
            <p:cNvSpPr/>
            <p:nvPr/>
          </p:nvSpPr>
          <p:spPr>
            <a:xfrm>
              <a:off x="499430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51"/>
            <p:cNvSpPr/>
            <p:nvPr/>
          </p:nvSpPr>
          <p:spPr>
            <a:xfrm>
              <a:off x="499425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51"/>
            <p:cNvSpPr/>
            <p:nvPr/>
          </p:nvSpPr>
          <p:spPr>
            <a:xfrm>
              <a:off x="4994250"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51"/>
            <p:cNvSpPr/>
            <p:nvPr/>
          </p:nvSpPr>
          <p:spPr>
            <a:xfrm>
              <a:off x="4994250" y="2593150"/>
              <a:ext cx="5750" cy="4900"/>
            </a:xfrm>
            <a:custGeom>
              <a:rect b="b" l="l" r="r" t="t"/>
              <a:pathLst>
                <a:path extrusionOk="0" h="196" w="23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51"/>
            <p:cNvSpPr/>
            <p:nvPr/>
          </p:nvSpPr>
          <p:spPr>
            <a:xfrm>
              <a:off x="4985775"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51"/>
            <p:cNvSpPr/>
            <p:nvPr/>
          </p:nvSpPr>
          <p:spPr>
            <a:xfrm>
              <a:off x="4985825"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51"/>
            <p:cNvSpPr/>
            <p:nvPr/>
          </p:nvSpPr>
          <p:spPr>
            <a:xfrm>
              <a:off x="4985775"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51"/>
            <p:cNvSpPr/>
            <p:nvPr/>
          </p:nvSpPr>
          <p:spPr>
            <a:xfrm>
              <a:off x="4985775"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51"/>
            <p:cNvSpPr/>
            <p:nvPr/>
          </p:nvSpPr>
          <p:spPr>
            <a:xfrm>
              <a:off x="4985775"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51"/>
            <p:cNvSpPr/>
            <p:nvPr/>
          </p:nvSpPr>
          <p:spPr>
            <a:xfrm>
              <a:off x="498582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51"/>
            <p:cNvSpPr/>
            <p:nvPr/>
          </p:nvSpPr>
          <p:spPr>
            <a:xfrm>
              <a:off x="4985775"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51"/>
            <p:cNvSpPr/>
            <p:nvPr/>
          </p:nvSpPr>
          <p:spPr>
            <a:xfrm>
              <a:off x="4977300"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51"/>
            <p:cNvSpPr/>
            <p:nvPr/>
          </p:nvSpPr>
          <p:spPr>
            <a:xfrm>
              <a:off x="497735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51"/>
            <p:cNvSpPr/>
            <p:nvPr/>
          </p:nvSpPr>
          <p:spPr>
            <a:xfrm>
              <a:off x="4977300"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51"/>
            <p:cNvSpPr/>
            <p:nvPr/>
          </p:nvSpPr>
          <p:spPr>
            <a:xfrm>
              <a:off x="497730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51"/>
            <p:cNvSpPr/>
            <p:nvPr/>
          </p:nvSpPr>
          <p:spPr>
            <a:xfrm>
              <a:off x="4977300"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51"/>
            <p:cNvSpPr/>
            <p:nvPr/>
          </p:nvSpPr>
          <p:spPr>
            <a:xfrm>
              <a:off x="49773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51"/>
            <p:cNvSpPr/>
            <p:nvPr/>
          </p:nvSpPr>
          <p:spPr>
            <a:xfrm>
              <a:off x="497730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51"/>
            <p:cNvSpPr/>
            <p:nvPr/>
          </p:nvSpPr>
          <p:spPr>
            <a:xfrm>
              <a:off x="4968825" y="2531675"/>
              <a:ext cx="5750" cy="4900"/>
            </a:xfrm>
            <a:custGeom>
              <a:rect b="b" l="l" r="r" t="t"/>
              <a:pathLst>
                <a:path extrusionOk="0" h="196" w="23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51"/>
            <p:cNvSpPr/>
            <p:nvPr/>
          </p:nvSpPr>
          <p:spPr>
            <a:xfrm>
              <a:off x="4968875" y="2539400"/>
              <a:ext cx="5700" cy="4750"/>
            </a:xfrm>
            <a:custGeom>
              <a:rect b="b" l="l" r="r" t="t"/>
              <a:pathLst>
                <a:path extrusionOk="0" h="190" w="228">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51"/>
            <p:cNvSpPr/>
            <p:nvPr/>
          </p:nvSpPr>
          <p:spPr>
            <a:xfrm>
              <a:off x="4968825" y="2547175"/>
              <a:ext cx="5750" cy="4725"/>
            </a:xfrm>
            <a:custGeom>
              <a:rect b="b" l="l" r="r" t="t"/>
              <a:pathLst>
                <a:path extrusionOk="0" h="189" w="23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51"/>
            <p:cNvSpPr/>
            <p:nvPr/>
          </p:nvSpPr>
          <p:spPr>
            <a:xfrm>
              <a:off x="4968825" y="2554750"/>
              <a:ext cx="5800" cy="4825"/>
            </a:xfrm>
            <a:custGeom>
              <a:rect b="b" l="l" r="r" t="t"/>
              <a:pathLst>
                <a:path extrusionOk="0" h="193" w="232">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51"/>
            <p:cNvSpPr/>
            <p:nvPr/>
          </p:nvSpPr>
          <p:spPr>
            <a:xfrm>
              <a:off x="4968825" y="2562500"/>
              <a:ext cx="5750" cy="4800"/>
            </a:xfrm>
            <a:custGeom>
              <a:rect b="b" l="l" r="r" t="t"/>
              <a:pathLst>
                <a:path extrusionOk="0" h="192" w="23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51"/>
            <p:cNvSpPr/>
            <p:nvPr/>
          </p:nvSpPr>
          <p:spPr>
            <a:xfrm>
              <a:off x="49688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51"/>
            <p:cNvSpPr/>
            <p:nvPr/>
          </p:nvSpPr>
          <p:spPr>
            <a:xfrm>
              <a:off x="4968825" y="2577825"/>
              <a:ext cx="5800" cy="4825"/>
            </a:xfrm>
            <a:custGeom>
              <a:rect b="b" l="l" r="r" t="t"/>
              <a:pathLst>
                <a:path extrusionOk="0" h="193" w="232">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51"/>
            <p:cNvSpPr/>
            <p:nvPr/>
          </p:nvSpPr>
          <p:spPr>
            <a:xfrm>
              <a:off x="4960525" y="2531675"/>
              <a:ext cx="5625" cy="4900"/>
            </a:xfrm>
            <a:custGeom>
              <a:rect b="b" l="l" r="r" t="t"/>
              <a:pathLst>
                <a:path extrusionOk="0" h="196" w="225">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51"/>
            <p:cNvSpPr/>
            <p:nvPr/>
          </p:nvSpPr>
          <p:spPr>
            <a:xfrm>
              <a:off x="4960575" y="2539400"/>
              <a:ext cx="5575" cy="4750"/>
            </a:xfrm>
            <a:custGeom>
              <a:rect b="b" l="l" r="r" t="t"/>
              <a:pathLst>
                <a:path extrusionOk="0" h="190" w="223">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51"/>
            <p:cNvSpPr/>
            <p:nvPr/>
          </p:nvSpPr>
          <p:spPr>
            <a:xfrm>
              <a:off x="4960525" y="2547175"/>
              <a:ext cx="5625" cy="4725"/>
            </a:xfrm>
            <a:custGeom>
              <a:rect b="b" l="l" r="r" t="t"/>
              <a:pathLst>
                <a:path extrusionOk="0" h="189" w="225">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51"/>
            <p:cNvSpPr/>
            <p:nvPr/>
          </p:nvSpPr>
          <p:spPr>
            <a:xfrm>
              <a:off x="4960525" y="2554750"/>
              <a:ext cx="5625" cy="4825"/>
            </a:xfrm>
            <a:custGeom>
              <a:rect b="b" l="l" r="r" t="t"/>
              <a:pathLst>
                <a:path extrusionOk="0" h="193" w="225">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51"/>
            <p:cNvSpPr/>
            <p:nvPr/>
          </p:nvSpPr>
          <p:spPr>
            <a:xfrm>
              <a:off x="4960525" y="2562500"/>
              <a:ext cx="5625" cy="4800"/>
            </a:xfrm>
            <a:custGeom>
              <a:rect b="b" l="l" r="r" t="t"/>
              <a:pathLst>
                <a:path extrusionOk="0" h="192" w="225">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51"/>
            <p:cNvSpPr/>
            <p:nvPr/>
          </p:nvSpPr>
          <p:spPr>
            <a:xfrm>
              <a:off x="4960575" y="2570225"/>
              <a:ext cx="5575" cy="4750"/>
            </a:xfrm>
            <a:custGeom>
              <a:rect b="b" l="l" r="r" t="t"/>
              <a:pathLst>
                <a:path extrusionOk="0" h="190" w="223">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51"/>
            <p:cNvSpPr/>
            <p:nvPr/>
          </p:nvSpPr>
          <p:spPr>
            <a:xfrm>
              <a:off x="4960525" y="2577825"/>
              <a:ext cx="5625" cy="4825"/>
            </a:xfrm>
            <a:custGeom>
              <a:rect b="b" l="l" r="r" t="t"/>
              <a:pathLst>
                <a:path extrusionOk="0" h="193" w="225">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51"/>
            <p:cNvSpPr/>
            <p:nvPr/>
          </p:nvSpPr>
          <p:spPr>
            <a:xfrm>
              <a:off x="4952050" y="2531675"/>
              <a:ext cx="5625" cy="4900"/>
            </a:xfrm>
            <a:custGeom>
              <a:rect b="b" l="l" r="r" t="t"/>
              <a:pathLst>
                <a:path extrusionOk="0" h="196" w="225">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51"/>
            <p:cNvSpPr/>
            <p:nvPr/>
          </p:nvSpPr>
          <p:spPr>
            <a:xfrm>
              <a:off x="4952100" y="2539400"/>
              <a:ext cx="5575" cy="4750"/>
            </a:xfrm>
            <a:custGeom>
              <a:rect b="b" l="l" r="r" t="t"/>
              <a:pathLst>
                <a:path extrusionOk="0" h="190" w="223">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51"/>
            <p:cNvSpPr/>
            <p:nvPr/>
          </p:nvSpPr>
          <p:spPr>
            <a:xfrm>
              <a:off x="4952050" y="2547175"/>
              <a:ext cx="5625" cy="4725"/>
            </a:xfrm>
            <a:custGeom>
              <a:rect b="b" l="l" r="r" t="t"/>
              <a:pathLst>
                <a:path extrusionOk="0" h="189" w="225">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51"/>
            <p:cNvSpPr/>
            <p:nvPr/>
          </p:nvSpPr>
          <p:spPr>
            <a:xfrm>
              <a:off x="4952050"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51"/>
            <p:cNvSpPr/>
            <p:nvPr/>
          </p:nvSpPr>
          <p:spPr>
            <a:xfrm>
              <a:off x="4952050" y="2562500"/>
              <a:ext cx="5625" cy="4800"/>
            </a:xfrm>
            <a:custGeom>
              <a:rect b="b" l="l" r="r" t="t"/>
              <a:pathLst>
                <a:path extrusionOk="0" h="192" w="225">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51"/>
            <p:cNvSpPr/>
            <p:nvPr/>
          </p:nvSpPr>
          <p:spPr>
            <a:xfrm>
              <a:off x="4952100" y="2570225"/>
              <a:ext cx="5575" cy="4750"/>
            </a:xfrm>
            <a:custGeom>
              <a:rect b="b" l="l" r="r" t="t"/>
              <a:pathLst>
                <a:path extrusionOk="0" h="190" w="223">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51"/>
            <p:cNvSpPr/>
            <p:nvPr/>
          </p:nvSpPr>
          <p:spPr>
            <a:xfrm>
              <a:off x="4952050"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51"/>
            <p:cNvSpPr/>
            <p:nvPr/>
          </p:nvSpPr>
          <p:spPr>
            <a:xfrm>
              <a:off x="4943575" y="2531675"/>
              <a:ext cx="5750" cy="4900"/>
            </a:xfrm>
            <a:custGeom>
              <a:rect b="b" l="l" r="r" t="t"/>
              <a:pathLst>
                <a:path extrusionOk="0" h="196" w="23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51"/>
            <p:cNvSpPr/>
            <p:nvPr/>
          </p:nvSpPr>
          <p:spPr>
            <a:xfrm>
              <a:off x="4943625" y="2539400"/>
              <a:ext cx="5575" cy="4750"/>
            </a:xfrm>
            <a:custGeom>
              <a:rect b="b" l="l" r="r" t="t"/>
              <a:pathLst>
                <a:path extrusionOk="0" h="190" w="223">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51"/>
            <p:cNvSpPr/>
            <p:nvPr/>
          </p:nvSpPr>
          <p:spPr>
            <a:xfrm>
              <a:off x="4943575" y="2547175"/>
              <a:ext cx="5750" cy="4725"/>
            </a:xfrm>
            <a:custGeom>
              <a:rect b="b" l="l" r="r" t="t"/>
              <a:pathLst>
                <a:path extrusionOk="0" h="189" w="23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51"/>
            <p:cNvSpPr/>
            <p:nvPr/>
          </p:nvSpPr>
          <p:spPr>
            <a:xfrm>
              <a:off x="4943575"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51"/>
            <p:cNvSpPr/>
            <p:nvPr/>
          </p:nvSpPr>
          <p:spPr>
            <a:xfrm>
              <a:off x="4943575" y="2562500"/>
              <a:ext cx="5750" cy="4800"/>
            </a:xfrm>
            <a:custGeom>
              <a:rect b="b" l="l" r="r" t="t"/>
              <a:pathLst>
                <a:path extrusionOk="0" h="192" w="23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51"/>
            <p:cNvSpPr/>
            <p:nvPr/>
          </p:nvSpPr>
          <p:spPr>
            <a:xfrm>
              <a:off x="4943625" y="2570225"/>
              <a:ext cx="5700" cy="4750"/>
            </a:xfrm>
            <a:custGeom>
              <a:rect b="b" l="l" r="r" t="t"/>
              <a:pathLst>
                <a:path extrusionOk="0" h="190" w="228">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51"/>
            <p:cNvSpPr/>
            <p:nvPr/>
          </p:nvSpPr>
          <p:spPr>
            <a:xfrm>
              <a:off x="4943575"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0" name="Google Shape;1610;p51"/>
          <p:cNvGrpSpPr/>
          <p:nvPr/>
        </p:nvGrpSpPr>
        <p:grpSpPr>
          <a:xfrm>
            <a:off x="1955962" y="3346963"/>
            <a:ext cx="965351" cy="134611"/>
            <a:chOff x="4411970" y="2962952"/>
            <a:chExt cx="706544" cy="104212"/>
          </a:xfrm>
        </p:grpSpPr>
        <p:sp>
          <p:nvSpPr>
            <p:cNvPr id="1611" name="Google Shape;1611;p51"/>
            <p:cNvSpPr/>
            <p:nvPr/>
          </p:nvSpPr>
          <p:spPr>
            <a:xfrm>
              <a:off x="4583864" y="2962952"/>
              <a:ext cx="534651" cy="104077"/>
            </a:xfrm>
            <a:custGeom>
              <a:rect b="b" l="l" r="r" t="t"/>
              <a:pathLst>
                <a:path extrusionOk="0" h="2305" w="11841">
                  <a:moveTo>
                    <a:pt x="1155" y="0"/>
                  </a:moveTo>
                  <a:lnTo>
                    <a:pt x="0" y="2304"/>
                  </a:lnTo>
                  <a:lnTo>
                    <a:pt x="11410" y="2304"/>
                  </a:lnTo>
                  <a:lnTo>
                    <a:pt x="11840" y="1153"/>
                  </a:lnTo>
                  <a:lnTo>
                    <a:pt x="11410" y="0"/>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51"/>
            <p:cNvSpPr/>
            <p:nvPr/>
          </p:nvSpPr>
          <p:spPr>
            <a:xfrm>
              <a:off x="4411970" y="2963088"/>
              <a:ext cx="124124" cy="104077"/>
            </a:xfrm>
            <a:custGeom>
              <a:rect b="b" l="l" r="r" t="t"/>
              <a:pathLst>
                <a:path extrusionOk="0" h="2305" w="2749">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solidFill>
              <a:srgbClr val="CCD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51"/>
            <p:cNvSpPr/>
            <p:nvPr/>
          </p:nvSpPr>
          <p:spPr>
            <a:xfrm>
              <a:off x="4496946" y="2963133"/>
              <a:ext cx="79920" cy="104031"/>
            </a:xfrm>
            <a:custGeom>
              <a:rect b="b" l="l" r="r" t="t"/>
              <a:pathLst>
                <a:path extrusionOk="0" h="2304" w="1770">
                  <a:moveTo>
                    <a:pt x="1227" y="1"/>
                  </a:moveTo>
                  <a:lnTo>
                    <a:pt x="0" y="2304"/>
                  </a:lnTo>
                  <a:lnTo>
                    <a:pt x="542" y="2304"/>
                  </a:lnTo>
                  <a:lnTo>
                    <a:pt x="1770" y="1"/>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51"/>
            <p:cNvSpPr/>
            <p:nvPr/>
          </p:nvSpPr>
          <p:spPr>
            <a:xfrm>
              <a:off x="4537628" y="2963133"/>
              <a:ext cx="79965" cy="104031"/>
            </a:xfrm>
            <a:custGeom>
              <a:rect b="b" l="l" r="r" t="t"/>
              <a:pathLst>
                <a:path extrusionOk="0" h="2304" w="1771">
                  <a:moveTo>
                    <a:pt x="1229" y="1"/>
                  </a:moveTo>
                  <a:lnTo>
                    <a:pt x="1" y="2304"/>
                  </a:lnTo>
                  <a:lnTo>
                    <a:pt x="544" y="2304"/>
                  </a:lnTo>
                  <a:lnTo>
                    <a:pt x="1770" y="1"/>
                  </a:lnTo>
                  <a:close/>
                </a:path>
              </a:pathLst>
            </a:custGeom>
            <a:solidFill>
              <a:srgbClr val="E0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5" name="Google Shape;1615;p51"/>
          <p:cNvGrpSpPr/>
          <p:nvPr/>
        </p:nvGrpSpPr>
        <p:grpSpPr>
          <a:xfrm>
            <a:off x="1955962" y="2935877"/>
            <a:ext cx="960158" cy="289172"/>
            <a:chOff x="4411970" y="2726085"/>
            <a:chExt cx="643107" cy="193659"/>
          </a:xfrm>
        </p:grpSpPr>
        <p:sp>
          <p:nvSpPr>
            <p:cNvPr id="1616" name="Google Shape;1616;p51"/>
            <p:cNvSpPr/>
            <p:nvPr/>
          </p:nvSpPr>
          <p:spPr>
            <a:xfrm>
              <a:off x="4411970" y="2726085"/>
              <a:ext cx="118796" cy="193659"/>
            </a:xfrm>
            <a:custGeom>
              <a:rect b="b" l="l" r="r" t="t"/>
              <a:pathLst>
                <a:path extrusionOk="0" h="4289" w="2631">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51"/>
            <p:cNvSpPr/>
            <p:nvPr/>
          </p:nvSpPr>
          <p:spPr>
            <a:xfrm>
              <a:off x="4426058" y="2791601"/>
              <a:ext cx="36167" cy="62627"/>
            </a:xfrm>
            <a:custGeom>
              <a:rect b="b" l="l" r="r" t="t"/>
              <a:pathLst>
                <a:path extrusionOk="0" h="1387" w="801">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51"/>
            <p:cNvSpPr/>
            <p:nvPr/>
          </p:nvSpPr>
          <p:spPr>
            <a:xfrm>
              <a:off x="4456806" y="2743875"/>
              <a:ext cx="598271" cy="157989"/>
            </a:xfrm>
            <a:custGeom>
              <a:rect b="b" l="l" r="r" t="t"/>
              <a:pathLst>
                <a:path extrusionOk="0" h="3499" w="13250">
                  <a:moveTo>
                    <a:pt x="1" y="0"/>
                  </a:moveTo>
                  <a:lnTo>
                    <a:pt x="1495" y="1494"/>
                  </a:lnTo>
                  <a:cubicBezTo>
                    <a:pt x="1635" y="1635"/>
                    <a:pt x="1635" y="1866"/>
                    <a:pt x="1495" y="2007"/>
                  </a:cubicBezTo>
                  <a:lnTo>
                    <a:pt x="2" y="3499"/>
                  </a:lnTo>
                  <a:lnTo>
                    <a:pt x="11527" y="3499"/>
                  </a:lnTo>
                  <a:lnTo>
                    <a:pt x="13250" y="1750"/>
                  </a:lnTo>
                  <a:lnTo>
                    <a:pt x="11527"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9" name="Google Shape;1619;p51"/>
          <p:cNvGrpSpPr/>
          <p:nvPr/>
        </p:nvGrpSpPr>
        <p:grpSpPr>
          <a:xfrm>
            <a:off x="958854" y="3201987"/>
            <a:ext cx="833173" cy="259209"/>
            <a:chOff x="4411970" y="4340222"/>
            <a:chExt cx="779467" cy="242683"/>
          </a:xfrm>
        </p:grpSpPr>
        <p:sp>
          <p:nvSpPr>
            <p:cNvPr id="1620" name="Google Shape;1620;p51"/>
            <p:cNvSpPr/>
            <p:nvPr/>
          </p:nvSpPr>
          <p:spPr>
            <a:xfrm>
              <a:off x="4411970" y="4340222"/>
              <a:ext cx="121370" cy="121370"/>
            </a:xfrm>
            <a:custGeom>
              <a:rect b="b" l="l" r="r" t="t"/>
              <a:pathLst>
                <a:path extrusionOk="0" h="2688" w="2688">
                  <a:moveTo>
                    <a:pt x="2688" y="1"/>
                  </a:moveTo>
                  <a:cubicBezTo>
                    <a:pt x="1205" y="1"/>
                    <a:pt x="1" y="1203"/>
                    <a:pt x="1" y="2688"/>
                  </a:cubicBezTo>
                  <a:lnTo>
                    <a:pt x="379" y="2688"/>
                  </a:lnTo>
                  <a:cubicBezTo>
                    <a:pt x="379" y="1411"/>
                    <a:pt x="1413" y="379"/>
                    <a:pt x="2688" y="379"/>
                  </a:cubicBezTo>
                  <a:lnTo>
                    <a:pt x="26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51"/>
            <p:cNvSpPr/>
            <p:nvPr/>
          </p:nvSpPr>
          <p:spPr>
            <a:xfrm>
              <a:off x="4457032" y="4385284"/>
              <a:ext cx="152661" cy="152615"/>
            </a:xfrm>
            <a:custGeom>
              <a:rect b="b" l="l" r="r" t="t"/>
              <a:pathLst>
                <a:path extrusionOk="0" h="3380" w="3381">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51"/>
            <p:cNvSpPr/>
            <p:nvPr/>
          </p:nvSpPr>
          <p:spPr>
            <a:xfrm>
              <a:off x="4533392" y="4383749"/>
              <a:ext cx="658046" cy="199155"/>
            </a:xfrm>
            <a:custGeom>
              <a:rect b="b" l="l" r="r" t="t"/>
              <a:pathLst>
                <a:path extrusionOk="0" h="4997" w="16511">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3" name="Google Shape;1623;p51"/>
          <p:cNvGrpSpPr/>
          <p:nvPr/>
        </p:nvGrpSpPr>
        <p:grpSpPr>
          <a:xfrm>
            <a:off x="1955962" y="2597733"/>
            <a:ext cx="965160" cy="216230"/>
            <a:chOff x="4411970" y="2468674"/>
            <a:chExt cx="747317" cy="167425"/>
          </a:xfrm>
        </p:grpSpPr>
        <p:sp>
          <p:nvSpPr>
            <p:cNvPr id="1624" name="Google Shape;1624;p51"/>
            <p:cNvSpPr/>
            <p:nvPr/>
          </p:nvSpPr>
          <p:spPr>
            <a:xfrm>
              <a:off x="4411970" y="2468674"/>
              <a:ext cx="216235" cy="167425"/>
            </a:xfrm>
            <a:custGeom>
              <a:rect b="b" l="l" r="r" t="t"/>
              <a:pathLst>
                <a:path extrusionOk="0" h="3708" w="4789">
                  <a:moveTo>
                    <a:pt x="1" y="0"/>
                  </a:moveTo>
                  <a:lnTo>
                    <a:pt x="1" y="3707"/>
                  </a:lnTo>
                  <a:lnTo>
                    <a:pt x="3381" y="3707"/>
                  </a:lnTo>
                  <a:lnTo>
                    <a:pt x="4789" y="1853"/>
                  </a:lnTo>
                  <a:lnTo>
                    <a:pt x="3381"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51"/>
            <p:cNvSpPr/>
            <p:nvPr/>
          </p:nvSpPr>
          <p:spPr>
            <a:xfrm>
              <a:off x="4564629" y="2468674"/>
              <a:ext cx="594658" cy="167425"/>
            </a:xfrm>
            <a:custGeom>
              <a:rect b="b" l="l" r="r" t="t"/>
              <a:pathLst>
                <a:path extrusionOk="0" h="3708" w="13170">
                  <a:moveTo>
                    <a:pt x="0" y="0"/>
                  </a:moveTo>
                  <a:lnTo>
                    <a:pt x="1408" y="1853"/>
                  </a:lnTo>
                  <a:lnTo>
                    <a:pt x="0" y="3707"/>
                  </a:lnTo>
                  <a:lnTo>
                    <a:pt x="13169" y="3707"/>
                  </a:lnTo>
                  <a:lnTo>
                    <a:pt x="13169"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6" name="Google Shape;1626;p51"/>
          <p:cNvGrpSpPr/>
          <p:nvPr/>
        </p:nvGrpSpPr>
        <p:grpSpPr>
          <a:xfrm>
            <a:off x="954709" y="2502450"/>
            <a:ext cx="810451" cy="319148"/>
            <a:chOff x="4411970" y="3686602"/>
            <a:chExt cx="797845" cy="314215"/>
          </a:xfrm>
        </p:grpSpPr>
        <p:sp>
          <p:nvSpPr>
            <p:cNvPr id="1627" name="Google Shape;1627;p51"/>
            <p:cNvSpPr/>
            <p:nvPr/>
          </p:nvSpPr>
          <p:spPr>
            <a:xfrm>
              <a:off x="4411970" y="3780383"/>
              <a:ext cx="797845" cy="220435"/>
            </a:xfrm>
            <a:custGeom>
              <a:rect b="b" l="l" r="r" t="t"/>
              <a:pathLst>
                <a:path extrusionOk="0" h="4882" w="17670">
                  <a:moveTo>
                    <a:pt x="356" y="1"/>
                  </a:moveTo>
                  <a:cubicBezTo>
                    <a:pt x="159" y="1"/>
                    <a:pt x="1" y="161"/>
                    <a:pt x="1" y="356"/>
                  </a:cubicBezTo>
                  <a:lnTo>
                    <a:pt x="1" y="4881"/>
                  </a:lnTo>
                  <a:lnTo>
                    <a:pt x="17316" y="4881"/>
                  </a:lnTo>
                  <a:cubicBezTo>
                    <a:pt x="17511" y="4881"/>
                    <a:pt x="17670" y="4723"/>
                    <a:pt x="17670" y="4528"/>
                  </a:cubicBezTo>
                  <a:lnTo>
                    <a:pt x="17670"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51"/>
            <p:cNvSpPr/>
            <p:nvPr/>
          </p:nvSpPr>
          <p:spPr>
            <a:xfrm>
              <a:off x="4411970" y="3940447"/>
              <a:ext cx="60414" cy="60369"/>
            </a:xfrm>
            <a:custGeom>
              <a:rect b="b" l="l" r="r" t="t"/>
              <a:pathLst>
                <a:path extrusionOk="0" h="1337" w="1338">
                  <a:moveTo>
                    <a:pt x="1" y="1"/>
                  </a:moveTo>
                  <a:lnTo>
                    <a:pt x="1" y="1336"/>
                  </a:lnTo>
                  <a:lnTo>
                    <a:pt x="1338" y="1336"/>
                  </a:lnTo>
                  <a:lnTo>
                    <a:pt x="1"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51"/>
            <p:cNvSpPr/>
            <p:nvPr/>
          </p:nvSpPr>
          <p:spPr>
            <a:xfrm>
              <a:off x="4411970" y="3686602"/>
              <a:ext cx="228743" cy="228743"/>
            </a:xfrm>
            <a:custGeom>
              <a:rect b="b" l="l" r="r" t="t"/>
              <a:pathLst>
                <a:path extrusionOk="0" h="5066" w="5066">
                  <a:moveTo>
                    <a:pt x="2534" y="1"/>
                  </a:moveTo>
                  <a:cubicBezTo>
                    <a:pt x="1134" y="1"/>
                    <a:pt x="1" y="1134"/>
                    <a:pt x="1" y="2534"/>
                  </a:cubicBezTo>
                  <a:cubicBezTo>
                    <a:pt x="1" y="3932"/>
                    <a:pt x="1134" y="5066"/>
                    <a:pt x="2534" y="5066"/>
                  </a:cubicBezTo>
                  <a:cubicBezTo>
                    <a:pt x="3932" y="5066"/>
                    <a:pt x="5066" y="3932"/>
                    <a:pt x="5066" y="2534"/>
                  </a:cubicBezTo>
                  <a:cubicBezTo>
                    <a:pt x="5066" y="1134"/>
                    <a:pt x="3932" y="1"/>
                    <a:pt x="2534"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51"/>
            <p:cNvSpPr/>
            <p:nvPr/>
          </p:nvSpPr>
          <p:spPr>
            <a:xfrm>
              <a:off x="4442628" y="3717261"/>
              <a:ext cx="167425" cy="167425"/>
            </a:xfrm>
            <a:custGeom>
              <a:rect b="b" l="l" r="r" t="t"/>
              <a:pathLst>
                <a:path extrusionOk="0" h="3708" w="3708">
                  <a:moveTo>
                    <a:pt x="3708" y="1855"/>
                  </a:moveTo>
                  <a:cubicBezTo>
                    <a:pt x="3708" y="2878"/>
                    <a:pt x="2878" y="3708"/>
                    <a:pt x="1855" y="3708"/>
                  </a:cubicBezTo>
                  <a:cubicBezTo>
                    <a:pt x="832" y="3708"/>
                    <a:pt x="1" y="2878"/>
                    <a:pt x="1" y="1855"/>
                  </a:cubicBezTo>
                  <a:cubicBezTo>
                    <a:pt x="1" y="830"/>
                    <a:pt x="832" y="1"/>
                    <a:pt x="1855" y="1"/>
                  </a:cubicBezTo>
                  <a:cubicBezTo>
                    <a:pt x="2878" y="1"/>
                    <a:pt x="3708" y="830"/>
                    <a:pt x="3708" y="1855"/>
                  </a:cubicBezTo>
                  <a:close/>
                </a:path>
              </a:pathLst>
            </a:custGeom>
            <a:solidFill>
              <a:srgbClr val="222D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51"/>
            <p:cNvSpPr/>
            <p:nvPr/>
          </p:nvSpPr>
          <p:spPr>
            <a:xfrm>
              <a:off x="4455090" y="3729723"/>
              <a:ext cx="142546" cy="142546"/>
            </a:xfrm>
            <a:custGeom>
              <a:rect b="b" l="l" r="r" t="t"/>
              <a:pathLst>
                <a:path extrusionOk="0" h="3157" w="3157">
                  <a:moveTo>
                    <a:pt x="1579" y="0"/>
                  </a:moveTo>
                  <a:cubicBezTo>
                    <a:pt x="706" y="0"/>
                    <a:pt x="0" y="706"/>
                    <a:pt x="0" y="1579"/>
                  </a:cubicBezTo>
                  <a:cubicBezTo>
                    <a:pt x="0" y="2450"/>
                    <a:pt x="706" y="3156"/>
                    <a:pt x="1579" y="3156"/>
                  </a:cubicBezTo>
                  <a:cubicBezTo>
                    <a:pt x="2450" y="3156"/>
                    <a:pt x="3156" y="2450"/>
                    <a:pt x="3156" y="1579"/>
                  </a:cubicBezTo>
                  <a:cubicBezTo>
                    <a:pt x="3156" y="706"/>
                    <a:pt x="2450" y="0"/>
                    <a:pt x="157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32" name="Google Shape;1632;p51"/>
          <p:cNvSpPr/>
          <p:nvPr/>
        </p:nvSpPr>
        <p:spPr>
          <a:xfrm>
            <a:off x="947558" y="2911037"/>
            <a:ext cx="822545" cy="195833"/>
          </a:xfrm>
          <a:custGeom>
            <a:rect b="b" l="l" r="r" t="t"/>
            <a:pathLst>
              <a:path extrusionOk="0" h="4270" w="17936">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33" name="Google Shape;1633;p51"/>
          <p:cNvGrpSpPr/>
          <p:nvPr/>
        </p:nvGrpSpPr>
        <p:grpSpPr>
          <a:xfrm>
            <a:off x="954806" y="2256974"/>
            <a:ext cx="1970333" cy="208784"/>
            <a:chOff x="6336019" y="3733725"/>
            <a:chExt cx="2566206" cy="351310"/>
          </a:xfrm>
        </p:grpSpPr>
        <p:sp>
          <p:nvSpPr>
            <p:cNvPr id="1634" name="Google Shape;1634;p51"/>
            <p:cNvSpPr/>
            <p:nvPr/>
          </p:nvSpPr>
          <p:spPr>
            <a:xfrm>
              <a:off x="6336019" y="3733735"/>
              <a:ext cx="1881300" cy="351300"/>
            </a:xfrm>
            <a:prstGeom prst="homePlate">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51"/>
            <p:cNvSpPr/>
            <p:nvPr/>
          </p:nvSpPr>
          <p:spPr>
            <a:xfrm>
              <a:off x="80985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51"/>
            <p:cNvSpPr/>
            <p:nvPr/>
          </p:nvSpPr>
          <p:spPr>
            <a:xfrm>
              <a:off x="83271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51"/>
            <p:cNvSpPr/>
            <p:nvPr/>
          </p:nvSpPr>
          <p:spPr>
            <a:xfrm>
              <a:off x="85557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8" name="Google Shape;1638;p51"/>
          <p:cNvGrpSpPr/>
          <p:nvPr/>
        </p:nvGrpSpPr>
        <p:grpSpPr>
          <a:xfrm>
            <a:off x="1955962" y="3864529"/>
            <a:ext cx="946551" cy="153200"/>
            <a:chOff x="4404545" y="3301592"/>
            <a:chExt cx="782403" cy="129272"/>
          </a:xfrm>
        </p:grpSpPr>
        <p:sp>
          <p:nvSpPr>
            <p:cNvPr id="1639" name="Google Shape;1639;p51"/>
            <p:cNvSpPr/>
            <p:nvPr/>
          </p:nvSpPr>
          <p:spPr>
            <a:xfrm>
              <a:off x="4404545" y="3301592"/>
              <a:ext cx="782403"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51"/>
            <p:cNvSpPr/>
            <p:nvPr/>
          </p:nvSpPr>
          <p:spPr>
            <a:xfrm>
              <a:off x="4416034" y="3308320"/>
              <a:ext cx="120286" cy="11572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1" name="Google Shape;1641;p51"/>
          <p:cNvGrpSpPr/>
          <p:nvPr/>
        </p:nvGrpSpPr>
        <p:grpSpPr>
          <a:xfrm>
            <a:off x="1955962" y="3603488"/>
            <a:ext cx="962257" cy="139127"/>
            <a:chOff x="4411970" y="3131459"/>
            <a:chExt cx="710520" cy="117397"/>
          </a:xfrm>
        </p:grpSpPr>
        <p:sp>
          <p:nvSpPr>
            <p:cNvPr id="1642" name="Google Shape;1642;p51"/>
            <p:cNvSpPr/>
            <p:nvPr/>
          </p:nvSpPr>
          <p:spPr>
            <a:xfrm>
              <a:off x="4411970" y="3131459"/>
              <a:ext cx="710520" cy="117397"/>
            </a:xfrm>
            <a:custGeom>
              <a:rect b="b" l="l" r="r" t="t"/>
              <a:pathLst>
                <a:path extrusionOk="0" h="2600" w="15736">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51"/>
            <p:cNvSpPr/>
            <p:nvPr/>
          </p:nvSpPr>
          <p:spPr>
            <a:xfrm>
              <a:off x="4411970" y="3131459"/>
              <a:ext cx="168012" cy="117397"/>
            </a:xfrm>
            <a:custGeom>
              <a:rect b="b" l="l" r="r" t="t"/>
              <a:pathLst>
                <a:path extrusionOk="0" h="2600" w="3721">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descr="Timeline background shape" id="1644" name="Google Shape;1644;p51"/>
          <p:cNvSpPr/>
          <p:nvPr/>
        </p:nvSpPr>
        <p:spPr>
          <a:xfrm>
            <a:off x="1955962" y="4139643"/>
            <a:ext cx="960300" cy="153000"/>
          </a:xfrm>
          <a:prstGeom prst="homePlate">
            <a:avLst>
              <a:gd fmla="val 50000" name="adj"/>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45" name="Google Shape;1645;p51"/>
          <p:cNvGrpSpPr/>
          <p:nvPr/>
        </p:nvGrpSpPr>
        <p:grpSpPr>
          <a:xfrm>
            <a:off x="956107" y="3538282"/>
            <a:ext cx="823838" cy="458988"/>
            <a:chOff x="4411970" y="1801825"/>
            <a:chExt cx="734586" cy="409262"/>
          </a:xfrm>
        </p:grpSpPr>
        <p:sp>
          <p:nvSpPr>
            <p:cNvPr id="1646" name="Google Shape;1646;p51"/>
            <p:cNvSpPr/>
            <p:nvPr/>
          </p:nvSpPr>
          <p:spPr>
            <a:xfrm>
              <a:off x="4411970" y="1801825"/>
              <a:ext cx="734586" cy="409262"/>
            </a:xfrm>
            <a:custGeom>
              <a:rect b="b" l="l" r="r" t="t"/>
              <a:pathLst>
                <a:path extrusionOk="0" h="9064" w="16269">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51"/>
            <p:cNvSpPr/>
            <p:nvPr/>
          </p:nvSpPr>
          <p:spPr>
            <a:xfrm>
              <a:off x="4411970" y="1801825"/>
              <a:ext cx="184087" cy="330923"/>
            </a:xfrm>
            <a:custGeom>
              <a:rect b="b" l="l" r="r" t="t"/>
              <a:pathLst>
                <a:path extrusionOk="0" h="7329" w="4077">
                  <a:moveTo>
                    <a:pt x="428" y="0"/>
                  </a:moveTo>
                  <a:cubicBezTo>
                    <a:pt x="193" y="0"/>
                    <a:pt x="2" y="191"/>
                    <a:pt x="2" y="428"/>
                  </a:cubicBezTo>
                  <a:lnTo>
                    <a:pt x="2" y="6900"/>
                  </a:lnTo>
                  <a:cubicBezTo>
                    <a:pt x="1" y="7136"/>
                    <a:pt x="193" y="7328"/>
                    <a:pt x="428" y="7328"/>
                  </a:cubicBezTo>
                  <a:lnTo>
                    <a:pt x="4076" y="7328"/>
                  </a:lnTo>
                  <a:lnTo>
                    <a:pt x="407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8" name="Google Shape;1648;p51"/>
          <p:cNvGrpSpPr/>
          <p:nvPr/>
        </p:nvGrpSpPr>
        <p:grpSpPr>
          <a:xfrm>
            <a:off x="956107" y="4086708"/>
            <a:ext cx="856348" cy="212039"/>
            <a:chOff x="4411970" y="2233974"/>
            <a:chExt cx="763574" cy="189068"/>
          </a:xfrm>
        </p:grpSpPr>
        <p:sp>
          <p:nvSpPr>
            <p:cNvPr id="1649" name="Google Shape;1649;p51"/>
            <p:cNvSpPr/>
            <p:nvPr/>
          </p:nvSpPr>
          <p:spPr>
            <a:xfrm>
              <a:off x="4411970" y="2278599"/>
              <a:ext cx="763574" cy="144443"/>
            </a:xfrm>
            <a:custGeom>
              <a:rect b="b" l="l" r="r" t="t"/>
              <a:pathLst>
                <a:path extrusionOk="0" h="3199" w="16911">
                  <a:moveTo>
                    <a:pt x="1" y="1"/>
                  </a:moveTo>
                  <a:lnTo>
                    <a:pt x="1" y="3198"/>
                  </a:lnTo>
                  <a:lnTo>
                    <a:pt x="16911" y="3198"/>
                  </a:lnTo>
                  <a:lnTo>
                    <a:pt x="1691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51"/>
            <p:cNvSpPr/>
            <p:nvPr/>
          </p:nvSpPr>
          <p:spPr>
            <a:xfrm>
              <a:off x="4411970" y="2233974"/>
              <a:ext cx="262291" cy="144443"/>
            </a:xfrm>
            <a:custGeom>
              <a:rect b="b" l="l" r="r" t="t"/>
              <a:pathLst>
                <a:path extrusionOk="0" h="3199" w="5809">
                  <a:moveTo>
                    <a:pt x="1" y="1"/>
                  </a:moveTo>
                  <a:lnTo>
                    <a:pt x="1" y="3198"/>
                  </a:lnTo>
                  <a:lnTo>
                    <a:pt x="5809" y="3198"/>
                  </a:lnTo>
                  <a:lnTo>
                    <a:pt x="4195"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1" name="Google Shape;1651;p51"/>
          <p:cNvGrpSpPr/>
          <p:nvPr/>
        </p:nvGrpSpPr>
        <p:grpSpPr>
          <a:xfrm>
            <a:off x="3066303" y="2262044"/>
            <a:ext cx="511602" cy="511602"/>
            <a:chOff x="5681300" y="2527788"/>
            <a:chExt cx="805800" cy="805800"/>
          </a:xfrm>
        </p:grpSpPr>
        <p:sp>
          <p:nvSpPr>
            <p:cNvPr id="1652" name="Google Shape;1652;p51"/>
            <p:cNvSpPr/>
            <p:nvPr/>
          </p:nvSpPr>
          <p:spPr>
            <a:xfrm>
              <a:off x="5681300" y="2527788"/>
              <a:ext cx="805800" cy="8058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51"/>
            <p:cNvSpPr/>
            <p:nvPr/>
          </p:nvSpPr>
          <p:spPr>
            <a:xfrm>
              <a:off x="5681300" y="2527788"/>
              <a:ext cx="805800" cy="805800"/>
            </a:xfrm>
            <a:prstGeom prst="pie">
              <a:avLst>
                <a:gd fmla="val 0" name="adj1"/>
                <a:gd fmla="val 16200000"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4" name="Google Shape;1654;p51"/>
          <p:cNvGrpSpPr/>
          <p:nvPr/>
        </p:nvGrpSpPr>
        <p:grpSpPr>
          <a:xfrm>
            <a:off x="3063497" y="3028627"/>
            <a:ext cx="513021" cy="512935"/>
            <a:chOff x="4049800" y="640400"/>
            <a:chExt cx="858900" cy="858900"/>
          </a:xfrm>
        </p:grpSpPr>
        <p:sp>
          <p:nvSpPr>
            <p:cNvPr id="1655" name="Google Shape;1655;p51"/>
            <p:cNvSpPr/>
            <p:nvPr/>
          </p:nvSpPr>
          <p:spPr>
            <a:xfrm>
              <a:off x="4049800" y="640400"/>
              <a:ext cx="858900" cy="858900"/>
            </a:xfrm>
            <a:prstGeom prst="donut">
              <a:avLst>
                <a:gd fmla="val 25000" name="adj"/>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51"/>
            <p:cNvSpPr/>
            <p:nvPr/>
          </p:nvSpPr>
          <p:spPr>
            <a:xfrm>
              <a:off x="4049800" y="640400"/>
              <a:ext cx="858900" cy="858900"/>
            </a:xfrm>
            <a:prstGeom prst="blockArc">
              <a:avLst>
                <a:gd fmla="val 7914150" name="adj1"/>
                <a:gd fmla="val 0" name="adj2"/>
                <a:gd fmla="val 25000" name="adj3"/>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7" name="Google Shape;1657;p51"/>
          <p:cNvGrpSpPr/>
          <p:nvPr/>
        </p:nvGrpSpPr>
        <p:grpSpPr>
          <a:xfrm>
            <a:off x="2980696" y="3680519"/>
            <a:ext cx="686489" cy="686585"/>
            <a:chOff x="5080188" y="927900"/>
            <a:chExt cx="961200" cy="961200"/>
          </a:xfrm>
        </p:grpSpPr>
        <p:sp>
          <p:nvSpPr>
            <p:cNvPr id="1658" name="Google Shape;1658;p51"/>
            <p:cNvSpPr/>
            <p:nvPr/>
          </p:nvSpPr>
          <p:spPr>
            <a:xfrm>
              <a:off x="5201900" y="1050116"/>
              <a:ext cx="716700" cy="716700"/>
            </a:xfrm>
            <a:prstGeom prst="donut">
              <a:avLst>
                <a:gd fmla="val 4716"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51"/>
            <p:cNvSpPr/>
            <p:nvPr/>
          </p:nvSpPr>
          <p:spPr>
            <a:xfrm>
              <a:off x="5269594" y="1117818"/>
              <a:ext cx="581100" cy="581100"/>
            </a:xfrm>
            <a:prstGeom prst="donut">
              <a:avLst>
                <a:gd fmla="val 5814"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51"/>
            <p:cNvSpPr/>
            <p:nvPr/>
          </p:nvSpPr>
          <p:spPr>
            <a:xfrm>
              <a:off x="5339279" y="1187526"/>
              <a:ext cx="441900" cy="441600"/>
            </a:xfrm>
            <a:prstGeom prst="donut">
              <a:avLst>
                <a:gd fmla="val 7648"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51"/>
            <p:cNvSpPr/>
            <p:nvPr/>
          </p:nvSpPr>
          <p:spPr>
            <a:xfrm>
              <a:off x="5414892" y="1263155"/>
              <a:ext cx="290700" cy="290700"/>
            </a:xfrm>
            <a:prstGeom prst="donut">
              <a:avLst>
                <a:gd fmla="val 10182"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51"/>
            <p:cNvSpPr/>
            <p:nvPr/>
          </p:nvSpPr>
          <p:spPr>
            <a:xfrm rot="-3809958">
              <a:off x="5202435" y="1050148"/>
              <a:ext cx="716705" cy="716705"/>
            </a:xfrm>
            <a:prstGeom prst="blockArc">
              <a:avLst>
                <a:gd fmla="val 5266439" name="adj1"/>
                <a:gd fmla="val 19995741" name="adj2"/>
                <a:gd fmla="val 4692"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51"/>
            <p:cNvSpPr/>
            <p:nvPr/>
          </p:nvSpPr>
          <p:spPr>
            <a:xfrm rot="-3906059">
              <a:off x="5269616" y="1117617"/>
              <a:ext cx="581445" cy="581445"/>
            </a:xfrm>
            <a:prstGeom prst="blockArc">
              <a:avLst>
                <a:gd fmla="val 3085776" name="adj1"/>
                <a:gd fmla="val 20100839" name="adj2"/>
                <a:gd fmla="val 5564"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51"/>
            <p:cNvSpPr/>
            <p:nvPr/>
          </p:nvSpPr>
          <p:spPr>
            <a:xfrm rot="-4222340">
              <a:off x="5339825" y="1187386"/>
              <a:ext cx="442087" cy="442087"/>
            </a:xfrm>
            <a:prstGeom prst="blockArc">
              <a:avLst>
                <a:gd fmla="val 8884448" name="adj1"/>
                <a:gd fmla="val 20414899" name="adj2"/>
                <a:gd fmla="val 7688"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51"/>
            <p:cNvSpPr/>
            <p:nvPr/>
          </p:nvSpPr>
          <p:spPr>
            <a:xfrm rot="-4538880">
              <a:off x="5414922" y="1262925"/>
              <a:ext cx="290465" cy="290465"/>
            </a:xfrm>
            <a:prstGeom prst="blockArc">
              <a:avLst>
                <a:gd fmla="val 6490304" name="adj1"/>
                <a:gd fmla="val 20700625" name="adj2"/>
                <a:gd fmla="val 10156"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6" name="Google Shape;1666;p51"/>
          <p:cNvGrpSpPr/>
          <p:nvPr/>
        </p:nvGrpSpPr>
        <p:grpSpPr>
          <a:xfrm>
            <a:off x="3763848" y="3773248"/>
            <a:ext cx="510373" cy="510937"/>
            <a:chOff x="7508249" y="1522825"/>
            <a:chExt cx="1326332" cy="1322987"/>
          </a:xfrm>
        </p:grpSpPr>
        <p:sp>
          <p:nvSpPr>
            <p:cNvPr id="1667" name="Google Shape;1667;p51"/>
            <p:cNvSpPr/>
            <p:nvPr/>
          </p:nvSpPr>
          <p:spPr>
            <a:xfrm>
              <a:off x="8036275" y="1522825"/>
              <a:ext cx="568251" cy="419545"/>
            </a:xfrm>
            <a:custGeom>
              <a:rect b="b" l="l" r="r" t="t"/>
              <a:pathLst>
                <a:path extrusionOk="0" h="57354" w="77683">
                  <a:moveTo>
                    <a:pt x="18272" y="0"/>
                  </a:moveTo>
                  <a:cubicBezTo>
                    <a:pt x="17902" y="0"/>
                    <a:pt x="17532" y="2"/>
                    <a:pt x="17161" y="7"/>
                  </a:cubicBezTo>
                  <a:cubicBezTo>
                    <a:pt x="11496" y="71"/>
                    <a:pt x="5756" y="673"/>
                    <a:pt x="1" y="1850"/>
                  </a:cubicBezTo>
                  <a:lnTo>
                    <a:pt x="9295" y="47323"/>
                  </a:lnTo>
                  <a:lnTo>
                    <a:pt x="9299" y="47323"/>
                  </a:lnTo>
                  <a:cubicBezTo>
                    <a:pt x="12272" y="46715"/>
                    <a:pt x="13499" y="46536"/>
                    <a:pt x="16407" y="46536"/>
                  </a:cubicBezTo>
                  <a:cubicBezTo>
                    <a:pt x="16418" y="46536"/>
                    <a:pt x="16429" y="46536"/>
                    <a:pt x="16440" y="46536"/>
                  </a:cubicBezTo>
                  <a:lnTo>
                    <a:pt x="18189" y="46511"/>
                  </a:lnTo>
                  <a:lnTo>
                    <a:pt x="18193" y="46511"/>
                  </a:lnTo>
                  <a:cubicBezTo>
                    <a:pt x="27852" y="46511"/>
                    <a:pt x="36781" y="49623"/>
                    <a:pt x="44036" y="54905"/>
                  </a:cubicBezTo>
                  <a:lnTo>
                    <a:pt x="44057" y="54878"/>
                  </a:lnTo>
                  <a:cubicBezTo>
                    <a:pt x="45130" y="55658"/>
                    <a:pt x="46165" y="56484"/>
                    <a:pt x="47159" y="57353"/>
                  </a:cubicBezTo>
                  <a:lnTo>
                    <a:pt x="77683" y="22389"/>
                  </a:lnTo>
                  <a:cubicBezTo>
                    <a:pt x="73099" y="18379"/>
                    <a:pt x="68099" y="14821"/>
                    <a:pt x="62744" y="11787"/>
                  </a:cubicBezTo>
                  <a:lnTo>
                    <a:pt x="62752" y="11772"/>
                  </a:lnTo>
                  <a:cubicBezTo>
                    <a:pt x="49514" y="4246"/>
                    <a:pt x="34283" y="0"/>
                    <a:pt x="18272"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51"/>
            <p:cNvSpPr/>
            <p:nvPr/>
          </p:nvSpPr>
          <p:spPr>
            <a:xfrm>
              <a:off x="8358375" y="1649762"/>
              <a:ext cx="456039" cy="463215"/>
            </a:xfrm>
            <a:custGeom>
              <a:rect b="b" l="l" r="r" t="t"/>
              <a:pathLst>
                <a:path extrusionOk="0" h="63324" w="62343">
                  <a:moveTo>
                    <a:pt x="27281" y="1"/>
                  </a:moveTo>
                  <a:lnTo>
                    <a:pt x="0" y="37551"/>
                  </a:lnTo>
                  <a:cubicBezTo>
                    <a:pt x="7426" y="42952"/>
                    <a:pt x="13092" y="50620"/>
                    <a:pt x="15988" y="59535"/>
                  </a:cubicBezTo>
                  <a:lnTo>
                    <a:pt x="16033" y="59519"/>
                  </a:lnTo>
                  <a:cubicBezTo>
                    <a:pt x="16439" y="60766"/>
                    <a:pt x="16790" y="62034"/>
                    <a:pt x="17084" y="63324"/>
                  </a:cubicBezTo>
                  <a:lnTo>
                    <a:pt x="62342" y="52975"/>
                  </a:lnTo>
                  <a:cubicBezTo>
                    <a:pt x="58048" y="34190"/>
                    <a:pt x="47853" y="17453"/>
                    <a:pt x="33650" y="5035"/>
                  </a:cubicBezTo>
                  <a:lnTo>
                    <a:pt x="33624" y="5063"/>
                  </a:lnTo>
                  <a:cubicBezTo>
                    <a:pt x="31588" y="3283"/>
                    <a:pt x="29473" y="1593"/>
                    <a:pt x="2728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51"/>
            <p:cNvSpPr/>
            <p:nvPr/>
          </p:nvSpPr>
          <p:spPr>
            <a:xfrm>
              <a:off x="8465584" y="1980292"/>
              <a:ext cx="368998" cy="464042"/>
            </a:xfrm>
            <a:custGeom>
              <a:rect b="b" l="l" r="r" t="t"/>
              <a:pathLst>
                <a:path extrusionOk="0" h="63437" w="50444">
                  <a:moveTo>
                    <a:pt x="45483" y="0"/>
                  </a:moveTo>
                  <a:lnTo>
                    <a:pt x="1331" y="14347"/>
                  </a:lnTo>
                  <a:cubicBezTo>
                    <a:pt x="2720" y="18628"/>
                    <a:pt x="3473" y="23193"/>
                    <a:pt x="3473" y="27937"/>
                  </a:cubicBezTo>
                  <a:cubicBezTo>
                    <a:pt x="3473" y="32680"/>
                    <a:pt x="2721" y="37247"/>
                    <a:pt x="1331" y="41526"/>
                  </a:cubicBezTo>
                  <a:lnTo>
                    <a:pt x="1331" y="41531"/>
                  </a:lnTo>
                  <a:lnTo>
                    <a:pt x="1373" y="41544"/>
                  </a:lnTo>
                  <a:cubicBezTo>
                    <a:pt x="968" y="42791"/>
                    <a:pt x="509" y="44013"/>
                    <a:pt x="1" y="45206"/>
                  </a:cubicBezTo>
                  <a:lnTo>
                    <a:pt x="1" y="45210"/>
                  </a:lnTo>
                  <a:lnTo>
                    <a:pt x="42698" y="63436"/>
                  </a:lnTo>
                  <a:cubicBezTo>
                    <a:pt x="46328" y="54928"/>
                    <a:pt x="48703" y="45713"/>
                    <a:pt x="49573" y="36003"/>
                  </a:cubicBezTo>
                  <a:cubicBezTo>
                    <a:pt x="50444" y="26293"/>
                    <a:pt x="49743" y="16805"/>
                    <a:pt x="47685" y="7787"/>
                  </a:cubicBezTo>
                  <a:lnTo>
                    <a:pt x="47630" y="7800"/>
                  </a:lnTo>
                  <a:cubicBezTo>
                    <a:pt x="47029" y="5154"/>
                    <a:pt x="46310" y="2552"/>
                    <a:pt x="4548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51"/>
            <p:cNvSpPr/>
            <p:nvPr/>
          </p:nvSpPr>
          <p:spPr>
            <a:xfrm>
              <a:off x="8334786" y="2284073"/>
              <a:ext cx="463522" cy="468043"/>
            </a:xfrm>
            <a:custGeom>
              <a:rect b="b" l="l" r="r" t="t"/>
              <a:pathLst>
                <a:path extrusionOk="0" h="63984" w="63366">
                  <a:moveTo>
                    <a:pt x="19213" y="1"/>
                  </a:moveTo>
                  <a:cubicBezTo>
                    <a:pt x="16318" y="8917"/>
                    <a:pt x="10652" y="16583"/>
                    <a:pt x="3228" y="21984"/>
                  </a:cubicBezTo>
                  <a:lnTo>
                    <a:pt x="3243" y="22007"/>
                  </a:lnTo>
                  <a:cubicBezTo>
                    <a:pt x="2194" y="22766"/>
                    <a:pt x="1113" y="23483"/>
                    <a:pt x="0" y="24149"/>
                  </a:cubicBezTo>
                  <a:lnTo>
                    <a:pt x="23817" y="63984"/>
                  </a:lnTo>
                  <a:cubicBezTo>
                    <a:pt x="40003" y="54290"/>
                    <a:pt x="53013" y="39632"/>
                    <a:pt x="60578" y="21909"/>
                  </a:cubicBezTo>
                  <a:lnTo>
                    <a:pt x="60578" y="21907"/>
                  </a:lnTo>
                  <a:lnTo>
                    <a:pt x="60533" y="21888"/>
                  </a:lnTo>
                  <a:cubicBezTo>
                    <a:pt x="61585" y="19427"/>
                    <a:pt x="62530" y="16912"/>
                    <a:pt x="63363" y="14345"/>
                  </a:cubicBezTo>
                  <a:lnTo>
                    <a:pt x="63363" y="14344"/>
                  </a:lnTo>
                  <a:lnTo>
                    <a:pt x="63365" y="14344"/>
                  </a:lnTo>
                  <a:lnTo>
                    <a:pt x="19213"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51"/>
            <p:cNvSpPr/>
            <p:nvPr/>
          </p:nvSpPr>
          <p:spPr>
            <a:xfrm>
              <a:off x="8110685" y="2444876"/>
              <a:ext cx="447276" cy="400935"/>
            </a:xfrm>
            <a:custGeom>
              <a:rect b="b" l="l" r="r" t="t"/>
              <a:pathLst>
                <a:path extrusionOk="0" h="54810" w="61145">
                  <a:moveTo>
                    <a:pt x="33866" y="0"/>
                  </a:moveTo>
                  <a:cubicBezTo>
                    <a:pt x="26611" y="5284"/>
                    <a:pt x="17677" y="8398"/>
                    <a:pt x="8020" y="8398"/>
                  </a:cubicBezTo>
                  <a:lnTo>
                    <a:pt x="8016" y="8398"/>
                  </a:lnTo>
                  <a:lnTo>
                    <a:pt x="8016" y="8399"/>
                  </a:lnTo>
                  <a:cubicBezTo>
                    <a:pt x="6736" y="8396"/>
                    <a:pt x="5444" y="8338"/>
                    <a:pt x="4145" y="8221"/>
                  </a:cubicBezTo>
                  <a:lnTo>
                    <a:pt x="4142" y="8221"/>
                  </a:lnTo>
                  <a:lnTo>
                    <a:pt x="1" y="54444"/>
                  </a:lnTo>
                  <a:lnTo>
                    <a:pt x="3" y="54444"/>
                  </a:lnTo>
                  <a:cubicBezTo>
                    <a:pt x="2745" y="54689"/>
                    <a:pt x="5470" y="54810"/>
                    <a:pt x="8171" y="54810"/>
                  </a:cubicBezTo>
                  <a:cubicBezTo>
                    <a:pt x="24948" y="54810"/>
                    <a:pt x="40828" y="50164"/>
                    <a:pt x="54456" y="42000"/>
                  </a:cubicBezTo>
                  <a:lnTo>
                    <a:pt x="54445" y="41982"/>
                  </a:lnTo>
                  <a:cubicBezTo>
                    <a:pt x="56748" y="40604"/>
                    <a:pt x="58982" y="39124"/>
                    <a:pt x="61144" y="37550"/>
                  </a:cubicBezTo>
                  <a:lnTo>
                    <a:pt x="33866"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51"/>
            <p:cNvSpPr/>
            <p:nvPr/>
          </p:nvSpPr>
          <p:spPr>
            <a:xfrm>
              <a:off x="7734911" y="2426963"/>
              <a:ext cx="434445" cy="418813"/>
            </a:xfrm>
            <a:custGeom>
              <a:rect b="b" l="l" r="r" t="t"/>
              <a:pathLst>
                <a:path extrusionOk="0" h="57254" w="59391">
                  <a:moveTo>
                    <a:pt x="30519" y="1"/>
                  </a:moveTo>
                  <a:lnTo>
                    <a:pt x="1" y="34961"/>
                  </a:lnTo>
                  <a:cubicBezTo>
                    <a:pt x="2014" y="36723"/>
                    <a:pt x="4109" y="38397"/>
                    <a:pt x="6278" y="39979"/>
                  </a:cubicBezTo>
                  <a:lnTo>
                    <a:pt x="6266" y="39995"/>
                  </a:lnTo>
                  <a:cubicBezTo>
                    <a:pt x="21176" y="50851"/>
                    <a:pt x="39536" y="57253"/>
                    <a:pt x="59390" y="57253"/>
                  </a:cubicBezTo>
                  <a:lnTo>
                    <a:pt x="59390" y="10847"/>
                  </a:lnTo>
                  <a:cubicBezTo>
                    <a:pt x="58084" y="10847"/>
                    <a:pt x="56791" y="10791"/>
                    <a:pt x="55514" y="10678"/>
                  </a:cubicBezTo>
                  <a:lnTo>
                    <a:pt x="55514" y="10671"/>
                  </a:lnTo>
                  <a:cubicBezTo>
                    <a:pt x="45890" y="9810"/>
                    <a:pt x="37274" y="5908"/>
                    <a:pt x="3051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51"/>
            <p:cNvSpPr/>
            <p:nvPr/>
          </p:nvSpPr>
          <p:spPr>
            <a:xfrm>
              <a:off x="7525051" y="2256329"/>
              <a:ext cx="455242" cy="463215"/>
            </a:xfrm>
            <a:custGeom>
              <a:rect b="b" l="l" r="r" t="t"/>
              <a:pathLst>
                <a:path extrusionOk="0" h="63324" w="62234">
                  <a:moveTo>
                    <a:pt x="45259" y="0"/>
                  </a:moveTo>
                  <a:lnTo>
                    <a:pt x="0" y="10349"/>
                  </a:lnTo>
                  <a:cubicBezTo>
                    <a:pt x="602" y="12981"/>
                    <a:pt x="1320" y="15573"/>
                    <a:pt x="2148" y="18119"/>
                  </a:cubicBezTo>
                  <a:lnTo>
                    <a:pt x="2101" y="18136"/>
                  </a:lnTo>
                  <a:cubicBezTo>
                    <a:pt x="8054" y="36464"/>
                    <a:pt x="19701" y="52224"/>
                    <a:pt x="34955" y="63323"/>
                  </a:cubicBezTo>
                  <a:lnTo>
                    <a:pt x="62234" y="25777"/>
                  </a:lnTo>
                  <a:cubicBezTo>
                    <a:pt x="61184" y="25014"/>
                    <a:pt x="60169" y="24203"/>
                    <a:pt x="59191" y="23352"/>
                  </a:cubicBezTo>
                  <a:lnTo>
                    <a:pt x="59211" y="23327"/>
                  </a:lnTo>
                  <a:cubicBezTo>
                    <a:pt x="52302" y="17286"/>
                    <a:pt x="47344" y="9145"/>
                    <a:pt x="45259"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51"/>
            <p:cNvSpPr/>
            <p:nvPr/>
          </p:nvSpPr>
          <p:spPr>
            <a:xfrm>
              <a:off x="7508249" y="1924972"/>
              <a:ext cx="365633" cy="464042"/>
            </a:xfrm>
            <a:custGeom>
              <a:rect b="b" l="l" r="r" t="t"/>
              <a:pathLst>
                <a:path extrusionOk="0" h="63437" w="49984">
                  <a:moveTo>
                    <a:pt x="7285" y="1"/>
                  </a:moveTo>
                  <a:cubicBezTo>
                    <a:pt x="6231" y="2469"/>
                    <a:pt x="5284" y="4998"/>
                    <a:pt x="4449" y="7580"/>
                  </a:cubicBezTo>
                  <a:lnTo>
                    <a:pt x="4399" y="7563"/>
                  </a:lnTo>
                  <a:cubicBezTo>
                    <a:pt x="1543" y="16362"/>
                    <a:pt x="0" y="25750"/>
                    <a:pt x="0" y="35500"/>
                  </a:cubicBezTo>
                  <a:cubicBezTo>
                    <a:pt x="0" y="45248"/>
                    <a:pt x="1544" y="54639"/>
                    <a:pt x="4399" y="63437"/>
                  </a:cubicBezTo>
                  <a:lnTo>
                    <a:pt x="48589" y="49094"/>
                  </a:lnTo>
                  <a:cubicBezTo>
                    <a:pt x="48188" y="47857"/>
                    <a:pt x="47557" y="45303"/>
                    <a:pt x="47557" y="45303"/>
                  </a:cubicBezTo>
                  <a:cubicBezTo>
                    <a:pt x="46556" y="40915"/>
                    <a:pt x="46213" y="36301"/>
                    <a:pt x="46638" y="31576"/>
                  </a:cubicBezTo>
                  <a:cubicBezTo>
                    <a:pt x="47061" y="26851"/>
                    <a:pt x="48217" y="22370"/>
                    <a:pt x="49984" y="18231"/>
                  </a:cubicBezTo>
                  <a:lnTo>
                    <a:pt x="7285"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51"/>
            <p:cNvSpPr/>
            <p:nvPr/>
          </p:nvSpPr>
          <p:spPr>
            <a:xfrm>
              <a:off x="7540418" y="1617212"/>
              <a:ext cx="464261" cy="468058"/>
            </a:xfrm>
            <a:custGeom>
              <a:rect b="b" l="l" r="r" t="t"/>
              <a:pathLst>
                <a:path extrusionOk="0" h="63986" w="63467">
                  <a:moveTo>
                    <a:pt x="39644" y="0"/>
                  </a:moveTo>
                  <a:cubicBezTo>
                    <a:pt x="37320" y="1393"/>
                    <a:pt x="35061" y="2888"/>
                    <a:pt x="32875" y="4480"/>
                  </a:cubicBezTo>
                  <a:lnTo>
                    <a:pt x="32854" y="4452"/>
                  </a:lnTo>
                  <a:cubicBezTo>
                    <a:pt x="17600" y="15554"/>
                    <a:pt x="5953" y="31315"/>
                    <a:pt x="1" y="49638"/>
                  </a:cubicBezTo>
                  <a:lnTo>
                    <a:pt x="44153" y="63985"/>
                  </a:lnTo>
                  <a:cubicBezTo>
                    <a:pt x="44561" y="62727"/>
                    <a:pt x="45025" y="61492"/>
                    <a:pt x="45542" y="60287"/>
                  </a:cubicBezTo>
                  <a:lnTo>
                    <a:pt x="45586" y="60306"/>
                  </a:lnTo>
                  <a:cubicBezTo>
                    <a:pt x="49265" y="51684"/>
                    <a:pt x="55592" y="44553"/>
                    <a:pt x="63466" y="39836"/>
                  </a:cubicBezTo>
                  <a:lnTo>
                    <a:pt x="39644"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51"/>
            <p:cNvSpPr/>
            <p:nvPr/>
          </p:nvSpPr>
          <p:spPr>
            <a:xfrm>
              <a:off x="7780728" y="1524076"/>
              <a:ext cx="374828" cy="400379"/>
            </a:xfrm>
            <a:custGeom>
              <a:rect b="b" l="l" r="r" t="t"/>
              <a:pathLst>
                <a:path extrusionOk="0" h="54734" w="51241">
                  <a:moveTo>
                    <a:pt x="49286" y="0"/>
                  </a:moveTo>
                  <a:cubicBezTo>
                    <a:pt x="45747" y="149"/>
                    <a:pt x="42254" y="504"/>
                    <a:pt x="38820" y="1053"/>
                  </a:cubicBezTo>
                  <a:cubicBezTo>
                    <a:pt x="24474" y="3334"/>
                    <a:pt x="11256" y="8993"/>
                    <a:pt x="0" y="17185"/>
                  </a:cubicBezTo>
                  <a:lnTo>
                    <a:pt x="27281" y="54734"/>
                  </a:lnTo>
                  <a:cubicBezTo>
                    <a:pt x="27368" y="54663"/>
                    <a:pt x="27661" y="54495"/>
                    <a:pt x="28118" y="54252"/>
                  </a:cubicBezTo>
                  <a:cubicBezTo>
                    <a:pt x="33472" y="50543"/>
                    <a:pt x="39690" y="47993"/>
                    <a:pt x="46407" y="46962"/>
                  </a:cubicBezTo>
                  <a:cubicBezTo>
                    <a:pt x="47232" y="46770"/>
                    <a:pt x="47997" y="46633"/>
                    <a:pt x="48677" y="46563"/>
                  </a:cubicBezTo>
                  <a:lnTo>
                    <a:pt x="51241" y="46382"/>
                  </a:lnTo>
                  <a:lnTo>
                    <a:pt x="49286"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7" name="Google Shape;1677;p51"/>
          <p:cNvGrpSpPr/>
          <p:nvPr/>
        </p:nvGrpSpPr>
        <p:grpSpPr>
          <a:xfrm>
            <a:off x="4455441" y="3774653"/>
            <a:ext cx="492652" cy="503348"/>
            <a:chOff x="6039282" y="1042577"/>
            <a:chExt cx="734315" cy="731929"/>
          </a:xfrm>
        </p:grpSpPr>
        <p:sp>
          <p:nvSpPr>
            <p:cNvPr id="1678" name="Google Shape;1678;p51"/>
            <p:cNvSpPr/>
            <p:nvPr/>
          </p:nvSpPr>
          <p:spPr>
            <a:xfrm>
              <a:off x="6045348" y="1300071"/>
              <a:ext cx="131951" cy="65352"/>
            </a:xfrm>
            <a:custGeom>
              <a:rect b="b" l="l" r="r" t="t"/>
              <a:pathLst>
                <a:path extrusionOk="0" h="701" w="1414">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51"/>
            <p:cNvSpPr/>
            <p:nvPr/>
          </p:nvSpPr>
          <p:spPr>
            <a:xfrm>
              <a:off x="6080342" y="1201250"/>
              <a:ext cx="127938" cy="96863"/>
            </a:xfrm>
            <a:custGeom>
              <a:rect b="b" l="l" r="r" t="t"/>
              <a:pathLst>
                <a:path extrusionOk="0" h="1039" w="1371">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51"/>
            <p:cNvSpPr/>
            <p:nvPr/>
          </p:nvSpPr>
          <p:spPr>
            <a:xfrm>
              <a:off x="6144918" y="1121167"/>
              <a:ext cx="112541" cy="119145"/>
            </a:xfrm>
            <a:custGeom>
              <a:rect b="b" l="l" r="r" t="t"/>
              <a:pathLst>
                <a:path extrusionOk="0" h="1278" w="1206">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51"/>
            <p:cNvSpPr/>
            <p:nvPr/>
          </p:nvSpPr>
          <p:spPr>
            <a:xfrm>
              <a:off x="6232449" y="1066723"/>
              <a:ext cx="86879" cy="130518"/>
            </a:xfrm>
            <a:custGeom>
              <a:rect b="b" l="l" r="r" t="t"/>
              <a:pathLst>
                <a:path extrusionOk="0" h="1400" w="931">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51"/>
            <p:cNvSpPr/>
            <p:nvPr/>
          </p:nvSpPr>
          <p:spPr>
            <a:xfrm>
              <a:off x="6335379" y="1042577"/>
              <a:ext cx="53284" cy="130518"/>
            </a:xfrm>
            <a:custGeom>
              <a:rect b="b" l="l" r="r" t="t"/>
              <a:pathLst>
                <a:path extrusionOk="0" h="1400" w="571">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51"/>
            <p:cNvSpPr/>
            <p:nvPr/>
          </p:nvSpPr>
          <p:spPr>
            <a:xfrm>
              <a:off x="6431682" y="1043229"/>
              <a:ext cx="56550" cy="131824"/>
            </a:xfrm>
            <a:custGeom>
              <a:rect b="b" l="l" r="r" t="t"/>
              <a:pathLst>
                <a:path extrusionOk="0" h="1414" w="606">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51"/>
            <p:cNvSpPr/>
            <p:nvPr/>
          </p:nvSpPr>
          <p:spPr>
            <a:xfrm>
              <a:off x="6500924" y="1070731"/>
              <a:ext cx="89678" cy="130612"/>
            </a:xfrm>
            <a:custGeom>
              <a:rect b="b" l="l" r="r" t="t"/>
              <a:pathLst>
                <a:path extrusionOk="0" h="1401" w="961">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51"/>
            <p:cNvSpPr/>
            <p:nvPr/>
          </p:nvSpPr>
          <p:spPr>
            <a:xfrm>
              <a:off x="6561580" y="1127973"/>
              <a:ext cx="114501" cy="117746"/>
            </a:xfrm>
            <a:custGeom>
              <a:rect b="b" l="l" r="r" t="t"/>
              <a:pathLst>
                <a:path extrusionOk="0" h="1263" w="1227">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51"/>
            <p:cNvSpPr/>
            <p:nvPr/>
          </p:nvSpPr>
          <p:spPr>
            <a:xfrm>
              <a:off x="6636887" y="1310792"/>
              <a:ext cx="132697" cy="61996"/>
            </a:xfrm>
            <a:custGeom>
              <a:rect b="b" l="l" r="r" t="t"/>
              <a:pathLst>
                <a:path extrusionOk="0" h="665" w="1422">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51"/>
            <p:cNvSpPr/>
            <p:nvPr/>
          </p:nvSpPr>
          <p:spPr>
            <a:xfrm>
              <a:off x="6642953" y="1415020"/>
              <a:ext cx="130645" cy="47826"/>
            </a:xfrm>
            <a:custGeom>
              <a:rect b="b" l="l" r="r" t="t"/>
              <a:pathLst>
                <a:path extrusionOk="0" h="513" w="140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51"/>
            <p:cNvSpPr/>
            <p:nvPr/>
          </p:nvSpPr>
          <p:spPr>
            <a:xfrm>
              <a:off x="6622143" y="1485687"/>
              <a:ext cx="131951" cy="81388"/>
            </a:xfrm>
            <a:custGeom>
              <a:rect b="b" l="l" r="r" t="t"/>
              <a:pathLst>
                <a:path extrusionOk="0" h="873" w="1414">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51"/>
            <p:cNvSpPr/>
            <p:nvPr/>
          </p:nvSpPr>
          <p:spPr>
            <a:xfrm>
              <a:off x="6582390" y="1548895"/>
              <a:ext cx="121219" cy="108983"/>
            </a:xfrm>
            <a:custGeom>
              <a:rect b="b" l="l" r="r" t="t"/>
              <a:pathLst>
                <a:path extrusionOk="0" h="1169" w="1299">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51"/>
            <p:cNvSpPr/>
            <p:nvPr/>
          </p:nvSpPr>
          <p:spPr>
            <a:xfrm>
              <a:off x="6526586" y="1599238"/>
              <a:ext cx="100316" cy="126510"/>
            </a:xfrm>
            <a:custGeom>
              <a:rect b="b" l="l" r="r" t="t"/>
              <a:pathLst>
                <a:path extrusionOk="0" h="1357" w="1075">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51"/>
            <p:cNvSpPr/>
            <p:nvPr/>
          </p:nvSpPr>
          <p:spPr>
            <a:xfrm>
              <a:off x="6459957" y="1632893"/>
              <a:ext cx="70735" cy="132570"/>
            </a:xfrm>
            <a:custGeom>
              <a:rect b="b" l="l" r="r" t="t"/>
              <a:pathLst>
                <a:path extrusionOk="0" h="1422" w="758">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51"/>
            <p:cNvSpPr/>
            <p:nvPr/>
          </p:nvSpPr>
          <p:spPr>
            <a:xfrm>
              <a:off x="6379145" y="1646318"/>
              <a:ext cx="43859" cy="128188"/>
            </a:xfrm>
            <a:custGeom>
              <a:rect b="b" l="l" r="r" t="t"/>
              <a:pathLst>
                <a:path extrusionOk="0" h="1375" w="47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51"/>
            <p:cNvSpPr/>
            <p:nvPr/>
          </p:nvSpPr>
          <p:spPr>
            <a:xfrm>
              <a:off x="6272109" y="1630842"/>
              <a:ext cx="74187" cy="131917"/>
            </a:xfrm>
            <a:custGeom>
              <a:rect b="b" l="l" r="r" t="t"/>
              <a:pathLst>
                <a:path extrusionOk="0" h="1415" w="795">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51"/>
            <p:cNvSpPr/>
            <p:nvPr/>
          </p:nvSpPr>
          <p:spPr>
            <a:xfrm>
              <a:off x="6177205" y="1595229"/>
              <a:ext cx="103769" cy="125205"/>
            </a:xfrm>
            <a:custGeom>
              <a:rect b="b" l="l" r="r" t="t"/>
              <a:pathLst>
                <a:path extrusionOk="0" h="1343" w="1112">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51"/>
            <p:cNvSpPr/>
            <p:nvPr/>
          </p:nvSpPr>
          <p:spPr>
            <a:xfrm>
              <a:off x="6103205" y="1542835"/>
              <a:ext cx="123272" cy="106932"/>
            </a:xfrm>
            <a:custGeom>
              <a:rect b="b" l="l" r="r" t="t"/>
              <a:pathLst>
                <a:path extrusionOk="0" h="1147" w="1321">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51"/>
            <p:cNvSpPr/>
            <p:nvPr/>
          </p:nvSpPr>
          <p:spPr>
            <a:xfrm>
              <a:off x="6055426" y="1478881"/>
              <a:ext cx="131951" cy="78777"/>
            </a:xfrm>
            <a:custGeom>
              <a:rect b="b" l="l" r="r" t="t"/>
              <a:pathLst>
                <a:path extrusionOk="0" h="845" w="1414">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51"/>
            <p:cNvSpPr/>
            <p:nvPr/>
          </p:nvSpPr>
          <p:spPr>
            <a:xfrm>
              <a:off x="6039282" y="1408308"/>
              <a:ext cx="129338" cy="43817"/>
            </a:xfrm>
            <a:custGeom>
              <a:rect b="b" l="l" r="r" t="t"/>
              <a:pathLst>
                <a:path extrusionOk="0" h="470" w="1386">
                  <a:moveTo>
                    <a:pt x="0" y="1"/>
                  </a:moveTo>
                  <a:cubicBezTo>
                    <a:pt x="7" y="152"/>
                    <a:pt x="7" y="311"/>
                    <a:pt x="29" y="469"/>
                  </a:cubicBezTo>
                  <a:lnTo>
                    <a:pt x="1385" y="304"/>
                  </a:lnTo>
                  <a:cubicBezTo>
                    <a:pt x="1371" y="203"/>
                    <a:pt x="1378" y="102"/>
                    <a:pt x="1363"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51"/>
            <p:cNvSpPr/>
            <p:nvPr/>
          </p:nvSpPr>
          <p:spPr>
            <a:xfrm>
              <a:off x="6608612" y="1210666"/>
              <a:ext cx="128685" cy="93507"/>
            </a:xfrm>
            <a:custGeom>
              <a:rect b="b" l="l" r="r" t="t"/>
              <a:pathLst>
                <a:path extrusionOk="0" h="1003" w="1379">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9" name="Google Shape;1699;p51"/>
          <p:cNvGrpSpPr/>
          <p:nvPr/>
        </p:nvGrpSpPr>
        <p:grpSpPr>
          <a:xfrm>
            <a:off x="5095855" y="2270694"/>
            <a:ext cx="483304" cy="504902"/>
            <a:chOff x="1825800" y="1651625"/>
            <a:chExt cx="568125" cy="591775"/>
          </a:xfrm>
        </p:grpSpPr>
        <p:sp>
          <p:nvSpPr>
            <p:cNvPr id="1700" name="Google Shape;1700;p51"/>
            <p:cNvSpPr/>
            <p:nvPr/>
          </p:nvSpPr>
          <p:spPr>
            <a:xfrm>
              <a:off x="1898925" y="1777225"/>
              <a:ext cx="370875" cy="370500"/>
            </a:xfrm>
            <a:custGeom>
              <a:rect b="b" l="l" r="r" t="t"/>
              <a:pathLst>
                <a:path extrusionOk="0" h="14820" w="14835">
                  <a:moveTo>
                    <a:pt x="7417" y="0"/>
                  </a:moveTo>
                  <a:cubicBezTo>
                    <a:pt x="3338" y="0"/>
                    <a:pt x="23" y="3300"/>
                    <a:pt x="9" y="7382"/>
                  </a:cubicBezTo>
                  <a:cubicBezTo>
                    <a:pt x="1" y="9347"/>
                    <a:pt x="774" y="11235"/>
                    <a:pt x="2160" y="12630"/>
                  </a:cubicBezTo>
                  <a:cubicBezTo>
                    <a:pt x="3543" y="14025"/>
                    <a:pt x="5425" y="14811"/>
                    <a:pt x="7391" y="14819"/>
                  </a:cubicBezTo>
                  <a:cubicBezTo>
                    <a:pt x="7399" y="14819"/>
                    <a:pt x="7407" y="14819"/>
                    <a:pt x="7415" y="14819"/>
                  </a:cubicBezTo>
                  <a:cubicBezTo>
                    <a:pt x="9371" y="14819"/>
                    <a:pt x="11248" y="14046"/>
                    <a:pt x="12637" y="12668"/>
                  </a:cubicBezTo>
                  <a:cubicBezTo>
                    <a:pt x="14032" y="11283"/>
                    <a:pt x="14820" y="9402"/>
                    <a:pt x="14826" y="7437"/>
                  </a:cubicBezTo>
                  <a:cubicBezTo>
                    <a:pt x="14834" y="5472"/>
                    <a:pt x="14061" y="3584"/>
                    <a:pt x="12675" y="2189"/>
                  </a:cubicBezTo>
                  <a:cubicBezTo>
                    <a:pt x="11292" y="795"/>
                    <a:pt x="9410" y="8"/>
                    <a:pt x="7444" y="0"/>
                  </a:cubicBezTo>
                  <a:cubicBezTo>
                    <a:pt x="7435" y="0"/>
                    <a:pt x="7426" y="0"/>
                    <a:pt x="741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51"/>
            <p:cNvSpPr/>
            <p:nvPr/>
          </p:nvSpPr>
          <p:spPr>
            <a:xfrm>
              <a:off x="2121325" y="1651625"/>
              <a:ext cx="272600" cy="287950"/>
            </a:xfrm>
            <a:custGeom>
              <a:rect b="b" l="l" r="r" t="t"/>
              <a:pathLst>
                <a:path extrusionOk="0" h="11518" w="10904">
                  <a:moveTo>
                    <a:pt x="2" y="1"/>
                  </a:moveTo>
                  <a:lnTo>
                    <a:pt x="0" y="11518"/>
                  </a:lnTo>
                  <a:lnTo>
                    <a:pt x="10904" y="11518"/>
                  </a:lnTo>
                  <a:cubicBezTo>
                    <a:pt x="10391" y="5596"/>
                    <a:pt x="5836" y="826"/>
                    <a:pt x="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51"/>
            <p:cNvSpPr/>
            <p:nvPr/>
          </p:nvSpPr>
          <p:spPr>
            <a:xfrm>
              <a:off x="1825800" y="1987150"/>
              <a:ext cx="231900" cy="233575"/>
            </a:xfrm>
            <a:custGeom>
              <a:rect b="b" l="l" r="r" t="t"/>
              <a:pathLst>
                <a:path extrusionOk="0" h="9343" w="9276">
                  <a:moveTo>
                    <a:pt x="0" y="1"/>
                  </a:moveTo>
                  <a:cubicBezTo>
                    <a:pt x="465" y="4930"/>
                    <a:pt x="4350" y="8842"/>
                    <a:pt x="9275" y="9343"/>
                  </a:cubicBezTo>
                  <a:lnTo>
                    <a:pt x="927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51"/>
            <p:cNvSpPr/>
            <p:nvPr/>
          </p:nvSpPr>
          <p:spPr>
            <a:xfrm>
              <a:off x="2121325" y="1987150"/>
              <a:ext cx="244350" cy="256250"/>
            </a:xfrm>
            <a:custGeom>
              <a:rect b="b" l="l" r="r" t="t"/>
              <a:pathLst>
                <a:path extrusionOk="0" h="10250" w="9774">
                  <a:moveTo>
                    <a:pt x="0" y="1"/>
                  </a:moveTo>
                  <a:lnTo>
                    <a:pt x="0" y="10249"/>
                  </a:lnTo>
                  <a:cubicBezTo>
                    <a:pt x="5200" y="9514"/>
                    <a:pt x="9280" y="5280"/>
                    <a:pt x="97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51"/>
            <p:cNvSpPr/>
            <p:nvPr/>
          </p:nvSpPr>
          <p:spPr>
            <a:xfrm>
              <a:off x="1851375" y="1730300"/>
              <a:ext cx="206325" cy="209275"/>
            </a:xfrm>
            <a:custGeom>
              <a:rect b="b" l="l" r="r" t="t"/>
              <a:pathLst>
                <a:path extrusionOk="0" h="8371" w="8253">
                  <a:moveTo>
                    <a:pt x="8252" y="1"/>
                  </a:moveTo>
                  <a:cubicBezTo>
                    <a:pt x="3865" y="441"/>
                    <a:pt x="383" y="3959"/>
                    <a:pt x="1" y="8371"/>
                  </a:cubicBezTo>
                  <a:lnTo>
                    <a:pt x="8252" y="8371"/>
                  </a:lnTo>
                  <a:lnTo>
                    <a:pt x="8252"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51"/>
            <p:cNvSpPr/>
            <p:nvPr/>
          </p:nvSpPr>
          <p:spPr>
            <a:xfrm>
              <a:off x="1956875" y="1835225"/>
              <a:ext cx="254975" cy="254475"/>
            </a:xfrm>
            <a:custGeom>
              <a:rect b="b" l="l" r="r" t="t"/>
              <a:pathLst>
                <a:path extrusionOk="0" h="10179" w="10199">
                  <a:moveTo>
                    <a:pt x="5097" y="1"/>
                  </a:moveTo>
                  <a:cubicBezTo>
                    <a:pt x="2296" y="1"/>
                    <a:pt x="21" y="2267"/>
                    <a:pt x="10" y="5070"/>
                  </a:cubicBezTo>
                  <a:cubicBezTo>
                    <a:pt x="0" y="7882"/>
                    <a:pt x="2271" y="10169"/>
                    <a:pt x="5081" y="10179"/>
                  </a:cubicBezTo>
                  <a:cubicBezTo>
                    <a:pt x="5088" y="10179"/>
                    <a:pt x="5095" y="10179"/>
                    <a:pt x="5102" y="10179"/>
                  </a:cubicBezTo>
                  <a:cubicBezTo>
                    <a:pt x="7903" y="10179"/>
                    <a:pt x="10178" y="7912"/>
                    <a:pt x="10189" y="5109"/>
                  </a:cubicBezTo>
                  <a:cubicBezTo>
                    <a:pt x="10199" y="2297"/>
                    <a:pt x="7928" y="10"/>
                    <a:pt x="5118" y="1"/>
                  </a:cubicBezTo>
                  <a:cubicBezTo>
                    <a:pt x="5111" y="1"/>
                    <a:pt x="5104" y="1"/>
                    <a:pt x="5097" y="1"/>
                  </a:cubicBezTo>
                  <a:close/>
                </a:path>
              </a:pathLst>
            </a:custGeom>
            <a:solidFill>
              <a:srgbClr val="F3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6" name="Google Shape;1706;p51"/>
          <p:cNvSpPr/>
          <p:nvPr/>
        </p:nvSpPr>
        <p:spPr>
          <a:xfrm>
            <a:off x="7713443" y="3349866"/>
            <a:ext cx="174337" cy="174337"/>
          </a:xfrm>
          <a:custGeom>
            <a:rect b="b" l="l" r="r" t="t"/>
            <a:pathLst>
              <a:path extrusionOk="0" h="208163" w="208163">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51"/>
          <p:cNvSpPr/>
          <p:nvPr/>
        </p:nvSpPr>
        <p:spPr>
          <a:xfrm>
            <a:off x="8029700" y="3378685"/>
            <a:ext cx="148500" cy="116700"/>
          </a:xfrm>
          <a:prstGeom prst="stripedRightArrow">
            <a:avLst>
              <a:gd fmla="val 50000" name="adj1"/>
              <a:gd fmla="val 50000" name="adj2"/>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51"/>
          <p:cNvSpPr/>
          <p:nvPr/>
        </p:nvSpPr>
        <p:spPr>
          <a:xfrm>
            <a:off x="7131814" y="26996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51"/>
          <p:cNvSpPr/>
          <p:nvPr/>
        </p:nvSpPr>
        <p:spPr>
          <a:xfrm flipH="1">
            <a:off x="7439179" y="26996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51"/>
          <p:cNvSpPr txBox="1"/>
          <p:nvPr/>
        </p:nvSpPr>
        <p:spPr>
          <a:xfrm>
            <a:off x="723350" y="1187975"/>
            <a:ext cx="7697100" cy="814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You can easily </a:t>
            </a:r>
            <a:r>
              <a:rPr b="1" lang="en" sz="1100">
                <a:solidFill>
                  <a:schemeClr val="dk2"/>
                </a:solidFill>
              </a:rPr>
              <a:t>resize </a:t>
            </a:r>
            <a:r>
              <a:rPr lang="en" sz="1100">
                <a:solidFill>
                  <a:schemeClr val="lt1"/>
                </a:solidFill>
              </a:rPr>
              <a:t>these resources without losing quality. To </a:t>
            </a:r>
            <a:r>
              <a:rPr b="1" lang="en" sz="1100">
                <a:solidFill>
                  <a:schemeClr val="dk2"/>
                </a:solidFill>
              </a:rPr>
              <a:t>change the color</a:t>
            </a:r>
            <a:r>
              <a:rPr lang="en" sz="1100">
                <a:solidFill>
                  <a:schemeClr val="lt1"/>
                </a:solidFill>
              </a:rPr>
              <a:t>, just ungroup the resource and click on the object you want to change. Then, click on the paint bucket and select the color you want. Group the resource again when you’re done. You can also look for more </a:t>
            </a:r>
            <a:r>
              <a:rPr b="1" lang="en" sz="1100">
                <a:solidFill>
                  <a:schemeClr val="dk2"/>
                </a:solidFill>
                <a:uFill>
                  <a:noFill/>
                </a:uFill>
                <a:hlinkClick r:id="rId3">
                  <a:extLst>
                    <a:ext uri="{A12FA001-AC4F-418D-AE19-62706E023703}">
                      <ahyp:hlinkClr val="tx"/>
                    </a:ext>
                  </a:extLst>
                </a:hlinkClick>
              </a:rPr>
              <a:t>infographics</a:t>
            </a:r>
            <a:r>
              <a:rPr b="1" lang="en" sz="1100">
                <a:solidFill>
                  <a:schemeClr val="dk2"/>
                </a:solidFill>
              </a:rPr>
              <a:t> </a:t>
            </a:r>
            <a:r>
              <a:rPr lang="en" sz="1100">
                <a:solidFill>
                  <a:schemeClr val="lt1"/>
                </a:solidFill>
              </a:rPr>
              <a:t>on Slidesgo.</a:t>
            </a:r>
            <a:endParaRPr sz="1100">
              <a:solidFill>
                <a:schemeClr val="lt1"/>
              </a:solidFill>
            </a:endParaRPr>
          </a:p>
        </p:txBody>
      </p:sp>
      <p:sp>
        <p:nvSpPr>
          <p:cNvPr id="1711" name="Google Shape;1711;p51"/>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 our editable graphic resources...</a:t>
            </a:r>
            <a:endParaRPr/>
          </a:p>
        </p:txBody>
      </p:sp>
    </p:spTree>
  </p:cSld>
  <p:clrMapOvr>
    <a:masterClrMapping/>
  </p:clrMapOvr>
</p:sld>
</file>

<file path=ppt/slides/slide2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pSp>
        <p:nvGrpSpPr>
          <p:cNvPr id="283" name="Google Shape;283;p26"/>
          <p:cNvGrpSpPr/>
          <p:nvPr/>
        </p:nvGrpSpPr>
        <p:grpSpPr>
          <a:xfrm rot="0">
            <a:off x="1738925" y="4718600"/>
            <a:ext cx="5666144" cy="116400"/>
            <a:chOff x="1738925" y="4718600"/>
            <a:chExt cx="5666144" cy="116400"/>
          </a:xfrm>
        </p:grpSpPr>
        <p:sp>
          <p:nvSpPr>
            <p:cNvPr id="284" name="Google Shape;284;p26">
              <a:hlinkClick r:id="rId3"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85" name="Google Shape;285;p26">
              <a:hlinkClick r:id="rId4"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86" name="Google Shape;286;p26">
              <a:hlinkClick r:id="rId5" action="ppaction://hlinksldjump"/>
            </p:cNvPr>
            <p:cNvSpPr/>
            <p:nvPr/>
          </p:nvSpPr>
          <p:spPr>
            <a:xfrm>
              <a:off x="2323109"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87" name="Google Shape;287;p26">
              <a:hlinkClick r:id="rId6"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88" name="Google Shape;288;p26">
              <a:hlinkClick r:id="rId7"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89" name="Google Shape;289;p26">
              <a:hlinkClick r:id="rId8"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90" name="Google Shape;290;p26">
              <a:hlinkClick r:id="rId9" action="ppaction://hlinksldjump"/>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91" name="Google Shape;291;p26">
              <a:hlinkClick r:id="rId10"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92" name="Google Shape;292;p26">
              <a:hlinkClick r:id="rId11" action="ppaction://hlinksldjump"/>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93" name="Google Shape;293;p26">
              <a:hlinkClick r:id="rId12"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94" name="Google Shape;294;p26">
              <a:hlinkClick r:id="rId13"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95" name="Google Shape;295;p26">
              <a:hlinkClick r:id="rId14" action="ppaction://hlinksldjump"/>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96" name="Google Shape;296;p26">
              <a:hlinkClick r:id="rId15" action="ppaction://hlinksldjump"/>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97" name="Google Shape;297;p26">
              <a:hlinkClick r:id="rId16" action="ppaction://hlinksldjump"/>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98" name="Google Shape;298;p26">
              <a:hlinkClick r:id="rId17" action="ppaction://hlinksldjump"/>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299" name="Google Shape;299;p26">
              <a:hlinkClick r:id="rId18" action="ppaction://hlinksldjump"/>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00" name="Google Shape;300;p26">
              <a:hlinkClick r:id="rId19" action="ppaction://hlinksldjump"/>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01" name="Google Shape;301;p26">
              <a:hlinkClick r:id="rId20" action="ppaction://hlinksldjump"/>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02" name="Google Shape;302;p26">
              <a:hlinkClick r:id="rId21" action="ppaction://hlinksldjump"/>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03" name="Google Shape;303;p26">
              <a:hlinkClick r:id="rId22" action="ppaction://hlinksldjump"/>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
        <p:nvSpPr>
          <p:cNvPr id="326" name="Google Shape;336;p28"/>
          <p:cNvSpPr txBox="1">
            <a:spLocks noGrp="1"/>
          </p:cNvSpPr>
          <p:nvPr>
            <p:ph type="title" idx="0"/>
          </p:nvPr>
        </p:nvSpPr>
        <p:spPr>
          <a:xfrm>
            <a:off x="3846093" y="2150850"/>
            <a:ext cx="4806933" cy="841800"/>
          </a:xfrm>
          <a:prstGeom prst="rect">
            <a:avLst/>
          </a:prstGeom>
          <a:noFill/>
          <a:ln>
            <a:noFill/>
          </a:ln>
        </p:spPr>
        <p:txBody>
          <a:bodyPr wrap="square" lIns="91424" tIns="91424" rIns="91424" bIns="91424" anchor="t" anchorCtr="0">
            <a:noAutofit/>
          </a:bodyPr>
          <a:lstStyle/>
          <a:p>
            <a:pPr marL="0" marR="0" lvl="0" indent="0" algn="l" rtl="0" eaLnBrk="1" latinLnBrk="0" hangingPunct="1">
              <a:lnSpc>
                <a:spcPct val="100000"/>
              </a:lnSpc>
              <a:spcBef>
                <a:spcPts val="0"/>
              </a:spcBef>
              <a:spcAft>
                <a:spcPts val="0"/>
              </a:spcAft>
              <a:buClr>
                <a:schemeClr val="dk1"/>
              </a:buClr>
              <a:buSzPct val="25000"/>
              <a:buFont typeface="Darker Grotesque Black"/>
              <a:buNone/>
              <a:defRPr/>
            </a:pPr>
            <a:r>
              <a:rPr xmlns:mc="http://schemas.openxmlformats.org/markup-compatibility/2006" xmlns:hp="http://schemas.haansoft.com/office/presentation/8.0" kumimoji="0" lang="en-US" altLang="ko-KR" sz="48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01</a:t>
            </a:r>
            <a:r>
              <a:rPr xmlns:mc="http://schemas.openxmlformats.org/markup-compatibility/2006" xmlns:hp="http://schemas.haansoft.com/office/presentation/8.0" kumimoji="0" lang="ko-KR" altLang="en-US" sz="48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 프로젝트 소개</a:t>
            </a:r>
            <a:endParaRPr xmlns:mc="http://schemas.openxmlformats.org/markup-compatibility/2006" xmlns:hp="http://schemas.haansoft.com/office/presentation/8.0" kumimoji="0" lang="ko-KR" altLang="en-US" sz="48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endParaRPr>
          </a:p>
        </p:txBody>
      </p:sp>
      <p:pic>
        <p:nvPicPr>
          <p:cNvPr id="328" name="Google Shape;338;p28"/>
          <p:cNvPicPr/>
          <p:nvPr/>
        </p:nvPicPr>
        <p:blipFill rotWithShape="1">
          <a:blip r:embed="rId23">
            <a:alphaModFix/>
          </a:blip>
          <a:srcRect l="16440" r="16430"/>
          <a:stretch>
            <a:fillRect/>
          </a:stretch>
        </p:blipFill>
        <p:spPr>
          <a:xfrm>
            <a:off x="713225" y="1200862"/>
            <a:ext cx="2760600" cy="2741700"/>
          </a:xfrm>
          <a:prstGeom prst="roundRect">
            <a:avLst>
              <a:gd name="adj" fmla="val 16667"/>
            </a:avLst>
          </a:prstGeom>
          <a:noFill/>
          <a:ln w="19050" cap="flat" cmpd="sng">
            <a:solidFill>
              <a:srgbClr val="538786">
                <a:alpha val="100000"/>
              </a:srgbClr>
            </a:solidFill>
            <a:prstDash val="solid"/>
            <a:round/>
            <a:headEnd w="sm" len="sm"/>
            <a:tailEnd w="sm" len="sm"/>
          </a:ln>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pSp>
        <p:nvGrpSpPr>
          <p:cNvPr id="311" name="Google Shape;311;p27"/>
          <p:cNvGrpSpPr/>
          <p:nvPr/>
        </p:nvGrpSpPr>
        <p:grpSpPr>
          <a:xfrm>
            <a:off x="1738925" y="4718600"/>
            <a:ext cx="5666144" cy="116400"/>
            <a:chOff x="1738925" y="4718600"/>
            <a:chExt cx="5666144" cy="116400"/>
          </a:xfrm>
        </p:grpSpPr>
        <p:sp>
          <p:nvSpPr>
            <p:cNvPr id="312" name="Google Shape;312;p27">
              <a:hlinkClick action="ppaction://hlinksldjump" r:id="rId3"/>
            </p:cNvPr>
            <p:cNvSpPr/>
            <p:nvPr/>
          </p:nvSpPr>
          <p:spPr>
            <a:xfrm>
              <a:off x="203101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3" name="Google Shape;313;p27">
              <a:hlinkClick action="ppaction://hlinksldjump" r:id="rId4"/>
            </p:cNvPr>
            <p:cNvSpPr/>
            <p:nvPr/>
          </p:nvSpPr>
          <p:spPr>
            <a:xfrm>
              <a:off x="232310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4" name="Google Shape;314;p27">
              <a:hlinkClick action="ppaction://hlinksldjump" r:id="rId5"/>
            </p:cNvPr>
            <p:cNvSpPr/>
            <p:nvPr/>
          </p:nvSpPr>
          <p:spPr>
            <a:xfrm>
              <a:off x="2615200" y="4718600"/>
              <a:ext cx="116400" cy="1164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5" name="Google Shape;315;p27">
              <a:hlinkClick action="ppaction://hlinksldjump" r:id="rId6"/>
            </p:cNvPr>
            <p:cNvSpPr/>
            <p:nvPr/>
          </p:nvSpPr>
          <p:spPr>
            <a:xfrm>
              <a:off x="2907292"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6" name="Google Shape;316;p27">
              <a:hlinkClick action="ppaction://hlinksldjump" r:id="rId7"/>
            </p:cNvPr>
            <p:cNvSpPr/>
            <p:nvPr/>
          </p:nvSpPr>
          <p:spPr>
            <a:xfrm>
              <a:off x="3199384"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7" name="Google Shape;317;p27">
              <a:hlinkClick action="ppaction://hlinksldjump" r:id="rId8"/>
            </p:cNvPr>
            <p:cNvSpPr/>
            <p:nvPr/>
          </p:nvSpPr>
          <p:spPr>
            <a:xfrm>
              <a:off x="3491476"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8" name="Google Shape;318;p27">
              <a:hlinkClick action="ppaction://hlinksldjump" r:id="rId9"/>
            </p:cNvPr>
            <p:cNvSpPr/>
            <p:nvPr/>
          </p:nvSpPr>
          <p:spPr>
            <a:xfrm>
              <a:off x="378356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19" name="Google Shape;319;p27">
              <a:hlinkClick action="ppaction://hlinksldjump" r:id="rId10"/>
            </p:cNvPr>
            <p:cNvSpPr/>
            <p:nvPr/>
          </p:nvSpPr>
          <p:spPr>
            <a:xfrm>
              <a:off x="407565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0" name="Google Shape;320;p27">
              <a:hlinkClick action="ppaction://hlinksldjump" r:id="rId11"/>
            </p:cNvPr>
            <p:cNvSpPr/>
            <p:nvPr/>
          </p:nvSpPr>
          <p:spPr>
            <a:xfrm>
              <a:off x="4367751"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1" name="Google Shape;321;p27">
              <a:hlinkClick action="ppaction://hlinksldjump" r:id="rId12"/>
            </p:cNvPr>
            <p:cNvSpPr/>
            <p:nvPr/>
          </p:nvSpPr>
          <p:spPr>
            <a:xfrm>
              <a:off x="4659843"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2" name="Google Shape;322;p27">
              <a:hlinkClick action="ppaction://hlinksldjump" r:id="rId13"/>
            </p:cNvPr>
            <p:cNvSpPr/>
            <p:nvPr/>
          </p:nvSpPr>
          <p:spPr>
            <a:xfrm>
              <a:off x="4951934"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3" name="Google Shape;323;p27">
              <a:hlinkClick action="ppaction://hlinksldjump" r:id="rId14"/>
            </p:cNvPr>
            <p:cNvSpPr/>
            <p:nvPr/>
          </p:nvSpPr>
          <p:spPr>
            <a:xfrm>
              <a:off x="5244026"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4" name="Google Shape;324;p27">
              <a:hlinkClick action="ppaction://hlinksldjump" r:id="rId15"/>
            </p:cNvPr>
            <p:cNvSpPr/>
            <p:nvPr/>
          </p:nvSpPr>
          <p:spPr>
            <a:xfrm>
              <a:off x="5536118"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5" name="Google Shape;325;p27">
              <a:hlinkClick action="ppaction://hlinksldjump" r:id="rId16"/>
            </p:cNvPr>
            <p:cNvSpPr/>
            <p:nvPr/>
          </p:nvSpPr>
          <p:spPr>
            <a:xfrm>
              <a:off x="5828210"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6" name="Google Shape;326;p27">
              <a:hlinkClick action="ppaction://hlinksldjump" r:id="rId17"/>
            </p:cNvPr>
            <p:cNvSpPr/>
            <p:nvPr/>
          </p:nvSpPr>
          <p:spPr>
            <a:xfrm>
              <a:off x="6120302"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7" name="Google Shape;327;p27">
              <a:hlinkClick action="ppaction://hlinksldjump" r:id="rId18"/>
            </p:cNvPr>
            <p:cNvSpPr/>
            <p:nvPr/>
          </p:nvSpPr>
          <p:spPr>
            <a:xfrm>
              <a:off x="6412393"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8" name="Google Shape;328;p27">
              <a:hlinkClick action="ppaction://hlinksldjump" r:id="rId19"/>
            </p:cNvPr>
            <p:cNvSpPr/>
            <p:nvPr/>
          </p:nvSpPr>
          <p:spPr>
            <a:xfrm>
              <a:off x="6704485"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9" name="Google Shape;329;p27">
              <a:hlinkClick action="ppaction://hlinksldjump" r:id="rId20"/>
            </p:cNvPr>
            <p:cNvSpPr/>
            <p:nvPr/>
          </p:nvSpPr>
          <p:spPr>
            <a:xfrm>
              <a:off x="6996577"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0" name="Google Shape;330;p27">
              <a:hlinkClick action="ppaction://hlinksldjump" r:id="rId21"/>
            </p:cNvPr>
            <p:cNvSpPr/>
            <p:nvPr/>
          </p:nvSpPr>
          <p:spPr>
            <a:xfrm>
              <a:off x="7288669"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31" name="Google Shape;331;p27">
              <a:hlinkClick action="ppaction://hlinksldjump" r:id="rId22"/>
            </p:cNvPr>
            <p:cNvSpPr/>
            <p:nvPr/>
          </p:nvSpPr>
          <p:spPr>
            <a:xfrm>
              <a:off x="1738925" y="4718600"/>
              <a:ext cx="116400" cy="116400"/>
            </a:xfrm>
            <a:prstGeom prst="ellipse">
              <a:avLst/>
            </a:prstGeom>
            <a:solidFill>
              <a:schemeClr val="dk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grpSp>
      <p:sp>
        <p:nvSpPr>
          <p:cNvPr id="338" name="Google Shape;308;p27"/>
          <p:cNvSpPr txBox="1">
            <a:spLocks noGrp="1"/>
          </p:cNvSpPr>
          <p:nvPr>
            <p:ph type="title" idx="0"/>
          </p:nvPr>
        </p:nvSpPr>
        <p:spPr>
          <a:xfrm>
            <a:off x="811975" y="929197"/>
            <a:ext cx="4294800" cy="572700"/>
          </a:xfrm>
          <a:prstGeom prst="rect">
            <a:avLst/>
          </a:prstGeom>
          <a:noFill/>
          <a:ln>
            <a:noFill/>
          </a:ln>
        </p:spPr>
        <p:txBody>
          <a:bodyPr wrap="square" lIns="91424" tIns="91424" rIns="91424" bIns="91424" anchor="b" anchorCtr="0">
            <a:noAutofit/>
          </a:bodyPr>
          <a:p>
            <a:pPr marL="0" marR="0" lvl="0" indent="0" algn="l" rtl="0" eaLnBrk="1" latinLnBrk="0" hangingPunct="1">
              <a:lnSpc>
                <a:spcPct val="100000"/>
              </a:lnSpc>
              <a:spcBef>
                <a:spcPts val="0"/>
              </a:spcBef>
              <a:spcAft>
                <a:spcPts val="0"/>
              </a:spcAft>
              <a:buClr>
                <a:schemeClr val="dk1"/>
              </a:buClr>
              <a:buSzPct val="25000"/>
              <a:buFont typeface="Darker Grotesque Black"/>
              <a:buNone/>
              <a:defRPr/>
            </a:pPr>
            <a:r>
              <a:rPr xmlns:mc="http://schemas.openxmlformats.org/markup-compatibility/2006" xmlns:hp="http://schemas.haansoft.com/office/presentation/8.0" kumimoji="0" lang="ko-KR" altLang="en-US" sz="3000" b="0" i="0" u="none" strike="noStrike" kern="0" cap="none" spc="0" normalizeH="0" baseline="0" mc:Ignorable="hp" hp:hslEmbossed="0">
                <a:solidFill>
                  <a:srgbClr val="24282a"/>
                </a:solidFill>
                <a:latin typeface="상상토끼 꽃길"/>
                <a:ea typeface="상상토끼 꽃길"/>
              </a:rPr>
              <a:t>나야</a:t>
            </a:r>
            <a:r>
              <a:rPr xmlns:mc="http://schemas.openxmlformats.org/markup-compatibility/2006" xmlns:hp="http://schemas.haansoft.com/office/presentation/8.0" kumimoji="0" lang="en-US" altLang="ko-KR" sz="3000" b="0" i="0" u="none" strike="noStrike" kern="0" cap="none" spc="0" normalizeH="0" baseline="0" mc:Ignorable="hp" hp:hslEmbossed="0">
                <a:solidFill>
                  <a:srgbClr val="24282a"/>
                </a:solidFill>
                <a:latin typeface="상상토끼 꽃길"/>
                <a:ea typeface="상상토끼 꽃길"/>
              </a:rPr>
              <a:t>,</a:t>
            </a:r>
            <a:r>
              <a:rPr xmlns:mc="http://schemas.openxmlformats.org/markup-compatibility/2006" xmlns:hp="http://schemas.haansoft.com/office/presentation/8.0" kumimoji="0" lang="ko-KR" altLang="en-US" sz="3000" b="0" i="0" u="none" strike="noStrike" kern="0" cap="none" spc="0" normalizeH="0" baseline="0" mc:Ignorable="hp" hp:hslEmbossed="0">
                <a:solidFill>
                  <a:srgbClr val="24282a"/>
                </a:solidFill>
                <a:latin typeface="상상토끼 꽃길"/>
                <a:ea typeface="상상토끼 꽃길"/>
              </a:rPr>
              <a:t> 농</a:t>
            </a:r>
            <a:endParaRPr xmlns:mc="http://schemas.openxmlformats.org/markup-compatibility/2006" xmlns:hp="http://schemas.haansoft.com/office/presentation/8.0" kumimoji="0" lang="ko-KR" altLang="en-US" sz="3000" b="0" i="0" u="none" strike="noStrike" kern="0" cap="none" spc="0" normalizeH="0" baseline="0" mc:Ignorable="hp" hp:hslEmbossed="0">
              <a:solidFill>
                <a:srgbClr val="24282a"/>
              </a:solidFill>
              <a:latin typeface="상상토끼 꽃길"/>
              <a:ea typeface="상상토끼 꽃길"/>
            </a:endParaRPr>
          </a:p>
        </p:txBody>
      </p:sp>
      <p:sp>
        <p:nvSpPr>
          <p:cNvPr id="339" name="Google Shape;309;p27"/>
          <p:cNvSpPr txBox="1">
            <a:spLocks noGrp="1"/>
          </p:cNvSpPr>
          <p:nvPr>
            <p:ph type="subTitle" idx="1"/>
          </p:nvPr>
        </p:nvSpPr>
        <p:spPr>
          <a:xfrm>
            <a:off x="811975" y="1597467"/>
            <a:ext cx="4294800" cy="2824782"/>
          </a:xfrm>
          <a:prstGeom prst="rect">
            <a:avLst/>
          </a:prstGeom>
          <a:noFill/>
          <a:ln>
            <a:noFill/>
          </a:ln>
        </p:spPr>
        <p:txBody>
          <a:bodyPr wrap="square" lIns="91424" tIns="91424" rIns="91424" bIns="91424" anchor="t" anchorCtr="0">
            <a:noAutofit/>
          </a:bodyPr>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en" sz="1200" b="0" i="0" u="none" strike="noStrike" kern="0" cap="none" spc="0" normalizeH="0" baseline="0" mc:Ignorable="hp" hp:hslEmbossed="0">
                <a:solidFill>
                  <a:srgbClr val="24282a"/>
                </a:solidFill>
                <a:latin typeface="맑은 고딕"/>
                <a:ea typeface="맑은 고딕"/>
                <a:cs typeface="Barlow Medium"/>
                <a:sym typeface="Barlow Medium"/>
              </a:rPr>
              <a:t>농산물 가격 비교 플랫폼은 농산물의 도·소매 가격을 검색하고 지역별로 비교할 수 있는 웹 애플리케이션입니다. </a:t>
            </a:r>
            <a:endParaRPr xmlns:mc="http://schemas.openxmlformats.org/markup-compatibility/2006" xmlns:hp="http://schemas.haansoft.com/office/presentation/8.0" kumimoji="0" lang="en" sz="12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en" sz="1200" b="0" i="0" u="none" strike="noStrike" kern="0" cap="none" spc="0" normalizeH="0" baseline="0" mc:Ignorable="hp" hp:hslEmbossed="0">
                <a:solidFill>
                  <a:srgbClr val="24282a"/>
                </a:solidFill>
                <a:latin typeface="맑은 고딕"/>
                <a:ea typeface="맑은 고딕"/>
                <a:cs typeface="Barlow Medium"/>
                <a:sym typeface="Barlow Medium"/>
              </a:rPr>
              <a:t>일·월·년 평균 가격 데이터를 제공하며, 커뮤니티 게시판을 통해 사용자 간 소통과 정보 공유가 가능합니다.</a:t>
            </a:r>
            <a:endParaRPr xmlns:mc="http://schemas.openxmlformats.org/markup-compatibility/2006" xmlns:hp="http://schemas.haansoft.com/office/presentation/8.0" kumimoji="0" lang="en" sz="1200" b="0" i="0" u="none" strike="noStrike" kern="0" cap="none" spc="0" normalizeH="0" baseline="0" mc:Ignorable="hp" hp:hslEmbossed="0">
              <a:solidFill>
                <a:srgbClr val="24282a"/>
              </a:solidFill>
              <a:latin typeface="맑은 고딕"/>
              <a:ea typeface="맑은 고딕"/>
              <a:cs typeface="Barlow Medium"/>
              <a:sym typeface="Barlow Medium"/>
            </a:endParaRPr>
          </a:p>
          <a:p>
            <a:pPr marL="457200" marR="0" lvl="0" indent="-304800" algn="l" rtl="0" eaLnBrk="1" latinLnBrk="0" hangingPunct="1">
              <a:lnSpc>
                <a:spcPct val="100000"/>
              </a:lnSpc>
              <a:spcBef>
                <a:spcPts val="1000"/>
              </a:spcBef>
              <a:spcAft>
                <a:spcPts val="0"/>
              </a:spcAft>
              <a:buClr>
                <a:schemeClr val="dk1"/>
              </a:buClr>
              <a:buSzPct val="25000"/>
              <a:buFont typeface="Nunito Light"/>
              <a:buChar char="●"/>
              <a:defRPr/>
            </a:pPr>
            <a:r>
              <a:rPr xmlns:mc="http://schemas.openxmlformats.org/markup-compatibility/2006" xmlns:hp="http://schemas.haansoft.com/office/presentation/8.0" kumimoji="0" lang="en" sz="1200" b="0" i="0" u="none" strike="noStrike" kern="0" cap="none" spc="0" normalizeH="0" baseline="0" mc:Ignorable="hp" hp:hslEmbossed="0">
                <a:solidFill>
                  <a:srgbClr val="24282a"/>
                </a:solidFill>
                <a:latin typeface="맑은 고딕"/>
                <a:ea typeface="맑은 고딕"/>
                <a:cs typeface="Barlow Medium"/>
                <a:sym typeface="Barlow Medium"/>
              </a:rPr>
              <a:t>가격 검색 및 비교</a:t>
            </a:r>
            <a:endParaRPr xmlns:mc="http://schemas.openxmlformats.org/markup-compatibility/2006" xmlns:hp="http://schemas.haansoft.com/office/presentation/8.0" kumimoji="0" lang="en" sz="1200" b="0" i="0" u="none" strike="noStrike" kern="0" cap="none" spc="0" normalizeH="0" baseline="0" mc:Ignorable="hp" hp:hslEmbossed="0">
              <a:solidFill>
                <a:srgbClr val="24282a"/>
              </a:solidFill>
              <a:latin typeface="맑은 고딕"/>
              <a:ea typeface="맑은 고딕"/>
              <a:cs typeface="Barlow Medium"/>
              <a:sym typeface="Barlow Medium"/>
            </a:endParaRPr>
          </a:p>
          <a:p>
            <a:pPr marL="457200" marR="0" lvl="0" indent="-304800" algn="l" rtl="0" eaLnBrk="1" latinLnBrk="0" hangingPunct="1">
              <a:lnSpc>
                <a:spcPct val="100000"/>
              </a:lnSpc>
              <a:spcBef>
                <a:spcPts val="1000"/>
              </a:spcBef>
              <a:spcAft>
                <a:spcPts val="0"/>
              </a:spcAft>
              <a:buClr>
                <a:schemeClr val="dk1"/>
              </a:buClr>
              <a:buSzPct val="25000"/>
              <a:buFont typeface="Nunito Light"/>
              <a:buChar char="●"/>
              <a:defRPr/>
            </a:pPr>
            <a:r>
              <a:rPr xmlns:mc="http://schemas.openxmlformats.org/markup-compatibility/2006" xmlns:hp="http://schemas.haansoft.com/office/presentation/8.0" kumimoji="0" lang="en" sz="1200" b="0" i="0" u="none" strike="noStrike" kern="0" cap="none" spc="0" normalizeH="0" baseline="0" mc:Ignorable="hp" hp:hslEmbossed="0">
                <a:solidFill>
                  <a:srgbClr val="24282a"/>
                </a:solidFill>
                <a:latin typeface="맑은 고딕"/>
                <a:ea typeface="맑은 고딕"/>
                <a:cs typeface="Barlow Medium"/>
                <a:sym typeface="Barlow Medium"/>
              </a:rPr>
              <a:t>지역별 검색 기능</a:t>
            </a:r>
            <a:endParaRPr xmlns:mc="http://schemas.openxmlformats.org/markup-compatibility/2006" xmlns:hp="http://schemas.haansoft.com/office/presentation/8.0" kumimoji="0" lang="en" sz="1200" b="0" i="0" u="none" strike="noStrike" kern="0" cap="none" spc="0" normalizeH="0" baseline="0" mc:Ignorable="hp" hp:hslEmbossed="0">
              <a:solidFill>
                <a:srgbClr val="24282a"/>
              </a:solidFill>
              <a:latin typeface="맑은 고딕"/>
              <a:ea typeface="맑은 고딕"/>
              <a:cs typeface="Barlow Medium"/>
              <a:sym typeface="Barlow Medium"/>
            </a:endParaRPr>
          </a:p>
          <a:p>
            <a:pPr marL="457200" marR="0" lvl="0" indent="-304800" algn="l" rtl="0" eaLnBrk="1" latinLnBrk="0" hangingPunct="1">
              <a:lnSpc>
                <a:spcPct val="100000"/>
              </a:lnSpc>
              <a:spcBef>
                <a:spcPts val="1000"/>
              </a:spcBef>
              <a:spcAft>
                <a:spcPts val="0"/>
              </a:spcAft>
              <a:buClr>
                <a:schemeClr val="dk1"/>
              </a:buClr>
              <a:buSzPct val="25000"/>
              <a:buFont typeface="Nunito Light"/>
              <a:buChar char="●"/>
              <a:defRPr/>
            </a:pPr>
            <a:r>
              <a:rPr xmlns:mc="http://schemas.openxmlformats.org/markup-compatibility/2006" xmlns:hp="http://schemas.haansoft.com/office/presentation/8.0" kumimoji="0" lang="en" sz="1200" b="0" i="0" u="none" strike="noStrike" kern="0" cap="none" spc="0" normalizeH="0" baseline="0" mc:Ignorable="hp" hp:hslEmbossed="0">
                <a:solidFill>
                  <a:srgbClr val="24282a"/>
                </a:solidFill>
                <a:latin typeface="맑은 고딕"/>
                <a:ea typeface="맑은 고딕"/>
                <a:cs typeface="Barlow Medium"/>
                <a:sym typeface="Barlow Medium"/>
              </a:rPr>
              <a:t>평균 가격 제공</a:t>
            </a:r>
            <a:endParaRPr xmlns:mc="http://schemas.openxmlformats.org/markup-compatibility/2006" xmlns:hp="http://schemas.haansoft.com/office/presentation/8.0" kumimoji="0" lang="en" sz="1200" b="0" i="0" u="none" strike="noStrike" kern="0" cap="none" spc="0" normalizeH="0" baseline="0" mc:Ignorable="hp" hp:hslEmbossed="0">
              <a:solidFill>
                <a:srgbClr val="24282a"/>
              </a:solidFill>
              <a:latin typeface="맑은 고딕"/>
              <a:ea typeface="맑은 고딕"/>
              <a:cs typeface="Barlow Medium"/>
              <a:sym typeface="Barlow Medium"/>
            </a:endParaRPr>
          </a:p>
          <a:p>
            <a:pPr marL="457200" marR="0" lvl="0" indent="-304800" algn="l" rtl="0" eaLnBrk="1" latinLnBrk="0" hangingPunct="1">
              <a:lnSpc>
                <a:spcPct val="100000"/>
              </a:lnSpc>
              <a:spcBef>
                <a:spcPts val="1000"/>
              </a:spcBef>
              <a:spcAft>
                <a:spcPts val="0"/>
              </a:spcAft>
              <a:buClr>
                <a:schemeClr val="dk1"/>
              </a:buClr>
              <a:buSzPct val="25000"/>
              <a:buFont typeface="Nunito Light"/>
              <a:buChar char="●"/>
              <a:defRPr/>
            </a:pPr>
            <a:r>
              <a:rPr xmlns:mc="http://schemas.openxmlformats.org/markup-compatibility/2006" xmlns:hp="http://schemas.haansoft.com/office/presentation/8.0" kumimoji="0" lang="en" sz="1200" b="0" i="0" u="none" strike="noStrike" kern="0" cap="none" spc="0" normalizeH="0" baseline="0" mc:Ignorable="hp" hp:hslEmbossed="0">
                <a:solidFill>
                  <a:srgbClr val="24282a"/>
                </a:solidFill>
                <a:latin typeface="맑은 고딕"/>
                <a:ea typeface="맑은 고딕"/>
                <a:cs typeface="Barlow Medium"/>
                <a:sym typeface="Barlow Medium"/>
              </a:rPr>
              <a:t>커뮤니티 게시판</a:t>
            </a:r>
            <a:endParaRPr xmlns:mc="http://schemas.openxmlformats.org/markup-compatibility/2006" xmlns:hp="http://schemas.haansoft.com/office/presentation/8.0" kumimoji="0" lang="en" sz="12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1000"/>
              </a:spcBef>
              <a:spcAft>
                <a:spcPts val="0"/>
              </a:spcAft>
              <a:buClr>
                <a:schemeClr val="dk1"/>
              </a:buClr>
              <a:buSzPct val="25000"/>
              <a:buFont typeface="Nunito Light"/>
              <a:buNone/>
              <a:defRPr/>
            </a:pPr>
            <a:r>
              <a:rPr xmlns:mc="http://schemas.openxmlformats.org/markup-compatibility/2006" xmlns:hp="http://schemas.haansoft.com/office/presentation/8.0" kumimoji="0" lang="en" sz="1200" b="0" i="0" u="none" strike="noStrike" kern="0" cap="none" spc="0" normalizeH="0" baseline="0" mc:Ignorable="hp" hp:hslEmbossed="0">
                <a:solidFill>
                  <a:srgbClr val="24282a"/>
                </a:solidFill>
                <a:latin typeface="맑은 고딕"/>
                <a:ea typeface="맑은 고딕"/>
                <a:cs typeface="Barlow Medium"/>
                <a:sym typeface="Barlow Medium"/>
              </a:rPr>
              <a:t>이 프로젝트는 농업 종사자, 소매업자, 소비자에게 투명하고 신뢰할 수 있는 가격 정보를 제공하여 합리적인 의사결정을 돕고, 사용자 간 네트워킹을 촉진하는 것을 목표로 합니다.</a:t>
            </a:r>
            <a:endParaRPr xmlns:mc="http://schemas.openxmlformats.org/markup-compatibility/2006" xmlns:hp="http://schemas.haansoft.com/office/presentation/8.0" kumimoji="0" lang="en" sz="1200" b="0" i="0" u="none" strike="noStrike" kern="0" cap="none" spc="0" normalizeH="0" baseline="0" mc:Ignorable="hp" hp:hslEmbossed="0">
              <a:solidFill>
                <a:srgbClr val="24282a"/>
              </a:solidFill>
              <a:latin typeface="맑은 고딕"/>
              <a:ea typeface="맑은 고딕"/>
              <a:cs typeface="Barlow Medium"/>
              <a:sym typeface="Barlow Medium"/>
            </a:endParaRPr>
          </a:p>
        </p:txBody>
      </p:sp>
      <p:pic>
        <p:nvPicPr>
          <p:cNvPr id="341" name=""/>
          <p:cNvPicPr>
            <a:picLocks noChangeAspect="1"/>
          </p:cNvPicPr>
          <p:nvPr/>
        </p:nvPicPr>
        <p:blipFill rotWithShape="1">
          <a:blip r:embed="rId23"/>
          <a:stretch>
            <a:fillRect/>
          </a:stretch>
        </p:blipFill>
        <p:spPr>
          <a:xfrm>
            <a:off x="5563793" y="1148872"/>
            <a:ext cx="2946963" cy="2946963"/>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pSp>
        <p:nvGrpSpPr>
          <p:cNvPr id="311" name="Google Shape;311;p27"/>
          <p:cNvGrpSpPr/>
          <p:nvPr/>
        </p:nvGrpSpPr>
        <p:grpSpPr>
          <a:xfrm rot="0">
            <a:off x="1738925" y="4718600"/>
            <a:ext cx="5666144" cy="116400"/>
            <a:chOff x="1738925" y="4718600"/>
            <a:chExt cx="5666144" cy="116400"/>
          </a:xfrm>
        </p:grpSpPr>
        <p:sp>
          <p:nvSpPr>
            <p:cNvPr id="312" name="Google Shape;312;p27">
              <a:hlinkClick r:id="" action="ppaction://noaction"/>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13" name="Google Shape;313;p27">
              <a:hlinkClick r:id="rId3"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14" name="Google Shape;314;p27">
              <a:hlinkClick r:id="rId4" action="ppaction://hlinksldjump"/>
            </p:cNvPr>
            <p:cNvSpPr/>
            <p:nvPr/>
          </p:nvSpPr>
          <p:spPr>
            <a:xfrm>
              <a:off x="2615200"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15" name="Google Shape;315;p27">
              <a:hlinkClick r:id="rId5"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16" name="Google Shape;316;p27">
              <a:hlinkClick r:id="rId6"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17" name="Google Shape;317;p27">
              <a:hlinkClick r:id="rId7" action="ppaction://hlinksldjump"/>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18" name="Google Shape;318;p27">
              <a:hlinkClick r:id="rId8"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19" name="Google Shape;319;p27">
              <a:hlinkClick r:id="rId9" action="ppaction://hlinksldjump"/>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20" name="Google Shape;320;p27">
              <a:hlinkClick r:id="rId10"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21" name="Google Shape;321;p27">
              <a:hlinkClick r:id="rId11"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22" name="Google Shape;322;p27">
              <a:hlinkClick r:id="rId12" action="ppaction://hlinksldjump"/>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23" name="Google Shape;323;p27">
              <a:hlinkClick r:id="rId13" action="ppaction://hlinksldjump"/>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24" name="Google Shape;324;p27">
              <a:hlinkClick r:id="rId14" action="ppaction://hlinksldjump"/>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25" name="Google Shape;325;p27">
              <a:hlinkClick r:id="rId15" action="ppaction://hlinksldjump"/>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26" name="Google Shape;326;p27">
              <a:hlinkClick r:id="rId16" action="ppaction://hlinksldjump"/>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27" name="Google Shape;327;p27">
              <a:hlinkClick r:id="rId17" action="ppaction://hlinksldjump"/>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28" name="Google Shape;328;p27">
              <a:hlinkClick r:id="rId18" action="ppaction://hlinksldjump"/>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29" name="Google Shape;329;p27">
              <a:hlinkClick r:id="rId19" action="ppaction://hlinksldjump"/>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30" name="Google Shape;330;p27">
              <a:hlinkClick r:id="rId20" action="ppaction://hlinksldjump"/>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31" name="Google Shape;331;p27">
              <a:hlinkClick r:id="rId21"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
        <p:nvSpPr>
          <p:cNvPr id="338" name="Google Shape;308;p27"/>
          <p:cNvSpPr txBox="1">
            <a:spLocks noGrp="1"/>
          </p:cNvSpPr>
          <p:nvPr>
            <p:ph type="title" idx="0"/>
          </p:nvPr>
        </p:nvSpPr>
        <p:spPr>
          <a:xfrm>
            <a:off x="1176959" y="438753"/>
            <a:ext cx="6790081" cy="716322"/>
          </a:xfrm>
          <a:prstGeom prst="rect">
            <a:avLst/>
          </a:prstGeom>
          <a:noFill/>
          <a:ln>
            <a:noFill/>
          </a:ln>
        </p:spPr>
        <p:txBody>
          <a:bodyPr wrap="square" lIns="91424" tIns="91424" rIns="91424" bIns="91424" anchor="b" anchorCtr="0">
            <a:noAutofit/>
          </a:bodyPr>
          <a:lstStyle/>
          <a:p>
            <a:pPr marL="0" marR="0" lvl="0" indent="0" algn="ctr" rtl="0" eaLnBrk="1" latinLnBrk="0" hangingPunct="1">
              <a:lnSpc>
                <a:spcPct val="100000"/>
              </a:lnSpc>
              <a:spcBef>
                <a:spcPts val="0"/>
              </a:spcBef>
              <a:spcAft>
                <a:spcPts val="0"/>
              </a:spcAft>
              <a:buClr>
                <a:schemeClr val="dk1"/>
              </a:buClr>
              <a:buSzPct val="25000"/>
              <a:buFont typeface="Darker Grotesque Black"/>
              <a:buNone/>
              <a:defRPr/>
            </a:pPr>
            <a:r>
              <a:rPr xmlns:mc="http://schemas.openxmlformats.org/markup-compatibility/2006" xmlns:hp="http://schemas.haansoft.com/office/presentation/8.0" kumimoji="0" lang="ko-KR" altLang="en-US" sz="2000" b="0" i="0" u="none" strike="noStrike" kern="0" cap="none" spc="0" normalizeH="0" baseline="0" mc:Ignorable="hp" hp:hslEmbossed="0">
                <a:solidFill>
                  <a:srgbClr val="24282a"/>
                </a:solidFill>
                <a:latin typeface="상상토끼 꽃길"/>
                <a:ea typeface="상상토끼 꽃길"/>
              </a:rPr>
              <a:t>농산물유통 종합정보시스템 웹&amp;앱</a:t>
            </a:r>
            <a:endParaRPr xmlns:mc="http://schemas.openxmlformats.org/markup-compatibility/2006" xmlns:hp="http://schemas.haansoft.com/office/presentation/8.0" kumimoji="0" lang="ko-KR" altLang="en-US" sz="2000" b="0" i="0" u="none" strike="noStrike" kern="0" cap="none" spc="0" normalizeH="0" baseline="0" mc:Ignorable="hp" hp:hslEmbossed="0">
              <a:solidFill>
                <a:srgbClr val="24282a"/>
              </a:solidFill>
              <a:latin typeface="상상토끼 꽃길"/>
              <a:ea typeface="상상토끼 꽃길"/>
            </a:endParaRPr>
          </a:p>
        </p:txBody>
      </p:sp>
      <p:sp>
        <p:nvSpPr>
          <p:cNvPr id="339" name="Google Shape;309;p27"/>
          <p:cNvSpPr txBox="1">
            <a:spLocks noGrp="1"/>
          </p:cNvSpPr>
          <p:nvPr>
            <p:ph type="subTitle" idx="1"/>
          </p:nvPr>
        </p:nvSpPr>
        <p:spPr>
          <a:xfrm>
            <a:off x="403209" y="1333302"/>
            <a:ext cx="3052319" cy="2523033"/>
          </a:xfrm>
          <a:prstGeom prst="rect">
            <a:avLst/>
          </a:prstGeom>
          <a:noFill/>
          <a:ln>
            <a:noFill/>
          </a:ln>
        </p:spPr>
        <p:txBody>
          <a:bodyPr wrap="square" lIns="91424" tIns="91424" rIns="91424" bIns="91424" anchor="t" anchorCtr="0">
            <a:noAutofit/>
          </a:bodyPr>
          <a:lstStyle/>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1" i="0" strike="noStrike" kern="0" cap="none" spc="0" normalizeH="0" baseline="0" mc:Ignorable="hp" hp:hslEmbossed="0">
                <a:solidFill>
                  <a:srgbClr val="24282a"/>
                </a:solidFill>
                <a:latin typeface="맑은 고딕"/>
                <a:ea typeface="맑은 고딕"/>
              </a:rPr>
              <a:t>개발 기간 </a:t>
            </a:r>
            <a:r>
              <a:rPr xmlns:mc="http://schemas.openxmlformats.org/markup-compatibility/2006" xmlns:hp="http://schemas.haansoft.com/office/presentation/8.0" kumimoji="0" lang="en-US" altLang="ko-KR" sz="800" b="1" i="0" strike="noStrike" kern="0" cap="none" spc="0" normalizeH="0" baseline="0" mc:Ignorable="hp" hp:hslEmbossed="0">
                <a:solidFill>
                  <a:srgbClr val="24282a"/>
                </a:solidFill>
                <a:latin typeface="맑은 고딕"/>
                <a:ea typeface="맑은 고딕"/>
              </a:rPr>
              <a:t>: 2024.11.13 ~</a:t>
            </a:r>
            <a:endPar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endPar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1" i="0" u="none" strike="noStrike" kern="0" cap="none" spc="0" normalizeH="0" baseline="0" mc:Ignorable="hp" hp:hslEmbossed="0">
                <a:solidFill>
                  <a:srgbClr val="24282a"/>
                </a:solidFill>
                <a:latin typeface="맑은 고딕"/>
                <a:ea typeface="맑은 고딕"/>
                <a:cs typeface="Barlow Medium"/>
                <a:sym typeface="Barlow Medium"/>
              </a:rPr>
              <a:t>개발인원 </a:t>
            </a:r>
            <a:r>
              <a:rPr xmlns:mc="http://schemas.openxmlformats.org/markup-compatibility/2006" xmlns:hp="http://schemas.haansoft.com/office/presentation/8.0" kumimoji="0" lang="en-US" altLang="ko-KR" sz="800" b="1"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1"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1" i="0" u="none" strike="noStrike" kern="0" cap="none" spc="0" normalizeH="0" baseline="0" mc:Ignorable="hp" hp:hslEmbossed="0">
                <a:solidFill>
                  <a:srgbClr val="24282a"/>
                </a:solidFill>
                <a:latin typeface="맑은 고딕"/>
                <a:ea typeface="맑은 고딕"/>
                <a:cs typeface="Barlow Medium"/>
                <a:sym typeface="Barlow Medium"/>
              </a:rPr>
              <a:t>4</a:t>
            </a:r>
            <a:r>
              <a:rPr xmlns:mc="http://schemas.openxmlformats.org/markup-compatibility/2006" xmlns:hp="http://schemas.haansoft.com/office/presentation/8.0" kumimoji="0" lang="ko-KR" altLang="en-US" sz="800" b="1" i="0" u="none" strike="noStrike" kern="0" cap="none" spc="0" normalizeH="0" baseline="0" mc:Ignorable="hp" hp:hslEmbossed="0">
                <a:solidFill>
                  <a:srgbClr val="24282a"/>
                </a:solidFill>
                <a:latin typeface="맑은 고딕"/>
                <a:ea typeface="맑은 고딕"/>
                <a:cs typeface="Barlow Medium"/>
                <a:sym typeface="Barlow Medium"/>
              </a:rPr>
              <a:t>명</a:t>
            </a: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ko-KR" altLang="en-US" sz="800" b="1" i="0" u="none" strike="noStrike" kern="0" cap="none" spc="0" normalizeH="0" baseline="0" mc:Ignorable="hp" hp:hslEmbossed="0">
                <a:solidFill>
                  <a:srgbClr val="24282a"/>
                </a:solidFill>
                <a:latin typeface="맑은 고딕"/>
                <a:ea typeface="맑은 고딕"/>
                <a:cs typeface="Barlow Medium"/>
                <a:sym typeface="Barlow Medium"/>
              </a:rPr>
              <a:t>오규한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Backend(</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팀장</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일정관리</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팀 커뮤니케이션</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,GitHub</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관리</a:t>
            </a: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REST API</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설계 및 개발</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DB</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모델링</a:t>
            </a: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endPar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endPar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ko-KR" altLang="en-US" sz="800" b="1" i="0" u="none" strike="noStrike" kern="0" cap="none" spc="0" normalizeH="0" baseline="0" mc:Ignorable="hp" hp:hslEmbossed="0">
                <a:solidFill>
                  <a:srgbClr val="24282a"/>
                </a:solidFill>
                <a:latin typeface="맑은 고딕"/>
                <a:ea typeface="맑은 고딕"/>
                <a:cs typeface="Barlow Medium"/>
                <a:sym typeface="Barlow Medium"/>
              </a:rPr>
              <a:t>최동욱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 Frontend</a:t>
            </a:r>
            <a:endPar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UI</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설계</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React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컴포넌트 개발</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반응형 디자인 구현</a:t>
            </a: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페이지 디자인</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사용자 경험</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(UX)</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개선</a:t>
            </a: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endPar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endPar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endPar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endPar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회의록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hlinkClick r:id="rId22"/>
              </a:rPr>
              <a:t>docs.google.com</a:t>
            </a:r>
            <a:endPar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깃허브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en-US" sz="800" b="0" i="0" u="none" strike="noStrike" kern="0" cap="none" spc="0" normalizeH="0" baseline="0" mc:Ignorable="hp" hp:hslEmbossed="0">
                <a:solidFill>
                  <a:srgbClr val="24282a"/>
                </a:solidFill>
                <a:latin typeface="맑은 고딕"/>
                <a:ea typeface="맑은 고딕"/>
                <a:cs typeface="Barlow Medium"/>
                <a:sym typeface="Barlow Medium"/>
                <a:hlinkClick r:id="rId23"/>
              </a:rPr>
              <a:t>github.com</a:t>
            </a:r>
            <a:endParaRPr xmlns:mc="http://schemas.openxmlformats.org/markup-compatibility/2006" xmlns:hp="http://schemas.haansoft.com/office/presentation/8.0" kumimoji="0" lang="en-US"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p:txBody>
      </p:sp>
      <p:pic>
        <p:nvPicPr>
          <p:cNvPr id="341" name=""/>
          <p:cNvPicPr>
            <a:picLocks noChangeAspect="1"/>
          </p:cNvPicPr>
          <p:nvPr/>
        </p:nvPicPr>
        <p:blipFill rotWithShape="1">
          <a:blip r:embed="rId24"/>
          <a:stretch>
            <a:fillRect/>
          </a:stretch>
        </p:blipFill>
        <p:spPr>
          <a:xfrm>
            <a:off x="2030822" y="613154"/>
            <a:ext cx="541920" cy="541920"/>
          </a:xfrm>
          <a:prstGeom prst="rect">
            <a:avLst/>
          </a:prstGeom>
        </p:spPr>
      </p:pic>
      <p:sp>
        <p:nvSpPr>
          <p:cNvPr id="344" name="Google Shape;309;p27"/>
          <p:cNvSpPr txBox="1">
            <a:spLocks noGrp="1"/>
          </p:cNvSpPr>
          <p:nvPr/>
        </p:nvSpPr>
        <p:spPr>
          <a:xfrm>
            <a:off x="2918221" y="1333302"/>
            <a:ext cx="3036038" cy="2196708"/>
          </a:xfrm>
          <a:prstGeom prst="rect">
            <a:avLst/>
          </a:prstGeom>
          <a:noFill/>
          <a:ln>
            <a:noFill/>
          </a:ln>
        </p:spPr>
        <p:txBody>
          <a:bodyPr wrap="square" lIns="91424" tIns="91424" rIns="91424" bIns="91424" anchor="t" anchorCtr="0">
            <a:noAutofit/>
          </a:bodyPr>
          <a:p>
            <a:pPr marL="0" marR="0" lvl="0" indent="0" algn="l" rtl="0" eaLnBrk="1" latinLnBrk="0" hangingPunct="1">
              <a:lnSpc>
                <a:spcPct val="100000"/>
              </a:lnSpc>
              <a:spcBef>
                <a:spcPts val="0"/>
              </a:spcBef>
              <a:spcAft>
                <a:spcPts val="0"/>
              </a:spcAft>
              <a:buClr>
                <a:schemeClr val="dk1"/>
              </a:buClr>
              <a:buSzPct val="25000"/>
              <a:buFont typeface="Nunito Light"/>
              <a:buNone/>
              <a:defRPr/>
            </a:pPr>
            <a:endPar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endParaRPr xmlns:mc="http://schemas.openxmlformats.org/markup-compatibility/2006" xmlns:hp="http://schemas.haansoft.com/office/presentation/8.0" kumimoji="0" lang="en-US" altLang="ko-KR" sz="9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endParaRPr xmlns:mc="http://schemas.openxmlformats.org/markup-compatibility/2006" xmlns:hp="http://schemas.haansoft.com/office/presentation/8.0" kumimoji="0" lang="en-US" altLang="ko-KR" sz="7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ko-KR" altLang="en-US" sz="800" b="1" i="0" u="none" strike="noStrike" kern="0" cap="none" spc="0" normalizeH="0" baseline="0" mc:Ignorable="hp" hp:hslEmbossed="0">
                <a:solidFill>
                  <a:srgbClr val="24282a"/>
                </a:solidFill>
                <a:latin typeface="맑은 고딕"/>
                <a:ea typeface="맑은 고딕"/>
                <a:cs typeface="Barlow Medium"/>
                <a:sym typeface="Barlow Medium"/>
              </a:rPr>
              <a:t>윤승범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 Backend</a:t>
            </a:r>
            <a:endPar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REST API</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설계 및 개발</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,DB </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모델링</a:t>
            </a: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오픈</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 API</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연결 및 가공</a:t>
            </a: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endPar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ko-KR" altLang="en-US" sz="800" b="1" i="0" u="none" strike="noStrike" kern="0" cap="none" spc="0" normalizeH="0" baseline="0" mc:Ignorable="hp" hp:hslEmbossed="0">
                <a:solidFill>
                  <a:srgbClr val="24282a"/>
                </a:solidFill>
                <a:latin typeface="맑은 고딕"/>
                <a:ea typeface="맑은 고딕"/>
                <a:cs typeface="Barlow Medium"/>
                <a:sym typeface="Barlow Medium"/>
              </a:rPr>
              <a:t>김지수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Frontend</a:t>
            </a:r>
            <a:endPar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UI</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설계</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React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컴포넌트 개발</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반응형 디자인 구현</a:t>
            </a: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페이지 디자인</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사용자 경험</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(UX)</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개선</a:t>
            </a: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endPar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en-US" altLang="ko-KR" sz="800" b="0" i="0" u="none" strike="noStrike" kern="0" cap="none" spc="0" normalizeH="0" baseline="0" mc:Ignorable="hp" hp:hslEmbossed="0">
                <a:solidFill>
                  <a:srgbClr val="24282a"/>
                </a:solidFill>
                <a:latin typeface="맑은 고딕"/>
                <a:ea typeface="맑은 고딕"/>
                <a:cs typeface="Barlow Medium"/>
                <a:sym typeface="Barlow Medium"/>
              </a:rPr>
              <a:t>-</a:t>
            </a: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endPar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endPar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cs typeface="Barlow Medium"/>
                <a:sym typeface="Barlow Medium"/>
              </a:rPr>
              <a:t>   </a:t>
            </a:r>
            <a:endPar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cs typeface="Barlow Medium"/>
                <a:sym typeface="Barlow Medium"/>
              </a:rPr>
              <a:t>	</a:t>
            </a: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a:p>
            <a:pPr marL="0" marR="0" lvl="0" indent="0" algn="l" rtl="0" eaLnBrk="1" latinLnBrk="0" hangingPunct="1">
              <a:lnSpc>
                <a:spcPct val="100000"/>
              </a:lnSpc>
              <a:spcBef>
                <a:spcPts val="0"/>
              </a:spcBef>
              <a:spcAft>
                <a:spcPts val="0"/>
              </a:spcAft>
              <a:buClr>
                <a:schemeClr val="dk1"/>
              </a:buClr>
              <a:buSzPct val="25000"/>
              <a:buFont typeface="Nunito Light"/>
              <a:buNone/>
              <a:defRPr/>
            </a:pPr>
            <a:r>
              <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rPr>
              <a:t>	</a:t>
            </a: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24282a"/>
              </a:solidFill>
              <a:latin typeface="맑은 고딕"/>
              <a:ea typeface="맑은 고딕"/>
              <a:cs typeface="Barlow Medium"/>
              <a:sym typeface="Barlow Medium"/>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pSp>
        <p:nvGrpSpPr>
          <p:cNvPr id="339" name="Google Shape;339;p28"/>
          <p:cNvGrpSpPr/>
          <p:nvPr/>
        </p:nvGrpSpPr>
        <p:grpSpPr>
          <a:xfrm rot="0">
            <a:off x="1738925" y="4718600"/>
            <a:ext cx="5666144" cy="116400"/>
            <a:chOff x="1738925" y="4718600"/>
            <a:chExt cx="5666144" cy="116400"/>
          </a:xfrm>
        </p:grpSpPr>
        <p:sp>
          <p:nvSpPr>
            <p:cNvPr id="340" name="Google Shape;340;p28">
              <a:hlinkClick r:id="" action="ppaction://noaction"/>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1" name="Google Shape;341;p28">
              <a:hlinkClick r:id="rId3"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2" name="Google Shape;342;p28">
              <a:hlinkClick r:id="rId4"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3" name="Google Shape;343;p28">
              <a:hlinkClick r:id="rId5" action="ppaction://hlinksldjump"/>
            </p:cNvPr>
            <p:cNvSpPr/>
            <p:nvPr/>
          </p:nvSpPr>
          <p:spPr>
            <a:xfrm>
              <a:off x="2907292"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4" name="Google Shape;344;p28">
              <a:hlinkClick r:id="rId6"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5" name="Google Shape;345;p28">
              <a:hlinkClick r:id="rId7" action="ppaction://hlinksldjump"/>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6" name="Google Shape;346;p28">
              <a:hlinkClick r:id="rId8"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7" name="Google Shape;347;p28">
              <a:hlinkClick r:id="rId9" action="ppaction://hlinksldjump"/>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8" name="Google Shape;348;p28">
              <a:hlinkClick r:id="rId10"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9" name="Google Shape;349;p28">
              <a:hlinkClick r:id="rId11"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0" name="Google Shape;350;p28">
              <a:hlinkClick r:id="rId12" action="ppaction://hlinksldjump"/>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1" name="Google Shape;351;p28">
              <a:hlinkClick r:id="rId13" action="ppaction://hlinksldjump"/>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2" name="Google Shape;352;p28">
              <a:hlinkClick r:id="rId14" action="ppaction://hlinksldjump"/>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3" name="Google Shape;353;p28">
              <a:hlinkClick r:id="rId15" action="ppaction://hlinksldjump"/>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4" name="Google Shape;354;p28">
              <a:hlinkClick r:id="rId16" action="ppaction://hlinksldjump"/>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5" name="Google Shape;355;p28">
              <a:hlinkClick r:id="rId17" action="ppaction://hlinksldjump"/>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6" name="Google Shape;356;p28">
              <a:hlinkClick r:id="rId18" action="ppaction://hlinksldjump"/>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7" name="Google Shape;357;p28">
              <a:hlinkClick r:id="rId19" action="ppaction://hlinksldjump"/>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8" name="Google Shape;358;p28">
              <a:hlinkClick r:id="rId20" action="ppaction://hlinksldjump"/>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9" name="Google Shape;359;p28">
              <a:hlinkClick r:id="rId21"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
        <p:nvSpPr>
          <p:cNvPr id="363" name="Google Shape;336;p28"/>
          <p:cNvSpPr txBox="1">
            <a:spLocks noGrp="1"/>
          </p:cNvSpPr>
          <p:nvPr>
            <p:ph type="title" idx="0"/>
          </p:nvPr>
        </p:nvSpPr>
        <p:spPr>
          <a:xfrm>
            <a:off x="4036591" y="2150850"/>
            <a:ext cx="4383600" cy="841800"/>
          </a:xfrm>
          <a:prstGeom prst="rect">
            <a:avLst/>
          </a:prstGeom>
          <a:noFill/>
          <a:ln>
            <a:noFill/>
          </a:ln>
        </p:spPr>
        <p:txBody>
          <a:bodyPr wrap="square" lIns="91424" tIns="91424" rIns="91424" bIns="91424" anchor="t" anchorCtr="0">
            <a:noAutofit/>
          </a:bodyPr>
          <a:lstStyle/>
          <a:p>
            <a:pPr marL="0" marR="0" lvl="0" indent="0" algn="l" rtl="0" eaLnBrk="1" latinLnBrk="0" hangingPunct="1">
              <a:lnSpc>
                <a:spcPct val="100000"/>
              </a:lnSpc>
              <a:spcBef>
                <a:spcPts val="0"/>
              </a:spcBef>
              <a:spcAft>
                <a:spcPts val="0"/>
              </a:spcAft>
              <a:buClr>
                <a:schemeClr val="dk1"/>
              </a:buClr>
              <a:buSzPct val="25000"/>
              <a:buFont typeface="Darker Grotesque Black"/>
              <a:buNone/>
              <a:defRPr/>
            </a:pPr>
            <a:r>
              <a:rPr xmlns:mc="http://schemas.openxmlformats.org/markup-compatibility/2006" xmlns:hp="http://schemas.haansoft.com/office/presentation/8.0" kumimoji="0" lang="en-US" altLang="ko-KR" sz="48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02</a:t>
            </a:r>
            <a:r>
              <a:rPr xmlns:mc="http://schemas.openxmlformats.org/markup-compatibility/2006" xmlns:hp="http://schemas.haansoft.com/office/presentation/8.0" kumimoji="0" lang="ko-KR" altLang="en-US" sz="48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 기술 스택</a:t>
            </a:r>
            <a:endParaRPr xmlns:mc="http://schemas.openxmlformats.org/markup-compatibility/2006" xmlns:hp="http://schemas.haansoft.com/office/presentation/8.0" kumimoji="0" lang="ko-KR" altLang="en-US" sz="48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endParaRPr>
          </a:p>
        </p:txBody>
      </p:sp>
      <p:pic>
        <p:nvPicPr>
          <p:cNvPr id="365" name="Google Shape;338;p28"/>
          <p:cNvPicPr/>
          <p:nvPr/>
        </p:nvPicPr>
        <p:blipFill rotWithShape="1">
          <a:blip r:embed="rId22">
            <a:alphaModFix/>
          </a:blip>
          <a:srcRect l="16440" r="16430"/>
          <a:stretch>
            <a:fillRect/>
          </a:stretch>
        </p:blipFill>
        <p:spPr>
          <a:xfrm>
            <a:off x="713225" y="1200862"/>
            <a:ext cx="2760600" cy="2741700"/>
          </a:xfrm>
          <a:prstGeom prst="roundRect">
            <a:avLst>
              <a:gd name="adj" fmla="val 16667"/>
            </a:avLst>
          </a:prstGeom>
          <a:noFill/>
          <a:ln w="19050" cap="flat" cmpd="sng">
            <a:solidFill>
              <a:srgbClr val="538786">
                <a:alpha val="100000"/>
              </a:srgbClr>
            </a:solidFill>
            <a:prstDash val="solid"/>
            <a:round/>
            <a:headEnd w="sm" len="sm"/>
            <a:tailEnd w="sm" len="sm"/>
          </a:ln>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64" name="Google Shape;364;p29"/>
          <p:cNvSpPr txBox="1">
            <a:spLocks noGrp="1"/>
          </p:cNvSpPr>
          <p:nvPr>
            <p:ph type="subTitle" idx="4"/>
          </p:nvPr>
        </p:nvSpPr>
        <p:spPr>
          <a:xfrm>
            <a:off x="4364505" y="1279031"/>
            <a:ext cx="4648112" cy="460800"/>
          </a:xfrm>
          <a:prstGeom prst="rect">
            <a:avLst/>
          </a:prstGeom>
        </p:spPr>
        <p:txBody>
          <a:bodyPr wrap="square" lIns="91424" tIns="91424" rIns="91424" bIns="91424" anchor="b" anchorCtr="0">
            <a:noAutofit/>
          </a:bodyPr>
          <a:lstStyle/>
          <a:p>
            <a:pPr marL="0" lvl="0" indent="0" rtl="0">
              <a:spcBef>
                <a:spcPts val="0"/>
              </a:spcBef>
              <a:spcAft>
                <a:spcPts val="0"/>
              </a:spcAft>
              <a:buNone/>
              <a:defRPr/>
            </a:pPr>
            <a:r>
              <a:rPr lang="en-US" altLang="ko-KR"/>
              <a:t>BACKEND</a:t>
            </a:r>
            <a:endParaRPr lang="en-US" altLang="ko-KR"/>
          </a:p>
        </p:txBody>
      </p:sp>
      <p:sp>
        <p:nvSpPr>
          <p:cNvPr id="365" name="Google Shape;365;p29"/>
          <p:cNvSpPr txBox="1">
            <a:spLocks noGrp="1"/>
          </p:cNvSpPr>
          <p:nvPr>
            <p:ph type="title" idx="0"/>
          </p:nvPr>
        </p:nvSpPr>
        <p:spPr>
          <a:xfrm>
            <a:off x="720000" y="521225"/>
            <a:ext cx="7704000" cy="572700"/>
          </a:xfrm>
          <a:prstGeom prst="rect">
            <a:avLst/>
          </a:prstGeom>
        </p:spPr>
        <p:txBody>
          <a:bodyPr wrap="square" lIns="91424" tIns="91424" rIns="91424" bIns="91424" anchor="t" anchorCtr="0">
            <a:noAutofit/>
          </a:bodyPr>
          <a:lstStyle/>
          <a:p>
            <a:pPr marL="0" lvl="0" indent="0" algn="ctr" rtl="0">
              <a:spcBef>
                <a:spcPts val="0"/>
              </a:spcBef>
              <a:spcAft>
                <a:spcPts val="0"/>
              </a:spcAft>
              <a:buNone/>
              <a:defRPr/>
            </a:pPr>
            <a:r>
              <a:rPr lang="ko-KR" altLang="en-US"/>
              <a:t>기술 스택</a:t>
            </a:r>
            <a:endParaRPr lang="ko-KR" altLang="en-US"/>
          </a:p>
        </p:txBody>
      </p:sp>
      <p:sp>
        <p:nvSpPr>
          <p:cNvPr id="368" name="Google Shape;368;p29"/>
          <p:cNvSpPr txBox="1">
            <a:spLocks noGrp="1"/>
          </p:cNvSpPr>
          <p:nvPr>
            <p:ph type="subTitle" idx="3"/>
          </p:nvPr>
        </p:nvSpPr>
        <p:spPr>
          <a:xfrm>
            <a:off x="338879" y="1283020"/>
            <a:ext cx="4025626" cy="460800"/>
          </a:xfrm>
          <a:prstGeom prst="rect">
            <a:avLst/>
          </a:prstGeom>
        </p:spPr>
        <p:txBody>
          <a:bodyPr wrap="square" lIns="91424" tIns="91424" rIns="91424" bIns="91424" anchor="b" anchorCtr="0">
            <a:noAutofit/>
          </a:bodyPr>
          <a:lstStyle/>
          <a:p>
            <a:pPr marL="0" lvl="0" indent="0" algn="ctr" rtl="0">
              <a:spcBef>
                <a:spcPts val="0"/>
              </a:spcBef>
              <a:spcAft>
                <a:spcPts val="0"/>
              </a:spcAft>
              <a:buNone/>
              <a:defRPr/>
            </a:pPr>
            <a:r>
              <a:rPr lang="en-US" altLang="ko-KR"/>
              <a:t>FRONTEND</a:t>
            </a:r>
            <a:endParaRPr lang="en-US" altLang="ko-KR"/>
          </a:p>
        </p:txBody>
      </p:sp>
      <p:grpSp>
        <p:nvGrpSpPr>
          <p:cNvPr id="387" name="Google Shape;387;p29"/>
          <p:cNvGrpSpPr/>
          <p:nvPr/>
        </p:nvGrpSpPr>
        <p:grpSpPr>
          <a:xfrm rot="0">
            <a:off x="1738925" y="4718600"/>
            <a:ext cx="5666144" cy="116400"/>
            <a:chOff x="1738925" y="4718600"/>
            <a:chExt cx="5666144" cy="116400"/>
          </a:xfrm>
        </p:grpSpPr>
        <p:sp>
          <p:nvSpPr>
            <p:cNvPr id="388" name="Google Shape;388;p29">
              <a:hlinkClick r:id="rId3"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89" name="Google Shape;389;p29">
              <a:hlinkClick r:id="rId4"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0" name="Google Shape;390;p29">
              <a:hlinkClick r:id="rId5"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1" name="Google Shape;391;p29">
              <a:hlinkClick r:id="rId6"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2" name="Google Shape;392;p29">
              <a:hlinkClick r:id="rId7" action="ppaction://hlinksldjump"/>
            </p:cNvPr>
            <p:cNvSpPr/>
            <p:nvPr/>
          </p:nvSpPr>
          <p:spPr>
            <a:xfrm>
              <a:off x="3199384"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3" name="Google Shape;393;p29">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4" name="Google Shape;394;p29">
              <a:hlinkClick r:id="rId8"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5" name="Google Shape;395;p29">
              <a:hlinkClick r:id="rId9" action="ppaction://hlinksldjump"/>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6" name="Google Shape;396;p29">
              <a:hlinkClick r:id="rId10"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7" name="Google Shape;397;p29">
              <a:hlinkClick r:id="rId11"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8" name="Google Shape;398;p29">
              <a:hlinkClick r:id="rId12" action="ppaction://hlinksldjump"/>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9" name="Google Shape;399;p29">
              <a:hlinkClick r:id="rId13" action="ppaction://hlinksldjump"/>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0" name="Google Shape;400;p29">
              <a:hlinkClick r:id="rId14" action="ppaction://hlinksldjump"/>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1" name="Google Shape;401;p29">
              <a:hlinkClick r:id="rId15" action="ppaction://hlinksldjump"/>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2" name="Google Shape;402;p29">
              <a:hlinkClick r:id="rId16" action="ppaction://hlinksldjump"/>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3" name="Google Shape;403;p29">
              <a:hlinkClick r:id="rId17" action="ppaction://hlinksldjump"/>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4" name="Google Shape;404;p29">
              <a:hlinkClick r:id="rId18" action="ppaction://hlinksldjump"/>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5" name="Google Shape;405;p29">
              <a:hlinkClick r:id="rId19" action="ppaction://hlinksldjump"/>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6" name="Google Shape;406;p29">
              <a:hlinkClick r:id="rId20" action="ppaction://hlinksldjump"/>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7" name="Google Shape;407;p29">
              <a:hlinkClick r:id="rId21"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pic>
        <p:nvPicPr>
          <p:cNvPr id="408" name=""/>
          <p:cNvPicPr>
            <a:picLocks noChangeAspect="1"/>
          </p:cNvPicPr>
          <p:nvPr/>
        </p:nvPicPr>
        <p:blipFill rotWithShape="1">
          <a:blip r:embed="rId22"/>
          <a:stretch>
            <a:fillRect/>
          </a:stretch>
        </p:blipFill>
        <p:spPr>
          <a:xfrm>
            <a:off x="3034148" y="596867"/>
            <a:ext cx="541920" cy="541920"/>
          </a:xfrm>
          <a:prstGeom prst="rect">
            <a:avLst/>
          </a:prstGeom>
        </p:spPr>
      </p:pic>
      <p:cxnSp>
        <p:nvCxnSpPr>
          <p:cNvPr id="409" name=""/>
          <p:cNvCxnSpPr/>
          <p:nvPr/>
        </p:nvCxnSpPr>
        <p:spPr>
          <a:xfrm rot="16200000" flipH="1">
            <a:off x="2841509" y="2947647"/>
            <a:ext cx="3244583" cy="10578"/>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10" name=""/>
          <p:cNvGraphicFramePr>
            <a:graphicFrameLocks noGrp="1"/>
          </p:cNvGraphicFramePr>
          <p:nvPr/>
        </p:nvGraphicFramePr>
        <p:xfrm>
          <a:off x="4572000" y="1791445"/>
          <a:ext cx="4233121" cy="2595880"/>
        </p:xfrm>
        <a:graphic>
          <a:graphicData uri="http://schemas.openxmlformats.org/drawingml/2006/table">
            <a:tbl>
              <a:tblPr firstRow="1" bandRow="1">
                <a:tableStyleId>{01A66EDD-3DAB-4C5B-A090-DC80EC1FD486}</a:tableStyleId>
              </a:tblPr>
              <a:tblGrid>
                <a:gridCol w="1471082"/>
                <a:gridCol w="2762039"/>
              </a:tblGrid>
              <a:tr h="370840">
                <a:tc>
                  <a:txBody>
                    <a:bodyPr vert="horz" wrap="square" lIns="91440" tIns="45720" rIns="91440" bIns="45720" anchor="t" anchorCtr="0">
                      <a:spAutoFit/>
                    </a:bodyPr>
                    <a:p>
                      <a:pPr marL="0" lvl="0" indent="0" algn="ctr" rtl="0">
                        <a:spcBef>
                          <a:spcPts val="0"/>
                        </a:spcBef>
                        <a:spcAft>
                          <a:spcPts val="0"/>
                        </a:spcAft>
                        <a:buNone/>
                        <a:defRPr/>
                      </a:pPr>
                      <a:r>
                        <a:rPr xmlns:mc="http://schemas.openxmlformats.org/markup-compatibility/2006" xmlns:hp="http://schemas.haansoft.com/office/presentation/8.0" lang="ko-KR" altLang="en-US" sz="1200" b="1" mc:Ignorable="hp" hp:hslEmbossed="0">
                          <a:solidFill>
                            <a:srgbClr val="000000"/>
                          </a:solidFill>
                          <a:effectLst/>
                        </a:rPr>
                        <a:t>종류</a:t>
                      </a:r>
                      <a:endParaRPr xmlns:mc="http://schemas.openxmlformats.org/markup-compatibility/2006" xmlns:hp="http://schemas.haansoft.com/office/presentation/8.0" lang="ko-KR" altLang="en-US" sz="1200" b="1" mc:Ignorable="hp" hp:hslEmbossed="0">
                        <a:solidFill>
                          <a:srgbClr val="000000"/>
                        </a:solidFill>
                        <a:effectLst/>
                      </a:endParaRPr>
                    </a:p>
                  </a:txBody>
                  <a:tcPr marL="91440" marR="91440">
                    <a:lnL w="28575" cap="flat" cmpd="sng" algn="ctr">
                      <a:solidFill>
                        <a:schemeClr val="tx1"/>
                      </a:solidFill>
                      <a:prstDash val="solid"/>
                      <a:round/>
                      <a:headEnd w="med" len="med"/>
                      <a:tailEnd w="med" len="med"/>
                    </a:lnL>
                    <a:lnR w="25400" cap="flat" cmpd="sng" algn="ctr">
                      <a:solidFill>
                        <a:schemeClr val="tx1"/>
                      </a:solidFill>
                      <a:prstDash val="solid"/>
                      <a:round/>
                      <a:headEnd w="med" len="med"/>
                      <a:tailEnd w="med" len="med"/>
                    </a:lnR>
                    <a:lnT w="28575" cap="flat" cmpd="sng" algn="ctr">
                      <a:solidFill>
                        <a:schemeClr val="tx1"/>
                      </a:solidFill>
                      <a:prstDash val="solid"/>
                      <a:round/>
                      <a:headEnd w="med" len="med"/>
                      <a:tailEnd w="med" len="med"/>
                    </a:lnT>
                    <a:lnB w="25400" cap="flat" cmpd="sng" algn="ctr">
                      <a:solidFill>
                        <a:schemeClr val="tx1"/>
                      </a:solidFill>
                      <a:prstDash val="solid"/>
                      <a:round/>
                      <a:headEnd w="med" len="med"/>
                      <a:tailEnd w="med" len="med"/>
                    </a:lnB>
                    <a:solidFill>
                      <a:schemeClr val="lt1"/>
                    </a:solidFill>
                  </a:tcPr>
                </a:tc>
                <a:tc>
                  <a:txBody>
                    <a:bodyPr vert="horz" wrap="square" lIns="91440" tIns="45720" rIns="91440" bIns="45720" anchor="t" anchorCtr="0">
                      <a:spAutoFit/>
                    </a:bodyPr>
                    <a:p>
                      <a:pPr marL="0" lvl="0" indent="0" algn="ctr" rtl="0">
                        <a:spcBef>
                          <a:spcPts val="0"/>
                        </a:spcBef>
                        <a:spcAft>
                          <a:spcPts val="0"/>
                        </a:spcAft>
                        <a:buNone/>
                        <a:defRPr/>
                      </a:pPr>
                      <a:r>
                        <a:rPr lang="ko-KR" altLang="en-US" sz="1200">
                          <a:solidFill>
                            <a:srgbClr val="000000"/>
                          </a:solidFill>
                        </a:rPr>
                        <a:t>내용</a:t>
                      </a:r>
                      <a:endParaRPr lang="ko-KR" altLang="en-US" sz="1200">
                        <a:solidFill>
                          <a:srgbClr val="000000"/>
                        </a:solidFill>
                      </a:endParaRPr>
                    </a:p>
                  </a:txBody>
                  <a:tcPr marL="91440" marR="91440">
                    <a:lnL w="254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28575" cap="flat" cmpd="sng" algn="ctr">
                      <a:solidFill>
                        <a:schemeClr val="tx1"/>
                      </a:solidFill>
                      <a:prstDash val="solid"/>
                      <a:round/>
                      <a:headEnd w="med" len="med"/>
                      <a:tailEnd w="med" len="med"/>
                    </a:lnT>
                    <a:lnB w="25400" cap="flat" cmpd="sng" algn="ctr">
                      <a:solidFill>
                        <a:schemeClr val="tx1"/>
                      </a:solidFill>
                      <a:prstDash val="solid"/>
                      <a:round/>
                      <a:headEnd w="med" len="med"/>
                      <a:tailEnd w="med" len="med"/>
                    </a:lnB>
                    <a:solidFill>
                      <a:schemeClr val="lt1"/>
                    </a:solidFill>
                  </a:tcPr>
                </a:tc>
              </a:tr>
              <a:tr h="370840">
                <a:tc>
                  <a:txBody>
                    <a:bodyPr vert="horz" wrap="square" lIns="91440" tIns="45720" rIns="91440" bIns="45720" anchor="t" anchorCtr="0">
                      <a:spAutoFit/>
                    </a:bodyPr>
                    <a:p>
                      <a:pPr marL="0" lvl="0" indent="0" algn="ctr" rtl="0">
                        <a:spcBef>
                          <a:spcPts val="0"/>
                        </a:spcBef>
                        <a:spcAft>
                          <a:spcPts val="0"/>
                        </a:spcAft>
                        <a:buNone/>
                        <a:defRPr/>
                      </a:pPr>
                      <a:r>
                        <a:rPr lang="en-US" altLang="en-US" sz="1000" b="1"/>
                        <a:t>언어 </a:t>
                      </a:r>
                      <a:endParaRPr lang="en-US" altLang="en-US" sz="1000" b="1"/>
                    </a:p>
                  </a:txBody>
                  <a:tcPr marL="91440" marR="91440">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254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vert="horz" wrap="square" lIns="91440" tIns="45720" rIns="91440" bIns="45720" anchor="t" anchorCtr="0">
                      <a:spAutoFit/>
                    </a:bodyPr>
                    <a:p>
                      <a:pPr marL="0" lvl="0" indent="0" rtl="0">
                        <a:spcBef>
                          <a:spcPts val="0"/>
                        </a:spcBef>
                        <a:spcAft>
                          <a:spcPts val="0"/>
                        </a:spcAft>
                        <a:buNone/>
                        <a:defRPr/>
                      </a:pPr>
                      <a:r>
                        <a:rPr lang="en-US" altLang="en-US" sz="1000"/>
                        <a:t>Java(JDK 17</a:t>
                      </a:r>
                      <a:r>
                        <a:rPr lang="en-US" altLang="ko-KR" sz="1000"/>
                        <a:t>)</a:t>
                      </a:r>
                      <a:endParaRPr lang="en-US" altLang="ko-KR" sz="1000"/>
                    </a:p>
                  </a:txBody>
                  <a:tcPr marL="91440" marR="91440">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254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r>
              <a:tr h="370840">
                <a:tc>
                  <a:txBody>
                    <a:bodyPr vert="horz" wrap="square" lIns="91440" tIns="45720" rIns="91440" bIns="45720" anchor="t" anchorCtr="0">
                      <a:spAutoFit/>
                    </a:bodyPr>
                    <a:p>
                      <a:pPr marL="0" lvl="0" indent="0" algn="ctr" rtl="0">
                        <a:spcBef>
                          <a:spcPts val="0"/>
                        </a:spcBef>
                        <a:spcAft>
                          <a:spcPts val="0"/>
                        </a:spcAft>
                        <a:buNone/>
                        <a:defRPr/>
                      </a:pPr>
                      <a:r>
                        <a:rPr lang="en-US" altLang="en-US" sz="1000" b="1"/>
                        <a:t>서버 </a:t>
                      </a:r>
                      <a:endParaRPr lang="en-US" altLang="en-US" sz="1000" b="1"/>
                    </a:p>
                  </a:txBody>
                  <a:tcPr marL="91440" marR="91440">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vert="horz" wrap="square" lIns="91440" tIns="45720" rIns="91440" bIns="45720" anchor="t" anchorCtr="0">
                      <a:spAutoFit/>
                    </a:bodyPr>
                    <a:p>
                      <a:pPr marL="0" lvl="0" indent="0" rtl="0">
                        <a:spcBef>
                          <a:spcPts val="0"/>
                        </a:spcBef>
                        <a:spcAft>
                          <a:spcPts val="0"/>
                        </a:spcAft>
                        <a:buNone/>
                        <a:defRPr/>
                      </a:pPr>
                      <a:r>
                        <a:rPr lang="en-US" altLang="en-US" sz="1000"/>
                        <a:t>AWS EC2,SpringBoot</a:t>
                      </a:r>
                      <a:endParaRPr lang="en-US" altLang="en-US" sz="1000"/>
                    </a:p>
                  </a:txBody>
                  <a:tcPr marL="91440" marR="91440">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r>
              <a:tr h="370840">
                <a:tc>
                  <a:txBody>
                    <a:bodyPr vert="horz" wrap="square" lIns="91440" tIns="45720" rIns="91440" bIns="45720" anchor="t" anchorCtr="0">
                      <a:spAutoFit/>
                    </a:bodyPr>
                    <a:p>
                      <a:pPr marL="0" lvl="0" indent="0" algn="ctr" rtl="0">
                        <a:spcBef>
                          <a:spcPts val="0"/>
                        </a:spcBef>
                        <a:spcAft>
                          <a:spcPts val="0"/>
                        </a:spcAft>
                        <a:buNone/>
                        <a:defRPr/>
                      </a:pPr>
                      <a:r>
                        <a:rPr lang="en-US" altLang="en-US" sz="1000" b="1"/>
                        <a:t>프레임워크 </a:t>
                      </a:r>
                      <a:endParaRPr lang="en-US" altLang="en-US" sz="1000" b="1"/>
                    </a:p>
                  </a:txBody>
                  <a:tcPr marL="91440" marR="91440">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vert="horz" wrap="square" lIns="91440" tIns="45720" rIns="91440" bIns="45720" anchor="t" anchorCtr="0">
                      <a:spAutoFit/>
                    </a:bodyPr>
                    <a:p>
                      <a:pPr marL="0" lvl="0" indent="0" rtl="0">
                        <a:spcBef>
                          <a:spcPts val="0"/>
                        </a:spcBef>
                        <a:spcAft>
                          <a:spcPts val="0"/>
                        </a:spcAft>
                        <a:buNone/>
                        <a:defRPr/>
                      </a:pPr>
                      <a:r>
                        <a:rPr lang="en-US" altLang="en-US" sz="1000"/>
                        <a:t>Spring Framework</a:t>
                      </a:r>
                      <a:endParaRPr lang="en-US" altLang="ko-KR" sz="1000"/>
                    </a:p>
                  </a:txBody>
                  <a:tcPr marL="91440" marR="91440">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r>
              <a:tr h="370840">
                <a:tc>
                  <a:txBody>
                    <a:bodyPr vert="horz" wrap="square" lIns="91440" tIns="45720" rIns="91440" bIns="45720" anchor="t" anchorCtr="0">
                      <a:spAutoFit/>
                    </a:bodyPr>
                    <a:p>
                      <a:pPr marL="0" lvl="0" indent="0" algn="ctr" rtl="0">
                        <a:spcBef>
                          <a:spcPts val="0"/>
                        </a:spcBef>
                        <a:spcAft>
                          <a:spcPts val="0"/>
                        </a:spcAft>
                        <a:buNone/>
                        <a:defRPr/>
                      </a:pPr>
                      <a:r>
                        <a:rPr lang="en-US" altLang="en-US" sz="1000" b="1"/>
                        <a:t>데이터베이스 </a:t>
                      </a:r>
                      <a:endParaRPr lang="en-US" altLang="en-US" sz="1000" b="1"/>
                    </a:p>
                  </a:txBody>
                  <a:tcPr marL="91440" marR="91440">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vert="horz" wrap="square" lIns="91440" tIns="45720" rIns="91440" bIns="45720" anchor="t" anchorCtr="0">
                      <a:spAutoFit/>
                    </a:bodyPr>
                    <a:p>
                      <a:pPr marL="0" lvl="0" indent="0" rtl="0">
                        <a:spcBef>
                          <a:spcPts val="0"/>
                        </a:spcBef>
                        <a:spcAft>
                          <a:spcPts val="0"/>
                        </a:spcAft>
                        <a:buNone/>
                        <a:defRPr/>
                      </a:pPr>
                      <a:r>
                        <a:rPr lang="en-US" altLang="en-US" sz="1000"/>
                        <a:t>MYSQL</a:t>
                      </a:r>
                      <a:r>
                        <a:rPr lang="en-US" altLang="ko-KR" sz="1000"/>
                        <a:t>, </a:t>
                      </a:r>
                      <a:r>
                        <a:rPr lang="en-US" altLang="en-US" sz="1000"/>
                        <a:t> AWS RDS</a:t>
                      </a:r>
                      <a:r>
                        <a:rPr lang="en-US" altLang="ko-KR" sz="1000"/>
                        <a:t>,  DBeaver</a:t>
                      </a:r>
                      <a:endParaRPr lang="en-US" altLang="ko-KR" sz="1000"/>
                    </a:p>
                  </a:txBody>
                  <a:tcPr marL="91440" marR="91440">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r>
              <a:tr h="370840">
                <a:tc>
                  <a:txBody>
                    <a:bodyPr vert="horz" wrap="square" lIns="91440" tIns="45720" rIns="91440" bIns="45720" anchor="t" anchorCtr="0">
                      <a:spAutoFit/>
                    </a:bodyPr>
                    <a:p>
                      <a:pPr marL="0" lvl="0" indent="0" algn="ctr" rtl="0">
                        <a:spcBef>
                          <a:spcPts val="0"/>
                        </a:spcBef>
                        <a:spcAft>
                          <a:spcPts val="0"/>
                        </a:spcAft>
                        <a:buNone/>
                        <a:defRPr/>
                      </a:pPr>
                      <a:r>
                        <a:rPr lang="en-US" altLang="en-US" sz="1000" b="1"/>
                        <a:t>라이브러리 </a:t>
                      </a:r>
                      <a:endParaRPr lang="en-US" altLang="en-US" sz="1000" b="1"/>
                    </a:p>
                  </a:txBody>
                  <a:tcPr marL="91440" marR="91440">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vert="horz" wrap="square" lIns="91440" tIns="45720" rIns="91440" bIns="45720" anchor="t" anchorCtr="0">
                      <a:spAutoFit/>
                    </a:bodyPr>
                    <a:p>
                      <a:pPr marL="0" lvl="0" indent="0" rtl="0">
                        <a:spcBef>
                          <a:spcPts val="0"/>
                        </a:spcBef>
                        <a:spcAft>
                          <a:spcPts val="0"/>
                        </a:spcAft>
                        <a:buNone/>
                        <a:defRPr/>
                      </a:pPr>
                      <a:r>
                        <a:rPr lang="en-US" altLang="en-US" sz="1000"/>
                        <a:t>JDBC, JPA, SpringWeb, Gradle, Lo</a:t>
                      </a:r>
                      <a:r>
                        <a:rPr lang="en-US" altLang="ko-KR" sz="1000"/>
                        <a:t>mbok</a:t>
                      </a:r>
                      <a:endParaRPr lang="en-US" altLang="ko-KR" sz="1000"/>
                    </a:p>
                  </a:txBody>
                  <a:tcPr marL="91440" marR="91440">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r>
              <a:tr h="370840">
                <a:tc>
                  <a:txBody>
                    <a:bodyPr vert="horz" wrap="square" lIns="91440" tIns="45720" rIns="91440" bIns="45720" anchor="t" anchorCtr="0">
                      <a:spAutoFit/>
                    </a:bodyPr>
                    <a:p>
                      <a:pPr marL="0" lvl="0" indent="0" algn="ctr" rtl="0">
                        <a:spcBef>
                          <a:spcPts val="0"/>
                        </a:spcBef>
                        <a:spcAft>
                          <a:spcPts val="0"/>
                        </a:spcAft>
                        <a:buNone/>
                        <a:defRPr/>
                      </a:pPr>
                      <a:r>
                        <a:rPr lang="en-US" altLang="ko-KR" sz="1000" b="0"/>
                        <a:t>API</a:t>
                      </a:r>
                      <a:endParaRPr lang="en-US" altLang="ko-KR" sz="1000" b="0"/>
                    </a:p>
                  </a:txBody>
                  <a:tcPr marL="91440" marR="91440">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28575" cap="flat" cmpd="sng" algn="ctr">
                      <a:solidFill>
                        <a:schemeClr val="tx1"/>
                      </a:solidFill>
                      <a:prstDash val="solid"/>
                      <a:round/>
                      <a:headEnd w="med" len="med"/>
                      <a:tailEnd w="med" len="med"/>
                    </a:lnB>
                    <a:solidFill>
                      <a:schemeClr val="lt1"/>
                    </a:solidFill>
                  </a:tcPr>
                </a:tc>
                <a:tc>
                  <a:txBody>
                    <a:bodyPr vert="horz" wrap="square" lIns="91440" tIns="45720" rIns="91440" bIns="45720" anchor="t" anchorCtr="0">
                      <a:spAutoFit/>
                    </a:bodyPr>
                    <a:p>
                      <a:pPr marL="0" lvl="0" indent="0" rtl="0">
                        <a:spcBef>
                          <a:spcPts val="0"/>
                        </a:spcBef>
                        <a:spcAft>
                          <a:spcPts val="0"/>
                        </a:spcAft>
                        <a:buNone/>
                        <a:defRPr/>
                      </a:pPr>
                      <a:r>
                        <a:rPr lang="en-US" altLang="ko-KR" sz="1000"/>
                        <a:t>KAMIS API</a:t>
                      </a:r>
                      <a:endParaRPr lang="en-US" altLang="ko-KR" sz="1000"/>
                    </a:p>
                  </a:txBody>
                  <a:tcPr marL="91440" marR="91440">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28575" cap="flat" cmpd="sng" algn="ctr">
                      <a:solidFill>
                        <a:schemeClr val="tx1"/>
                      </a:solidFill>
                      <a:prstDash val="solid"/>
                      <a:round/>
                      <a:headEnd w="med" len="med"/>
                      <a:tailEnd w="med" len="med"/>
                    </a:lnB>
                    <a:solidFill>
                      <a:schemeClr val="lt1"/>
                    </a:solidFill>
                  </a:tcPr>
                </a:tc>
              </a:tr>
            </a:tbl>
          </a:graphicData>
        </a:graphic>
      </p:graphicFrame>
      <p:graphicFrame>
        <p:nvGraphicFramePr>
          <p:cNvPr id="411" name=""/>
          <p:cNvGraphicFramePr>
            <a:graphicFrameLocks noGrp="1"/>
          </p:cNvGraphicFramePr>
          <p:nvPr/>
        </p:nvGraphicFramePr>
        <p:xfrm>
          <a:off x="338879" y="1791445"/>
          <a:ext cx="4025626" cy="2595880"/>
        </p:xfrm>
        <a:graphic>
          <a:graphicData uri="http://schemas.openxmlformats.org/drawingml/2006/table">
            <a:tbl>
              <a:tblPr firstRow="1" bandRow="1">
                <a:tableStyleId>{01A66EDD-3DAB-4C5B-A090-DC80EC1FD486}</a:tableStyleId>
              </a:tblPr>
              <a:tblGrid>
                <a:gridCol w="1398974"/>
                <a:gridCol w="2626652"/>
              </a:tblGrid>
              <a:tr h="370840">
                <a:tc>
                  <a:txBody>
                    <a:bodyPr vert="horz" wrap="square" lIns="91440" tIns="45720" rIns="91440" bIns="45720" anchor="t" anchorCtr="0">
                      <a:spAutoFit/>
                    </a:bodyPr>
                    <a:p>
                      <a:pPr marL="0" lvl="0" indent="0" algn="ctr" rtl="0">
                        <a:spcBef>
                          <a:spcPts val="0"/>
                        </a:spcBef>
                        <a:spcAft>
                          <a:spcPts val="0"/>
                        </a:spcAft>
                        <a:buNone/>
                        <a:defRPr/>
                      </a:pPr>
                      <a:r>
                        <a:rPr xmlns:mc="http://schemas.openxmlformats.org/markup-compatibility/2006" xmlns:hp="http://schemas.haansoft.com/office/presentation/8.0" lang="ko-KR" altLang="en-US" sz="1200" b="1" mc:Ignorable="hp" hp:hslEmbossed="0">
                          <a:solidFill>
                            <a:srgbClr val="000000"/>
                          </a:solidFill>
                          <a:effectLst/>
                        </a:rPr>
                        <a:t>종류</a:t>
                      </a:r>
                      <a:endParaRPr xmlns:mc="http://schemas.openxmlformats.org/markup-compatibility/2006" xmlns:hp="http://schemas.haansoft.com/office/presentation/8.0" lang="ko-KR" altLang="en-US" sz="1200" b="1" mc:Ignorable="hp" hp:hslEmbossed="0">
                        <a:solidFill>
                          <a:srgbClr val="000000"/>
                        </a:solidFill>
                        <a:effectLst/>
                      </a:endParaRPr>
                    </a:p>
                  </a:txBody>
                  <a:tcPr marL="91440" marR="91440">
                    <a:lnL w="28575" cap="flat" cmpd="sng" algn="ctr">
                      <a:solidFill>
                        <a:schemeClr val="tx1"/>
                      </a:solidFill>
                      <a:prstDash val="solid"/>
                      <a:round/>
                      <a:headEnd w="med" len="med"/>
                      <a:tailEnd w="med" len="med"/>
                    </a:lnL>
                    <a:lnR w="25400" cap="flat" cmpd="sng" algn="ctr">
                      <a:solidFill>
                        <a:schemeClr val="tx1"/>
                      </a:solidFill>
                      <a:prstDash val="solid"/>
                      <a:round/>
                      <a:headEnd w="med" len="med"/>
                      <a:tailEnd w="med" len="med"/>
                    </a:lnR>
                    <a:lnT w="28575" cap="flat" cmpd="sng" algn="ctr">
                      <a:solidFill>
                        <a:schemeClr val="tx1"/>
                      </a:solidFill>
                      <a:prstDash val="solid"/>
                      <a:round/>
                      <a:headEnd w="med" len="med"/>
                      <a:tailEnd w="med" len="med"/>
                    </a:lnT>
                    <a:lnB w="25400" cap="flat" cmpd="sng" algn="ctr">
                      <a:solidFill>
                        <a:schemeClr val="tx1"/>
                      </a:solidFill>
                      <a:prstDash val="solid"/>
                      <a:round/>
                      <a:headEnd w="med" len="med"/>
                      <a:tailEnd w="med" len="med"/>
                    </a:lnB>
                    <a:solidFill>
                      <a:schemeClr val="lt1"/>
                    </a:solidFill>
                  </a:tcPr>
                </a:tc>
                <a:tc>
                  <a:txBody>
                    <a:bodyPr vert="horz" wrap="square" lIns="91440" tIns="45720" rIns="91440" bIns="45720" anchor="t" anchorCtr="0">
                      <a:spAutoFit/>
                    </a:bodyPr>
                    <a:p>
                      <a:pPr marL="0" lvl="0" indent="0" algn="ctr" rtl="0">
                        <a:spcBef>
                          <a:spcPts val="0"/>
                        </a:spcBef>
                        <a:spcAft>
                          <a:spcPts val="0"/>
                        </a:spcAft>
                        <a:buNone/>
                        <a:defRPr/>
                      </a:pPr>
                      <a:r>
                        <a:rPr lang="ko-KR" altLang="en-US" sz="1200">
                          <a:solidFill>
                            <a:srgbClr val="000000"/>
                          </a:solidFill>
                        </a:rPr>
                        <a:t>내용</a:t>
                      </a:r>
                      <a:endParaRPr lang="ko-KR" altLang="en-US" sz="1200">
                        <a:solidFill>
                          <a:srgbClr val="000000"/>
                        </a:solidFill>
                      </a:endParaRPr>
                    </a:p>
                  </a:txBody>
                  <a:tcPr marL="91440" marR="91440">
                    <a:lnL w="254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28575" cap="flat" cmpd="sng" algn="ctr">
                      <a:solidFill>
                        <a:schemeClr val="tx1"/>
                      </a:solidFill>
                      <a:prstDash val="solid"/>
                      <a:round/>
                      <a:headEnd w="med" len="med"/>
                      <a:tailEnd w="med" len="med"/>
                    </a:lnT>
                    <a:lnB w="25400" cap="flat" cmpd="sng" algn="ctr">
                      <a:solidFill>
                        <a:schemeClr val="tx1"/>
                      </a:solidFill>
                      <a:prstDash val="solid"/>
                      <a:round/>
                      <a:headEnd w="med" len="med"/>
                      <a:tailEnd w="med" len="med"/>
                    </a:lnB>
                    <a:solidFill>
                      <a:schemeClr val="lt1"/>
                    </a:solidFill>
                  </a:tcPr>
                </a:tc>
              </a:tr>
              <a:tr h="370840">
                <a:tc>
                  <a:txBody>
                    <a:bodyPr vert="horz" wrap="square" lIns="91440" tIns="45720" rIns="91440" bIns="45720" anchor="t" anchorCtr="0">
                      <a:spAutoFit/>
                    </a:bodyPr>
                    <a:p>
                      <a:pPr marL="0" lvl="0" indent="0" algn="ctr" rtl="0">
                        <a:spcBef>
                          <a:spcPts val="0"/>
                        </a:spcBef>
                        <a:spcAft>
                          <a:spcPts val="0"/>
                        </a:spcAft>
                        <a:buNone/>
                        <a:defRPr/>
                      </a:pPr>
                      <a:r>
                        <a:rPr lang="en-US" altLang="en-US" sz="1000" b="1"/>
                        <a:t>언어 </a:t>
                      </a:r>
                      <a:endParaRPr lang="en-US" altLang="en-US" sz="1000" b="1"/>
                    </a:p>
                  </a:txBody>
                  <a:tcPr marL="91440" marR="91440">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254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vert="horz" wrap="square" lIns="91440" tIns="45720" rIns="91440" bIns="45720" anchor="t" anchorCtr="0">
                      <a:spAutoFit/>
                    </a:bodyPr>
                    <a:p>
                      <a:pPr marL="0" lvl="0" indent="0" rtl="0">
                        <a:spcBef>
                          <a:spcPts val="0"/>
                        </a:spcBef>
                        <a:spcAft>
                          <a:spcPts val="0"/>
                        </a:spcAft>
                        <a:buNone/>
                        <a:defRPr/>
                      </a:pPr>
                      <a:r>
                        <a:rPr lang="en-US" altLang="en-US" sz="1000"/>
                        <a:t>Java(JDK 17</a:t>
                      </a:r>
                      <a:r>
                        <a:rPr lang="en-US" altLang="ko-KR" sz="1000"/>
                        <a:t>)</a:t>
                      </a:r>
                      <a:endParaRPr lang="en-US" altLang="ko-KR" sz="1000"/>
                    </a:p>
                  </a:txBody>
                  <a:tcPr marL="91440" marR="91440">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254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r>
              <a:tr h="370840">
                <a:tc>
                  <a:txBody>
                    <a:bodyPr vert="horz" wrap="square" lIns="91440" tIns="45720" rIns="91440" bIns="45720" anchor="t" anchorCtr="0">
                      <a:spAutoFit/>
                    </a:bodyPr>
                    <a:p>
                      <a:pPr marL="0" lvl="0" indent="0" algn="ctr" rtl="0">
                        <a:spcBef>
                          <a:spcPts val="0"/>
                        </a:spcBef>
                        <a:spcAft>
                          <a:spcPts val="0"/>
                        </a:spcAft>
                        <a:buNone/>
                        <a:defRPr/>
                      </a:pPr>
                      <a:r>
                        <a:rPr lang="en-US" altLang="en-US" sz="1000" b="1"/>
                        <a:t>서버 </a:t>
                      </a:r>
                      <a:endParaRPr lang="en-US" altLang="en-US" sz="1000" b="1"/>
                    </a:p>
                  </a:txBody>
                  <a:tcPr marL="91440" marR="91440">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vert="horz" wrap="square" lIns="91440" tIns="45720" rIns="91440" bIns="45720" anchor="t" anchorCtr="0">
                      <a:spAutoFit/>
                    </a:bodyPr>
                    <a:p>
                      <a:pPr marL="0" lvl="0" indent="0" rtl="0">
                        <a:spcBef>
                          <a:spcPts val="0"/>
                        </a:spcBef>
                        <a:spcAft>
                          <a:spcPts val="0"/>
                        </a:spcAft>
                        <a:buNone/>
                        <a:defRPr/>
                      </a:pPr>
                      <a:r>
                        <a:rPr lang="en-US" altLang="en-US" sz="1000"/>
                        <a:t>AWS EC2,SpringBoot</a:t>
                      </a:r>
                      <a:endParaRPr lang="en-US" altLang="en-US" sz="1000"/>
                    </a:p>
                  </a:txBody>
                  <a:tcPr marL="91440" marR="91440">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r>
              <a:tr h="370840">
                <a:tc>
                  <a:txBody>
                    <a:bodyPr vert="horz" wrap="square" lIns="91440" tIns="45720" rIns="91440" bIns="45720" anchor="t" anchorCtr="0">
                      <a:spAutoFit/>
                    </a:bodyPr>
                    <a:p>
                      <a:pPr marL="0" lvl="0" indent="0" algn="ctr" rtl="0">
                        <a:spcBef>
                          <a:spcPts val="0"/>
                        </a:spcBef>
                        <a:spcAft>
                          <a:spcPts val="0"/>
                        </a:spcAft>
                        <a:buNone/>
                        <a:defRPr/>
                      </a:pPr>
                      <a:r>
                        <a:rPr lang="en-US" altLang="en-US" sz="1000" b="1"/>
                        <a:t>프레임워크 </a:t>
                      </a:r>
                      <a:endParaRPr lang="en-US" altLang="en-US" sz="1000" b="1"/>
                    </a:p>
                  </a:txBody>
                  <a:tcPr marL="91440" marR="91440">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vert="horz" wrap="square" lIns="91440" tIns="45720" rIns="91440" bIns="45720" anchor="t" anchorCtr="0">
                      <a:spAutoFit/>
                    </a:bodyPr>
                    <a:p>
                      <a:pPr marL="0" lvl="0" indent="0" rtl="0">
                        <a:spcBef>
                          <a:spcPts val="0"/>
                        </a:spcBef>
                        <a:spcAft>
                          <a:spcPts val="0"/>
                        </a:spcAft>
                        <a:buNone/>
                        <a:defRPr/>
                      </a:pPr>
                      <a:r>
                        <a:rPr lang="en-US" altLang="en-US" sz="1000"/>
                        <a:t>Spring Framework</a:t>
                      </a:r>
                      <a:endParaRPr lang="en-US" altLang="ko-KR" sz="1000"/>
                    </a:p>
                  </a:txBody>
                  <a:tcPr marL="91440" marR="91440">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r>
              <a:tr h="370840">
                <a:tc>
                  <a:txBody>
                    <a:bodyPr vert="horz" wrap="square" lIns="91440" tIns="45720" rIns="91440" bIns="45720" anchor="t" anchorCtr="0">
                      <a:spAutoFit/>
                    </a:bodyPr>
                    <a:p>
                      <a:pPr marL="0" lvl="0" indent="0" algn="ctr" rtl="0">
                        <a:spcBef>
                          <a:spcPts val="0"/>
                        </a:spcBef>
                        <a:spcAft>
                          <a:spcPts val="0"/>
                        </a:spcAft>
                        <a:buNone/>
                        <a:defRPr/>
                      </a:pPr>
                      <a:r>
                        <a:rPr lang="en-US" altLang="en-US" sz="1000" b="1"/>
                        <a:t>데이터베이스 </a:t>
                      </a:r>
                      <a:endParaRPr lang="en-US" altLang="en-US" sz="1000" b="1"/>
                    </a:p>
                  </a:txBody>
                  <a:tcPr marL="91440" marR="91440">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vert="horz" wrap="square" lIns="91440" tIns="45720" rIns="91440" bIns="45720" anchor="t" anchorCtr="0">
                      <a:spAutoFit/>
                    </a:bodyPr>
                    <a:p>
                      <a:pPr marL="0" lvl="0" indent="0" rtl="0">
                        <a:spcBef>
                          <a:spcPts val="0"/>
                        </a:spcBef>
                        <a:spcAft>
                          <a:spcPts val="0"/>
                        </a:spcAft>
                        <a:buNone/>
                        <a:defRPr/>
                      </a:pPr>
                      <a:r>
                        <a:rPr lang="en-US" altLang="en-US" sz="1000"/>
                        <a:t>MYSQL</a:t>
                      </a:r>
                      <a:r>
                        <a:rPr lang="en-US" altLang="ko-KR" sz="1000"/>
                        <a:t>, </a:t>
                      </a:r>
                      <a:r>
                        <a:rPr lang="en-US" altLang="en-US" sz="1000"/>
                        <a:t> AWS RDS</a:t>
                      </a:r>
                      <a:r>
                        <a:rPr lang="en-US" altLang="ko-KR" sz="1000"/>
                        <a:t>,  DBeaver</a:t>
                      </a:r>
                      <a:endParaRPr lang="en-US" altLang="ko-KR" sz="1000"/>
                    </a:p>
                  </a:txBody>
                  <a:tcPr marL="91440" marR="91440">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r>
              <a:tr h="370840">
                <a:tc>
                  <a:txBody>
                    <a:bodyPr vert="horz" wrap="square" lIns="91440" tIns="45720" rIns="91440" bIns="45720" anchor="t" anchorCtr="0">
                      <a:spAutoFit/>
                    </a:bodyPr>
                    <a:p>
                      <a:pPr marL="0" lvl="0" indent="0" algn="ctr" rtl="0">
                        <a:spcBef>
                          <a:spcPts val="0"/>
                        </a:spcBef>
                        <a:spcAft>
                          <a:spcPts val="0"/>
                        </a:spcAft>
                        <a:buNone/>
                        <a:defRPr/>
                      </a:pPr>
                      <a:r>
                        <a:rPr lang="en-US" altLang="en-US" sz="1000" b="1"/>
                        <a:t>라이브러리 </a:t>
                      </a:r>
                      <a:endParaRPr lang="en-US" altLang="en-US" sz="1000" b="1"/>
                    </a:p>
                  </a:txBody>
                  <a:tcPr marL="91440" marR="91440">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c>
                  <a:txBody>
                    <a:bodyPr vert="horz" wrap="square" lIns="91440" tIns="45720" rIns="91440" bIns="45720" anchor="t" anchorCtr="0">
                      <a:spAutoFit/>
                    </a:bodyPr>
                    <a:p>
                      <a:pPr marL="0" lvl="0" indent="0" rtl="0">
                        <a:spcBef>
                          <a:spcPts val="0"/>
                        </a:spcBef>
                        <a:spcAft>
                          <a:spcPts val="0"/>
                        </a:spcAft>
                        <a:buNone/>
                        <a:defRPr/>
                      </a:pPr>
                      <a:r>
                        <a:rPr lang="en-US" altLang="en-US" sz="1000"/>
                        <a:t>JDBC, JPA, SpringWeb, Gradle, Lo</a:t>
                      </a:r>
                      <a:r>
                        <a:rPr lang="en-US" altLang="ko-KR" sz="1000"/>
                        <a:t>mbok</a:t>
                      </a:r>
                      <a:endParaRPr lang="en-US" altLang="ko-KR" sz="1000"/>
                    </a:p>
                  </a:txBody>
                  <a:tcPr marL="91440" marR="91440">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12700" cap="flat" cmpd="sng" algn="ctr">
                      <a:solidFill>
                        <a:schemeClr val="tx1"/>
                      </a:solidFill>
                      <a:prstDash val="solid"/>
                      <a:round/>
                      <a:headEnd w="med" len="med"/>
                      <a:tailEnd w="med" len="med"/>
                    </a:lnB>
                    <a:solidFill>
                      <a:schemeClr val="lt1"/>
                    </a:solidFill>
                  </a:tcPr>
                </a:tc>
              </a:tr>
              <a:tr h="370840">
                <a:tc>
                  <a:txBody>
                    <a:bodyPr vert="horz" wrap="square" lIns="91440" tIns="45720" rIns="91440" bIns="45720" anchor="t" anchorCtr="0">
                      <a:spAutoFit/>
                    </a:bodyPr>
                    <a:p>
                      <a:pPr marL="0" lvl="0" indent="0" algn="ctr" rtl="0">
                        <a:spcBef>
                          <a:spcPts val="0"/>
                        </a:spcBef>
                        <a:spcAft>
                          <a:spcPts val="0"/>
                        </a:spcAft>
                        <a:buNone/>
                        <a:defRPr/>
                      </a:pPr>
                      <a:r>
                        <a:rPr lang="en-US" altLang="ko-KR" sz="1000" b="0"/>
                        <a:t>API</a:t>
                      </a:r>
                      <a:endParaRPr lang="en-US" altLang="ko-KR" sz="1000" b="0"/>
                    </a:p>
                  </a:txBody>
                  <a:tcPr marL="91440" marR="91440">
                    <a:lnL w="28575" cap="flat" cmpd="sng" algn="ctr">
                      <a:solidFill>
                        <a:schemeClr val="tx1"/>
                      </a:solidFill>
                      <a:prstDash val="solid"/>
                      <a:round/>
                      <a:headEnd w="med" len="med"/>
                      <a:tailEnd w="med" len="med"/>
                    </a:lnL>
                    <a:lnR w="12700"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28575" cap="flat" cmpd="sng" algn="ctr">
                      <a:solidFill>
                        <a:schemeClr val="tx1"/>
                      </a:solidFill>
                      <a:prstDash val="solid"/>
                      <a:round/>
                      <a:headEnd w="med" len="med"/>
                      <a:tailEnd w="med" len="med"/>
                    </a:lnB>
                    <a:solidFill>
                      <a:schemeClr val="lt1"/>
                    </a:solidFill>
                  </a:tcPr>
                </a:tc>
                <a:tc>
                  <a:txBody>
                    <a:bodyPr vert="horz" wrap="square" lIns="91440" tIns="45720" rIns="91440" bIns="45720" anchor="t" anchorCtr="0">
                      <a:spAutoFit/>
                    </a:bodyPr>
                    <a:p>
                      <a:pPr marL="0" lvl="0" indent="0" rtl="0">
                        <a:spcBef>
                          <a:spcPts val="0"/>
                        </a:spcBef>
                        <a:spcAft>
                          <a:spcPts val="0"/>
                        </a:spcAft>
                        <a:buNone/>
                        <a:defRPr/>
                      </a:pPr>
                      <a:r>
                        <a:rPr lang="en-US" altLang="ko-KR" sz="1000"/>
                        <a:t>KAMIS API</a:t>
                      </a:r>
                      <a:endParaRPr lang="en-US" altLang="ko-KR" sz="1000"/>
                    </a:p>
                  </a:txBody>
                  <a:tcPr marL="91440" marR="91440">
                    <a:lnL w="12700" cap="flat" cmpd="sng" algn="ctr">
                      <a:solidFill>
                        <a:schemeClr val="tx1"/>
                      </a:solidFill>
                      <a:prstDash val="solid"/>
                      <a:round/>
                      <a:headEnd w="med" len="med"/>
                      <a:tailEnd w="med" len="med"/>
                    </a:lnL>
                    <a:lnR w="28575" cap="flat" cmpd="sng" algn="ctr">
                      <a:solidFill>
                        <a:schemeClr val="tx1"/>
                      </a:solidFill>
                      <a:prstDash val="solid"/>
                      <a:round/>
                      <a:headEnd w="med" len="med"/>
                      <a:tailEnd w="med" len="med"/>
                    </a:lnR>
                    <a:lnT w="12700" cap="flat" cmpd="sng" algn="ctr">
                      <a:solidFill>
                        <a:schemeClr val="tx1"/>
                      </a:solidFill>
                      <a:prstDash val="solid"/>
                      <a:round/>
                      <a:headEnd w="med" len="med"/>
                      <a:tailEnd w="med" len="med"/>
                    </a:lnT>
                    <a:lnB w="28575" cap="flat" cmpd="sng" algn="ctr">
                      <a:solidFill>
                        <a:schemeClr val="tx1"/>
                      </a:solidFill>
                      <a:prstDash val="solid"/>
                      <a:round/>
                      <a:headEnd w="med" len="med"/>
                      <a:tailEnd w="med" len="med"/>
                    </a:lnB>
                    <a:solidFill>
                      <a:schemeClr val="lt1"/>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pSp>
        <p:nvGrpSpPr>
          <p:cNvPr id="339" name="Google Shape;339;p28"/>
          <p:cNvGrpSpPr/>
          <p:nvPr/>
        </p:nvGrpSpPr>
        <p:grpSpPr>
          <a:xfrm rot="0">
            <a:off x="1738925" y="4718600"/>
            <a:ext cx="5666144" cy="116400"/>
            <a:chOff x="1738925" y="4718600"/>
            <a:chExt cx="5666144" cy="116400"/>
          </a:xfrm>
        </p:grpSpPr>
        <p:sp>
          <p:nvSpPr>
            <p:cNvPr id="340" name="Google Shape;340;p28">
              <a:hlinkClick r:id="" action="ppaction://noaction"/>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1" name="Google Shape;341;p28">
              <a:hlinkClick r:id="rId3"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2" name="Google Shape;342;p28">
              <a:hlinkClick r:id="rId4"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3" name="Google Shape;343;p28">
              <a:hlinkClick r:id="rId5" action="ppaction://hlinksldjump"/>
            </p:cNvPr>
            <p:cNvSpPr/>
            <p:nvPr/>
          </p:nvSpPr>
          <p:spPr>
            <a:xfrm>
              <a:off x="2907292"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4" name="Google Shape;344;p28">
              <a:hlinkClick r:id="rId6"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5" name="Google Shape;345;p28">
              <a:hlinkClick r:id="rId7" action="ppaction://hlinksldjump"/>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6" name="Google Shape;346;p28">
              <a:hlinkClick r:id="" action="ppaction://noaction"/>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7" name="Google Shape;347;p28">
              <a:hlinkClick r:id="rId8" action="ppaction://hlinksldjump"/>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8" name="Google Shape;348;p28">
              <a:hlinkClick r:id="rId9"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9" name="Google Shape;349;p28">
              <a:hlinkClick r:id="rId10"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0" name="Google Shape;350;p28">
              <a:hlinkClick r:id="rId11" action="ppaction://hlinksldjump"/>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1" name="Google Shape;351;p28">
              <a:hlinkClick r:id="rId12" action="ppaction://hlinksldjump"/>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2" name="Google Shape;352;p28">
              <a:hlinkClick r:id="rId13" action="ppaction://hlinksldjump"/>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3" name="Google Shape;353;p28">
              <a:hlinkClick r:id="rId14" action="ppaction://hlinksldjump"/>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4" name="Google Shape;354;p28">
              <a:hlinkClick r:id="rId15" action="ppaction://hlinksldjump"/>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5" name="Google Shape;355;p28">
              <a:hlinkClick r:id="rId16" action="ppaction://hlinksldjump"/>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6" name="Google Shape;356;p28">
              <a:hlinkClick r:id="rId17" action="ppaction://hlinksldjump"/>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7" name="Google Shape;357;p28">
              <a:hlinkClick r:id="rId18" action="ppaction://hlinksldjump"/>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8" name="Google Shape;358;p28">
              <a:hlinkClick r:id="rId19" action="ppaction://hlinksldjump"/>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9" name="Google Shape;359;p28">
              <a:hlinkClick r:id="rId20"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
        <p:nvSpPr>
          <p:cNvPr id="363" name="Google Shape;336;p28"/>
          <p:cNvSpPr txBox="1">
            <a:spLocks noGrp="1"/>
          </p:cNvSpPr>
          <p:nvPr>
            <p:ph type="title" idx="0"/>
          </p:nvPr>
        </p:nvSpPr>
        <p:spPr>
          <a:xfrm>
            <a:off x="3973091" y="2150850"/>
            <a:ext cx="4383600" cy="841800"/>
          </a:xfrm>
          <a:prstGeom prst="rect">
            <a:avLst/>
          </a:prstGeom>
          <a:noFill/>
          <a:ln>
            <a:noFill/>
          </a:ln>
        </p:spPr>
        <p:txBody>
          <a:bodyPr wrap="square" lIns="91424" tIns="91424" rIns="91424" bIns="91424" anchor="t" anchorCtr="0">
            <a:noAutofit/>
          </a:bodyPr>
          <a:lstStyle/>
          <a:p>
            <a:pPr marL="0" marR="0" lvl="0" indent="0" algn="l" rtl="0" eaLnBrk="1" latinLnBrk="0" hangingPunct="1">
              <a:lnSpc>
                <a:spcPct val="100000"/>
              </a:lnSpc>
              <a:spcBef>
                <a:spcPts val="0"/>
              </a:spcBef>
              <a:spcAft>
                <a:spcPts val="0"/>
              </a:spcAft>
              <a:buClr>
                <a:schemeClr val="dk1"/>
              </a:buClr>
              <a:buSzPct val="25000"/>
              <a:buFont typeface="Darker Grotesque Black"/>
              <a:buNone/>
              <a:defRPr/>
            </a:pPr>
            <a:r>
              <a:rPr xmlns:mc="http://schemas.openxmlformats.org/markup-compatibility/2006" xmlns:hp="http://schemas.haansoft.com/office/presentation/8.0" kumimoji="0" lang="en-US" altLang="ko-KR" sz="48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03</a:t>
            </a:r>
            <a:r>
              <a:rPr xmlns:mc="http://schemas.openxmlformats.org/markup-compatibility/2006" xmlns:hp="http://schemas.haansoft.com/office/presentation/8.0" kumimoji="0" lang="ko-KR" altLang="en-US" sz="48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 설계 구조</a:t>
            </a:r>
            <a:endParaRPr xmlns:mc="http://schemas.openxmlformats.org/markup-compatibility/2006" xmlns:hp="http://schemas.haansoft.com/office/presentation/8.0" kumimoji="0" lang="ko-KR" altLang="en-US" sz="48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endParaRPr>
          </a:p>
        </p:txBody>
      </p:sp>
      <p:pic>
        <p:nvPicPr>
          <p:cNvPr id="365" name="Google Shape;338;p28"/>
          <p:cNvPicPr/>
          <p:nvPr/>
        </p:nvPicPr>
        <p:blipFill rotWithShape="1">
          <a:blip r:embed="rId21">
            <a:alphaModFix/>
          </a:blip>
          <a:srcRect l="16440" r="16430"/>
          <a:stretch>
            <a:fillRect/>
          </a:stretch>
        </p:blipFill>
        <p:spPr>
          <a:xfrm>
            <a:off x="713225" y="1200862"/>
            <a:ext cx="2760600" cy="2741700"/>
          </a:xfrm>
          <a:prstGeom prst="roundRect">
            <a:avLst>
              <a:gd name="adj" fmla="val 16667"/>
            </a:avLst>
          </a:prstGeom>
          <a:noFill/>
          <a:ln w="19050" cap="flat" cmpd="sng">
            <a:solidFill>
              <a:srgbClr val="538786">
                <a:alpha val="100000"/>
              </a:srgbClr>
            </a:solidFill>
            <a:prstDash val="solid"/>
            <a:round/>
            <a:headEnd w="sm" len="sm"/>
            <a:tailEnd w="sm" len="sm"/>
          </a:ln>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pSp>
        <p:nvGrpSpPr>
          <p:cNvPr id="432" name="Google Shape;432;p30"/>
          <p:cNvGrpSpPr/>
          <p:nvPr/>
        </p:nvGrpSpPr>
        <p:grpSpPr>
          <a:xfrm rot="0">
            <a:off x="1738925" y="4718600"/>
            <a:ext cx="5666144" cy="116400"/>
            <a:chOff x="1738925" y="4718600"/>
            <a:chExt cx="5666144" cy="116400"/>
          </a:xfrm>
        </p:grpSpPr>
        <p:sp>
          <p:nvSpPr>
            <p:cNvPr id="433" name="Google Shape;433;p30">
              <a:hlinkClick r:id="rId3"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34" name="Google Shape;434;p30">
              <a:hlinkClick r:id="rId4"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35" name="Google Shape;435;p30">
              <a:hlinkClick r:id="rId5"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36" name="Google Shape;436;p30">
              <a:hlinkClick r:id="rId6"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37" name="Google Shape;437;p30">
              <a:hlinkClick r:id="rId7"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38" name="Google Shape;438;p30">
              <a:hlinkClick r:id="" action="ppaction://noaction"/>
            </p:cNvPr>
            <p:cNvSpPr/>
            <p:nvPr/>
          </p:nvSpPr>
          <p:spPr>
            <a:xfrm>
              <a:off x="3491476"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39" name="Google Shape;439;p30">
              <a:hlinkClick r:id="rId8"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0" name="Google Shape;440;p30">
              <a:hlinkClick r:id="rId9" action="ppaction://hlinksldjump"/>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1" name="Google Shape;441;p30">
              <a:hlinkClick r:id="rId10"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2" name="Google Shape;442;p30">
              <a:hlinkClick r:id="rId11"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3" name="Google Shape;443;p30">
              <a:hlinkClick r:id="rId12" action="ppaction://hlinksldjump"/>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4" name="Google Shape;444;p30">
              <a:hlinkClick r:id="rId13" action="ppaction://hlinksldjump"/>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5" name="Google Shape;445;p30">
              <a:hlinkClick r:id="rId14" action="ppaction://hlinksldjump"/>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6" name="Google Shape;446;p30">
              <a:hlinkClick r:id="rId15" action="ppaction://hlinksldjump"/>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7" name="Google Shape;447;p30">
              <a:hlinkClick r:id="rId16" action="ppaction://hlinksldjump"/>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8" name="Google Shape;448;p30">
              <a:hlinkClick r:id="rId17" action="ppaction://hlinksldjump"/>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49" name="Google Shape;449;p30">
              <a:hlinkClick r:id="rId18" action="ppaction://hlinksldjump"/>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50" name="Google Shape;450;p30">
              <a:hlinkClick r:id="rId19" action="ppaction://hlinksldjump"/>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51" name="Google Shape;451;p30">
              <a:hlinkClick r:id="rId20" action="ppaction://hlinksldjump"/>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52" name="Google Shape;452;p30">
              <a:hlinkClick r:id="rId21"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
        <p:nvSpPr>
          <p:cNvPr id="459" name="Google Shape;123;p14"/>
          <p:cNvSpPr>
            <a:spLocks noGrp="1"/>
          </p:cNvSpPr>
          <p:nvPr>
            <p:ph type="title" idx="0"/>
          </p:nvPr>
        </p:nvSpPr>
        <p:spPr/>
        <p:txBody>
          <a:bodyPr/>
          <a:lstStyle/>
          <a:p>
            <a:pPr algn="ctr">
              <a:defRPr/>
            </a:pPr>
            <a:r>
              <a:rPr lang="en-US" altLang="ko-KR"/>
              <a:t>DB</a:t>
            </a:r>
            <a:r>
              <a:rPr lang="ko-KR" altLang="en-US"/>
              <a:t> 관계도</a:t>
            </a:r>
            <a:endParaRPr lang="en-US" altLang="ko-KR"/>
          </a:p>
        </p:txBody>
      </p:sp>
      <p:pic>
        <p:nvPicPr>
          <p:cNvPr id="460" name=""/>
          <p:cNvPicPr>
            <a:picLocks noChangeAspect="1"/>
          </p:cNvPicPr>
          <p:nvPr/>
        </p:nvPicPr>
        <p:blipFill rotWithShape="1">
          <a:blip r:embed="rId22"/>
          <a:stretch>
            <a:fillRect/>
          </a:stretch>
        </p:blipFill>
        <p:spPr>
          <a:xfrm>
            <a:off x="458780" y="1228862"/>
            <a:ext cx="4335471" cy="3397250"/>
          </a:xfrm>
          <a:prstGeom prst="rect">
            <a:avLst/>
          </a:prstGeom>
        </p:spPr>
      </p:pic>
      <p:sp>
        <p:nvSpPr>
          <p:cNvPr id="462" name=""/>
          <p:cNvSpPr txBox="1"/>
          <p:nvPr/>
        </p:nvSpPr>
        <p:spPr>
          <a:xfrm>
            <a:off x="4572000" y="1228863"/>
            <a:ext cx="4234656" cy="293232"/>
          </a:xfrm>
          <a:prstGeom prst="rect">
            <a:avLst/>
          </a:prstGeom>
        </p:spPr>
        <p:txBody>
          <a:bodyPr wrap="square">
            <a:spAutoFit/>
          </a:bodyPr>
          <a:p>
            <a:pPr>
              <a:defRPr/>
            </a:pPr>
            <a:endParaRPr lang="ko-KR" altLang="en-US"/>
          </a:p>
        </p:txBody>
      </p:sp>
      <p:graphicFrame>
        <p:nvGraphicFramePr>
          <p:cNvPr id="464" name=""/>
          <p:cNvGraphicFramePr>
            <a:graphicFrameLocks noGrp="1"/>
          </p:cNvGraphicFramePr>
          <p:nvPr/>
        </p:nvGraphicFramePr>
        <p:xfrm>
          <a:off x="4794251" y="1228863"/>
          <a:ext cx="4011242" cy="3397248"/>
        </p:xfrm>
        <a:graphic>
          <a:graphicData uri="http://schemas.openxmlformats.org/drawingml/2006/table">
            <a:tbl>
              <a:tblPr firstRow="1" bandRow="1">
                <a:tableStyleId>{32344573-4499-4136-9432-9625E8DE034D}</a:tableStyleId>
              </a:tblPr>
              <a:tblGrid>
                <a:gridCol w="1208986"/>
                <a:gridCol w="2802256"/>
              </a:tblGrid>
              <a:tr h="363822">
                <a:tc>
                  <a:txBody>
                    <a:bodyPr vert="horz" wrap="square" lIns="91440" tIns="45720" rIns="91440" bIns="45720" anchor="t" anchorCtr="0">
                      <a:spAutoFit/>
                    </a:bodyPr>
                    <a:p>
                      <a:pPr algn="ctr">
                        <a:defRPr/>
                      </a:pPr>
                      <a:r>
                        <a:rPr lang="en-US" altLang="ko-KR" sz="1100">
                          <a:solidFill>
                            <a:schemeClr val="dk1"/>
                          </a:solidFill>
                        </a:rPr>
                        <a:t>DBNAME</a:t>
                      </a:r>
                      <a:endParaRPr lang="en-US" altLang="ko-KR" sz="1100">
                        <a:solidFill>
                          <a:schemeClr val="dk1"/>
                        </a:solidFill>
                      </a:endParaRPr>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c>
                  <a:txBody>
                    <a:bodyPr vert="horz" wrap="square" lIns="91440" tIns="45720" rIns="91440" bIns="45720" anchor="t" anchorCtr="0">
                      <a:spAutoFit/>
                    </a:bodyPr>
                    <a:p>
                      <a:pPr algn="ctr">
                        <a:defRPr/>
                      </a:pPr>
                      <a:r>
                        <a:rPr lang="en-US" altLang="ko-KR" sz="1100">
                          <a:solidFill>
                            <a:schemeClr val="dk1"/>
                          </a:solidFill>
                        </a:rPr>
                        <a:t>CONTEXT</a:t>
                      </a:r>
                      <a:endParaRPr lang="en-US" altLang="ko-KR" sz="1100">
                        <a:solidFill>
                          <a:schemeClr val="dk1"/>
                        </a:solidFill>
                      </a:endParaRPr>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r>
              <a:tr h="505571">
                <a:tc>
                  <a:txBody>
                    <a:bodyPr vert="horz" wrap="square" lIns="91440" tIns="45720" rIns="91440" bIns="45720" anchor="t" anchorCtr="0">
                      <a:spAutoFit/>
                    </a:bodyPr>
                    <a:p>
                      <a:pPr algn="ctr">
                        <a:defRPr/>
                      </a:pPr>
                      <a:r>
                        <a:rPr lang="en-US" altLang="ko-KR" sz="1000"/>
                        <a:t>users</a:t>
                      </a:r>
                      <a:endParaRPr lang="en-US" altLang="ko-KR" sz="10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c>
                  <a:txBody>
                    <a:bodyPr vert="horz" wrap="square" lIns="91440" tIns="45720" rIns="91440" bIns="45720" anchor="t" anchorCtr="0">
                      <a:spAutoFit/>
                    </a:bodyPr>
                    <a:p>
                      <a:pPr>
                        <a:defRPr/>
                      </a:pPr>
                      <a:r>
                        <a:rPr lang="ko-KR" altLang="en-US" sz="800"/>
                        <a:t>회원정보 테이블</a:t>
                      </a:r>
                      <a:endParaRPr lang="ko-KR" altLang="en-US" sz="800"/>
                    </a:p>
                    <a:p>
                      <a:pPr>
                        <a:defRPr/>
                      </a:pPr>
                      <a:r>
                        <a:rPr lang="en-US" altLang="ko-KR" sz="800"/>
                        <a:t>client_num :</a:t>
                      </a:r>
                      <a:r>
                        <a:rPr lang="ko-KR" altLang="en-US" sz="800"/>
                        <a:t> 기본키</a:t>
                      </a:r>
                      <a:r>
                        <a:rPr lang="en-US" altLang="ko-KR" sz="800"/>
                        <a:t>(PK)</a:t>
                      </a:r>
                      <a:endParaRPr lang="en-US" altLang="ko-KR" sz="800"/>
                    </a:p>
                    <a:p>
                      <a:pPr>
                        <a:defRPr/>
                      </a:pPr>
                      <a:r>
                        <a:rPr lang="ko-KR" altLang="en-US" sz="800"/>
                        <a:t>모든 테이블이 </a:t>
                      </a:r>
                      <a:r>
                        <a:rPr lang="en-US" altLang="ko-KR" sz="800"/>
                        <a:t>userNick</a:t>
                      </a:r>
                      <a:r>
                        <a:rPr lang="ko-KR" altLang="en-US" sz="800"/>
                        <a:t>을 외래키로 받음</a:t>
                      </a:r>
                      <a:endParaRPr lang="ko-KR" altLang="en-US" sz="8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r>
              <a:tr h="505571">
                <a:tc>
                  <a:txBody>
                    <a:bodyPr vert="horz" wrap="square" lIns="91440" tIns="45720" rIns="91440" bIns="45720" anchor="t" anchorCtr="0">
                      <a:spAutoFit/>
                    </a:bodyPr>
                    <a:p>
                      <a:pPr algn="ctr">
                        <a:defRPr/>
                      </a:pPr>
                      <a:r>
                        <a:rPr lang="en-US" altLang="ko-KR" sz="1000"/>
                        <a:t>board_context</a:t>
                      </a:r>
                      <a:endParaRPr lang="en-US" altLang="ko-KR" sz="10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c>
                  <a:txBody>
                    <a:bodyPr vert="horz" wrap="square" lIns="91440" tIns="45720" rIns="91440" bIns="45720" anchor="t" anchorCtr="0">
                      <a:spAutoFit/>
                    </a:bodyPr>
                    <a:p>
                      <a:pPr>
                        <a:defRPr/>
                      </a:pPr>
                      <a:r>
                        <a:rPr lang="ko-KR" altLang="en-US" sz="800"/>
                        <a:t>게시판 테이블</a:t>
                      </a:r>
                      <a:endParaRPr lang="ko-KR" altLang="en-US" sz="800"/>
                    </a:p>
                    <a:p>
                      <a:pPr>
                        <a:defRPr/>
                      </a:pPr>
                      <a:r>
                        <a:rPr lang="en-US" altLang="ko-KR" sz="800"/>
                        <a:t>bod_num :</a:t>
                      </a:r>
                      <a:r>
                        <a:rPr lang="ko-KR" altLang="en-US" sz="800"/>
                        <a:t> 기본키</a:t>
                      </a:r>
                      <a:r>
                        <a:rPr lang="en-US" altLang="ko-KR" sz="800"/>
                        <a:t>(PK)</a:t>
                      </a:r>
                      <a:endParaRPr lang="en-US" altLang="ko-KR" sz="800"/>
                    </a:p>
                    <a:p>
                      <a:pPr>
                        <a:defRPr/>
                      </a:pPr>
                      <a:r>
                        <a:rPr lang="en-US" altLang="ko-KR" sz="800"/>
                        <a:t>user_nick</a:t>
                      </a:r>
                      <a:r>
                        <a:rPr lang="ko-KR" altLang="en-US" sz="800"/>
                        <a:t>을 외래키로 사용</a:t>
                      </a:r>
                      <a:endParaRPr lang="ko-KR" altLang="en-US" sz="8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r>
              <a:tr h="505571">
                <a:tc>
                  <a:txBody>
                    <a:bodyPr vert="horz" wrap="square" lIns="91440" tIns="45720" rIns="91440" bIns="45720" anchor="t" anchorCtr="0">
                      <a:spAutoFit/>
                    </a:bodyPr>
                    <a:p>
                      <a:pPr algn="ctr">
                        <a:defRPr/>
                      </a:pPr>
                      <a:r>
                        <a:rPr lang="en-US" altLang="ko-KR" sz="1000"/>
                        <a:t>heart</a:t>
                      </a:r>
                      <a:endParaRPr lang="en-US" altLang="ko-KR" sz="10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c>
                  <a:txBody>
                    <a:bodyPr vert="horz" wrap="square" lIns="91440" tIns="45720" rIns="91440" bIns="45720" anchor="t" anchorCtr="0">
                      <a:spAutoFit/>
                    </a:bodyPr>
                    <a:p>
                      <a:pPr>
                        <a:defRPr/>
                      </a:pPr>
                      <a:r>
                        <a:rPr lang="ko-KR" altLang="en-US" sz="800"/>
                        <a:t>좋아요 테이블</a:t>
                      </a:r>
                      <a:endParaRPr lang="ko-KR" altLang="en-US" sz="800"/>
                    </a:p>
                    <a:p>
                      <a:pPr>
                        <a:defRPr/>
                      </a:pPr>
                      <a:r>
                        <a:rPr lang="en-US" altLang="ko-KR" sz="800"/>
                        <a:t>heart_num : </a:t>
                      </a:r>
                      <a:r>
                        <a:rPr lang="ko-KR" altLang="en-US" sz="800"/>
                        <a:t>기본키</a:t>
                      </a:r>
                      <a:r>
                        <a:rPr lang="en-US" altLang="ko-KR" sz="800"/>
                        <a:t>(PK)</a:t>
                      </a:r>
                      <a:endParaRPr lang="en-US" altLang="ko-KR" sz="800"/>
                    </a:p>
                    <a:p>
                      <a:pPr>
                        <a:defRPr/>
                      </a:pPr>
                      <a:r>
                        <a:rPr lang="en-US" altLang="ko-KR" sz="800"/>
                        <a:t>bod_num, user_nick</a:t>
                      </a:r>
                      <a:r>
                        <a:rPr lang="ko-KR" altLang="en-US" sz="800"/>
                        <a:t>을 외래키로 사용</a:t>
                      </a:r>
                      <a:endParaRPr lang="ko-KR" altLang="en-US" sz="8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r>
              <a:tr h="505571">
                <a:tc>
                  <a:txBody>
                    <a:bodyPr vert="horz" wrap="square" lIns="91440" tIns="45720" rIns="91440" bIns="45720" anchor="t" anchorCtr="0">
                      <a:spAutoFit/>
                    </a:bodyPr>
                    <a:p>
                      <a:pPr algn="ctr">
                        <a:defRPr/>
                      </a:pPr>
                      <a:r>
                        <a:rPr lang="en-US" altLang="ko-KR" sz="1000"/>
                        <a:t>qna</a:t>
                      </a:r>
                      <a:endParaRPr lang="en-US" altLang="ko-KR" sz="10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c>
                  <a:txBody>
                    <a:bodyPr vert="horz" wrap="square" lIns="91440" tIns="45720" rIns="91440" bIns="45720" anchor="t" anchorCtr="0">
                      <a:spAutoFit/>
                    </a:bodyPr>
                    <a:p>
                      <a:pPr>
                        <a:defRPr/>
                      </a:pPr>
                      <a:r>
                        <a:rPr lang="ko-KR" altLang="en-US" sz="800"/>
                        <a:t>문의 테이블</a:t>
                      </a:r>
                      <a:endParaRPr lang="ko-KR" altLang="en-US" sz="800"/>
                    </a:p>
                    <a:p>
                      <a:pPr>
                        <a:defRPr/>
                      </a:pPr>
                      <a:r>
                        <a:rPr lang="en-US" altLang="ko-KR" sz="800"/>
                        <a:t>qna_num : </a:t>
                      </a:r>
                      <a:r>
                        <a:rPr lang="ko-KR" altLang="en-US" sz="800"/>
                        <a:t>기본키</a:t>
                      </a:r>
                      <a:r>
                        <a:rPr lang="en-US" altLang="ko-KR" sz="800"/>
                        <a:t>(PK)</a:t>
                      </a:r>
                      <a:endParaRPr lang="en-US" altLang="ko-KR" sz="800"/>
                    </a:p>
                    <a:p>
                      <a:pPr>
                        <a:defRPr/>
                      </a:pPr>
                      <a:r>
                        <a:rPr lang="en-US" altLang="ko-KR" sz="800"/>
                        <a:t>user_nick</a:t>
                      </a:r>
                      <a:r>
                        <a:rPr lang="ko-KR" altLang="en-US" sz="800"/>
                        <a:t>을 외래키로 사용</a:t>
                      </a:r>
                      <a:endParaRPr lang="ko-KR" altLang="en-US" sz="8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r>
              <a:tr h="505571">
                <a:tc>
                  <a:txBody>
                    <a:bodyPr vert="horz" wrap="square" lIns="91440" tIns="45720" rIns="91440" bIns="45720" anchor="t" anchorCtr="0">
                      <a:spAutoFit/>
                    </a:bodyPr>
                    <a:p>
                      <a:pPr algn="ctr">
                        <a:defRPr/>
                      </a:pPr>
                      <a:r>
                        <a:rPr lang="en-US" altLang="ko-KR" sz="1000"/>
                        <a:t>comment</a:t>
                      </a:r>
                      <a:endParaRPr lang="en-US" altLang="ko-KR" sz="10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c>
                  <a:txBody>
                    <a:bodyPr vert="horz" wrap="square" lIns="91440" tIns="45720" rIns="91440" bIns="45720" anchor="t" anchorCtr="0">
                      <a:spAutoFit/>
                    </a:bodyPr>
                    <a:p>
                      <a:pPr>
                        <a:defRPr/>
                      </a:pPr>
                      <a:r>
                        <a:rPr lang="ko-KR" altLang="en-US" sz="800"/>
                        <a:t>댓글 테이블</a:t>
                      </a:r>
                      <a:endParaRPr lang="ko-KR" altLang="en-US" sz="800"/>
                    </a:p>
                    <a:p>
                      <a:pPr>
                        <a:defRPr/>
                      </a:pPr>
                      <a:r>
                        <a:rPr lang="en-US" altLang="ko-KR" sz="800"/>
                        <a:t>com_id :</a:t>
                      </a:r>
                      <a:r>
                        <a:rPr lang="ko-KR" altLang="en-US" sz="800"/>
                        <a:t> 기본키</a:t>
                      </a:r>
                      <a:r>
                        <a:rPr lang="en-US" altLang="ko-KR" sz="800"/>
                        <a:t>(PK)</a:t>
                      </a:r>
                      <a:endParaRPr lang="en-US" altLang="ko-KR" sz="800"/>
                    </a:p>
                    <a:p>
                      <a:pPr>
                        <a:defRPr/>
                      </a:pPr>
                      <a:r>
                        <a:rPr lang="en-US" altLang="ko-KR" sz="800"/>
                        <a:t>bod_num, user_nick</a:t>
                      </a:r>
                      <a:r>
                        <a:rPr lang="ko-KR" altLang="en-US" sz="800"/>
                        <a:t>을 외래키로 사용</a:t>
                      </a:r>
                      <a:endParaRPr lang="ko-KR" altLang="en-US" sz="8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r>
              <a:tr h="505571">
                <a:tc>
                  <a:txBody>
                    <a:bodyPr vert="horz" wrap="square" lIns="91440" tIns="45720" rIns="91440" bIns="45720" anchor="t" anchorCtr="0">
                      <a:spAutoFit/>
                    </a:bodyPr>
                    <a:p>
                      <a:pPr algn="ctr">
                        <a:defRPr/>
                      </a:pPr>
                      <a:r>
                        <a:rPr lang="en-US" altLang="ko-KR" sz="1000"/>
                        <a:t>parent_comment</a:t>
                      </a:r>
                      <a:endParaRPr lang="en-US" altLang="ko-KR" sz="10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c>
                  <a:txBody>
                    <a:bodyPr vert="horz" wrap="square" lIns="91440" tIns="45720" rIns="91440" bIns="45720" anchor="t" anchorCtr="0">
                      <a:spAutoFit/>
                    </a:bodyPr>
                    <a:p>
                      <a:pPr>
                        <a:defRPr/>
                      </a:pPr>
                      <a:r>
                        <a:rPr lang="ko-KR" altLang="en-US" sz="800"/>
                        <a:t>대댓글 테이블</a:t>
                      </a:r>
                      <a:endParaRPr lang="ko-KR" altLang="en-US" sz="800"/>
                    </a:p>
                    <a:p>
                      <a:pPr>
                        <a:defRPr/>
                      </a:pPr>
                      <a:r>
                        <a:rPr lang="en-US" altLang="ko-KR" sz="800"/>
                        <a:t>p_com_id:</a:t>
                      </a:r>
                      <a:r>
                        <a:rPr lang="ko-KR" altLang="en-US" sz="800"/>
                        <a:t> 기본키</a:t>
                      </a:r>
                      <a:r>
                        <a:rPr lang="en-US" altLang="ko-KR" sz="800"/>
                        <a:t>(PK)</a:t>
                      </a:r>
                      <a:endParaRPr lang="en-US" altLang="ko-KR" sz="800"/>
                    </a:p>
                    <a:p>
                      <a:pPr>
                        <a:defRPr/>
                      </a:pPr>
                      <a:r>
                        <a:rPr lang="en-US" altLang="ko-KR" sz="800"/>
                        <a:t>com_id, user)nick</a:t>
                      </a:r>
                      <a:r>
                        <a:rPr lang="ko-KR" altLang="en-US" sz="800"/>
                        <a:t>을 외래키로 사용</a:t>
                      </a:r>
                      <a:endParaRPr lang="ko-KR" altLang="en-US" sz="800"/>
                    </a:p>
                  </a:txBody>
                  <a:tcPr marL="91440" marR="91440">
                    <a:lnL w="9525" cap="flat" cmpd="sng" algn="ctr">
                      <a:solidFill>
                        <a:schemeClr val="tx1"/>
                      </a:solidFill>
                      <a:prstDash val="solid"/>
                      <a:round/>
                      <a:headEnd w="med" len="med"/>
                      <a:tailEnd w="med" len="med"/>
                    </a:lnL>
                    <a:lnR w="9525" cap="flat" cmpd="sng" algn="ctr">
                      <a:solidFill>
                        <a:schemeClr val="tx1"/>
                      </a:solidFill>
                      <a:prstDash val="solid"/>
                      <a:round/>
                      <a:headEnd w="med" len="med"/>
                      <a:tailEnd w="med" len="med"/>
                    </a:lnR>
                    <a:lnT w="9525" cap="flat" cmpd="sng" algn="ctr">
                      <a:solidFill>
                        <a:schemeClr val="tx1"/>
                      </a:solidFill>
                      <a:prstDash val="solid"/>
                      <a:round/>
                      <a:headEnd w="med" len="med"/>
                      <a:tailEnd w="med" len="med"/>
                    </a:lnT>
                    <a:lnB w="9525" cap="flat" cmpd="sng" algn="ctr">
                      <a:solidFill>
                        <a:schemeClr val="tx1"/>
                      </a:solidFill>
                      <a:prstDash val="solid"/>
                      <a:round/>
                      <a:headEnd w="med" len="med"/>
                      <a:tailEnd w="med" len="med"/>
                    </a:lnB>
                  </a:tcPr>
                </a:tc>
              </a:tr>
            </a:tbl>
          </a:graphicData>
        </a:graphic>
      </p:graphicFrame>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pSp>
        <p:nvGrpSpPr>
          <p:cNvPr id="339" name="Google Shape;339;p28"/>
          <p:cNvGrpSpPr/>
          <p:nvPr/>
        </p:nvGrpSpPr>
        <p:grpSpPr>
          <a:xfrm rot="0">
            <a:off x="1738925" y="4718600"/>
            <a:ext cx="5666144" cy="116400"/>
            <a:chOff x="1738925" y="4718600"/>
            <a:chExt cx="5666144" cy="116400"/>
          </a:xfrm>
        </p:grpSpPr>
        <p:sp>
          <p:nvSpPr>
            <p:cNvPr id="340" name="Google Shape;340;p28">
              <a:hlinkClick r:id="" action="ppaction://noaction"/>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1" name="Google Shape;341;p28">
              <a:hlinkClick r:id="rId3"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2" name="Google Shape;342;p28">
              <a:hlinkClick r:id="rId4"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3" name="Google Shape;343;p28">
              <a:hlinkClick r:id="rId5" action="ppaction://hlinksldjump"/>
            </p:cNvPr>
            <p:cNvSpPr/>
            <p:nvPr/>
          </p:nvSpPr>
          <p:spPr>
            <a:xfrm>
              <a:off x="2907292"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4" name="Google Shape;344;p28">
              <a:hlinkClick r:id="rId6"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5" name="Google Shape;345;p28">
              <a:hlinkClick r:id="rId7" action="ppaction://hlinksldjump"/>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6" name="Google Shape;346;p28">
              <a:hlinkClick r:id="" action="ppaction://noaction"/>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7" name="Google Shape;347;p28">
              <a:hlinkClick r:id="rId8" action="ppaction://hlinksldjump"/>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8" name="Google Shape;348;p28">
              <a:hlinkClick r:id="rId9"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9" name="Google Shape;349;p28">
              <a:hlinkClick r:id="rId10"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0" name="Google Shape;350;p28">
              <a:hlinkClick r:id="rId11" action="ppaction://hlinksldjump"/>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1" name="Google Shape;351;p28">
              <a:hlinkClick r:id="rId12" action="ppaction://hlinksldjump"/>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2" name="Google Shape;352;p28">
              <a:hlinkClick r:id="rId13" action="ppaction://hlinksldjump"/>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3" name="Google Shape;353;p28">
              <a:hlinkClick r:id="rId14" action="ppaction://hlinksldjump"/>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4" name="Google Shape;354;p28">
              <a:hlinkClick r:id="rId15" action="ppaction://hlinksldjump"/>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5" name="Google Shape;355;p28">
              <a:hlinkClick r:id="rId16" action="ppaction://hlinksldjump"/>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6" name="Google Shape;356;p28">
              <a:hlinkClick r:id="rId17" action="ppaction://hlinksldjump"/>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7" name="Google Shape;357;p28">
              <a:hlinkClick r:id="rId18" action="ppaction://hlinksldjump"/>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8" name="Google Shape;358;p28">
              <a:hlinkClick r:id="rId19" action="ppaction://hlinksldjump"/>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9" name="Google Shape;359;p28">
              <a:hlinkClick r:id="rId20"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
        <p:nvSpPr>
          <p:cNvPr id="363" name="Google Shape;336;p28"/>
          <p:cNvSpPr txBox="1">
            <a:spLocks noGrp="1"/>
          </p:cNvSpPr>
          <p:nvPr>
            <p:ph type="title" idx="0"/>
          </p:nvPr>
        </p:nvSpPr>
        <p:spPr>
          <a:xfrm>
            <a:off x="3973091" y="2150850"/>
            <a:ext cx="4383600" cy="841800"/>
          </a:xfrm>
          <a:prstGeom prst="rect">
            <a:avLst/>
          </a:prstGeom>
          <a:noFill/>
          <a:ln>
            <a:noFill/>
          </a:ln>
        </p:spPr>
        <p:txBody>
          <a:bodyPr wrap="square" lIns="91424" tIns="91424" rIns="91424" bIns="91424" anchor="t" anchorCtr="0">
            <a:noAutofit/>
          </a:bodyPr>
          <a:lstStyle/>
          <a:p>
            <a:pPr marL="0" marR="0" lvl="0" indent="0" algn="l" rtl="0" eaLnBrk="1" latinLnBrk="0" hangingPunct="1">
              <a:lnSpc>
                <a:spcPct val="100000"/>
              </a:lnSpc>
              <a:spcBef>
                <a:spcPts val="0"/>
              </a:spcBef>
              <a:spcAft>
                <a:spcPts val="0"/>
              </a:spcAft>
              <a:buClr>
                <a:schemeClr val="dk1"/>
              </a:buClr>
              <a:buSzPct val="25000"/>
              <a:buFont typeface="Darker Grotesque Black"/>
              <a:buNone/>
              <a:defRPr/>
            </a:pPr>
            <a:r>
              <a:rPr xmlns:mc="http://schemas.openxmlformats.org/markup-compatibility/2006" xmlns:hp="http://schemas.haansoft.com/office/presentation/8.0" kumimoji="0" lang="en-US" altLang="ko-KR" sz="48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04</a:t>
            </a:r>
            <a:r>
              <a:rPr xmlns:mc="http://schemas.openxmlformats.org/markup-compatibility/2006" xmlns:hp="http://schemas.haansoft.com/office/presentation/8.0" kumimoji="0" lang="ko-KR" altLang="en-US" sz="48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 주요 기능</a:t>
            </a:r>
            <a:endParaRPr xmlns:mc="http://schemas.openxmlformats.org/markup-compatibility/2006" xmlns:hp="http://schemas.haansoft.com/office/presentation/8.0" kumimoji="0" lang="ko-KR" altLang="en-US" sz="48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endParaRPr>
          </a:p>
        </p:txBody>
      </p:sp>
      <p:pic>
        <p:nvPicPr>
          <p:cNvPr id="365" name="Google Shape;338;p28"/>
          <p:cNvPicPr/>
          <p:nvPr/>
        </p:nvPicPr>
        <p:blipFill rotWithShape="1">
          <a:blip r:embed="rId21">
            <a:alphaModFix/>
          </a:blip>
          <a:srcRect l="16440" r="16430"/>
          <a:stretch>
            <a:fillRect/>
          </a:stretch>
        </p:blipFill>
        <p:spPr>
          <a:xfrm>
            <a:off x="713225" y="1200862"/>
            <a:ext cx="2760600" cy="2741700"/>
          </a:xfrm>
          <a:prstGeom prst="roundRect">
            <a:avLst>
              <a:gd name="adj" fmla="val 16667"/>
            </a:avLst>
          </a:prstGeom>
          <a:noFill/>
          <a:ln w="19050" cap="flat" cmpd="sng">
            <a:solidFill>
              <a:srgbClr val="538786">
                <a:alpha val="100000"/>
              </a:srgbClr>
            </a:solidFill>
            <a:prstDash val="solid"/>
            <a:round/>
            <a:headEnd w="sm" len="sm"/>
            <a:tailEnd w="sm" len="sm"/>
          </a:ln>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272325" y="521225"/>
            <a:ext cx="8576514" cy="572700"/>
          </a:xfrm>
        </p:spPr>
        <p:txBody>
          <a:bodyPr/>
          <a:lstStyle/>
          <a:p>
            <a:pPr algn="ctr">
              <a:defRPr/>
            </a:pPr>
            <a:r>
              <a:rPr lang="en-US" altLang="ko-KR">
                <a:latin typeface="맑은 고딕"/>
                <a:ea typeface="맑은 고딕"/>
              </a:rPr>
              <a:t>BoardEntity</a:t>
            </a:r>
            <a:r>
              <a:rPr lang="ko-KR" altLang="en-US">
                <a:latin typeface="맑은 고딕"/>
                <a:ea typeface="맑은 고딕"/>
              </a:rPr>
              <a:t> 구조</a:t>
            </a:r>
            <a:br>
              <a:rPr lang="en-US" altLang="ko-KR">
                <a:ea typeface="맑은 고딕"/>
              </a:rPr>
            </a:br>
            <a:endParaRPr lang="en-US" altLang="ko-KR">
              <a:latin typeface="맑은 고딕"/>
              <a:ea typeface="맑은 고딕"/>
            </a:endParaRPr>
          </a:p>
        </p:txBody>
      </p:sp>
      <p:pic>
        <p:nvPicPr>
          <p:cNvPr id="13" name=""/>
          <p:cNvPicPr>
            <a:picLocks noChangeAspect="1"/>
          </p:cNvPicPr>
          <p:nvPr/>
        </p:nvPicPr>
        <p:blipFill rotWithShape="1">
          <a:blip r:embed="rId3"/>
          <a:stretch>
            <a:fillRect/>
          </a:stretch>
        </p:blipFill>
        <p:spPr>
          <a:xfrm>
            <a:off x="1" y="0"/>
            <a:ext cx="9143999" cy="5143500"/>
          </a:xfrm>
          <a:prstGeom prst="rect">
            <a:avLst/>
          </a:prstGeom>
        </p:spPr>
      </p:pic>
      <p:sp>
        <p:nvSpPr>
          <p:cNvPr id="15" name=""/>
          <p:cNvSpPr txBox="1"/>
          <p:nvPr/>
        </p:nvSpPr>
        <p:spPr>
          <a:xfrm>
            <a:off x="916780" y="521225"/>
            <a:ext cx="2722563" cy="394970"/>
          </a:xfrm>
          <a:prstGeom prst="rect">
            <a:avLst/>
          </a:prstGeom>
        </p:spPr>
        <p:txBody>
          <a:bodyPr wrap="square">
            <a:spAutoFit/>
          </a:bodyPr>
          <a:p>
            <a:pPr>
              <a:defRPr/>
            </a:pPr>
            <a:r>
              <a:rPr lang="en-US" altLang="ko-KR" sz="2000"/>
              <a:t>BACKEND</a:t>
            </a:r>
            <a:endParaRPr lang="en-US" altLang="ko-KR" sz="200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2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65" name="Google Shape;365;p29"/>
          <p:cNvSpPr txBox="1">
            <a:spLocks noGrp="1"/>
          </p:cNvSpPr>
          <p:nvPr>
            <p:ph type="title" idx="0"/>
          </p:nvPr>
        </p:nvSpPr>
        <p:spPr>
          <a:xfrm>
            <a:off x="720000" y="513220"/>
            <a:ext cx="7926983" cy="572700"/>
          </a:xfrm>
          <a:prstGeom prst="rect">
            <a:avLst/>
          </a:prstGeom>
        </p:spPr>
        <p:txBody>
          <a:bodyPr wrap="square" lIns="91424" tIns="91424" rIns="91424" bIns="91424" anchor="t" anchorCtr="0">
            <a:noAutofit/>
          </a:bodyPr>
          <a:lstStyle/>
          <a:p>
            <a:pPr marL="0" lvl="0" indent="0" algn="ctr" rtl="0">
              <a:spcBef>
                <a:spcPts val="0"/>
              </a:spcBef>
              <a:spcAft>
                <a:spcPts val="0"/>
              </a:spcAft>
              <a:buNone/>
              <a:defRPr/>
            </a:pPr>
            <a:r>
              <a:rPr lang="en-US" altLang="ko-KR">
                <a:latin typeface="맑은 고딕"/>
                <a:ea typeface="맑은 고딕"/>
              </a:rPr>
              <a:t>NongEntity</a:t>
            </a:r>
            <a:r>
              <a:rPr lang="ko-KR" altLang="en-US">
                <a:latin typeface="맑은 고딕"/>
                <a:ea typeface="맑은 고딕"/>
              </a:rPr>
              <a:t> </a:t>
            </a:r>
            <a:endParaRPr lang="ko-KR" altLang="en-US">
              <a:latin typeface="맑은 고딕"/>
              <a:ea typeface="맑은 고딕"/>
            </a:endParaRPr>
          </a:p>
        </p:txBody>
      </p:sp>
      <p:sp>
        <p:nvSpPr>
          <p:cNvPr id="366" name="Google Shape;366;p29"/>
          <p:cNvSpPr txBox="1">
            <a:spLocks noGrp="1"/>
          </p:cNvSpPr>
          <p:nvPr>
            <p:ph type="subTitle" idx="1"/>
          </p:nvPr>
        </p:nvSpPr>
        <p:spPr>
          <a:xfrm>
            <a:off x="4584470" y="1178849"/>
            <a:ext cx="3954669" cy="3220335"/>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clientNume : </a:t>
            </a:r>
            <a:r>
              <a:rPr lang="ko-KR" altLang="en-US">
                <a:latin typeface="맑은 고딕"/>
                <a:ea typeface="맑은 고딕"/>
              </a:rPr>
              <a:t>유저의 고유 번호</a:t>
            </a:r>
            <a:endParaRPr lang="ko-KR" altLang="en-US">
              <a:latin typeface="맑은 고딕"/>
              <a:ea typeface="맑은 고딕"/>
            </a:endParaRPr>
          </a:p>
          <a:p>
            <a:pPr marL="0" lvl="0" indent="0" algn="l" rtl="0">
              <a:spcBef>
                <a:spcPts val="0"/>
              </a:spcBef>
              <a:spcAft>
                <a:spcPts val="0"/>
              </a:spcAft>
              <a:buNone/>
              <a:defRPr/>
            </a:pPr>
            <a:r>
              <a:rPr lang="ko-KR" altLang="en-US">
                <a:latin typeface="맑은 고딕"/>
                <a:ea typeface="맑은 고딕"/>
              </a:rPr>
              <a:t> ㄴ </a:t>
            </a:r>
            <a:r>
              <a:rPr lang="en-US" altLang="ko-KR">
                <a:latin typeface="맑은 고딕"/>
                <a:ea typeface="맑은 고딕"/>
              </a:rPr>
              <a:t>@id</a:t>
            </a:r>
            <a:r>
              <a:rPr lang="ko-KR" altLang="en-US">
                <a:latin typeface="맑은 고딕"/>
                <a:ea typeface="맑은 고딕"/>
              </a:rPr>
              <a:t> 어노테이션 추가 </a:t>
            </a:r>
            <a:r>
              <a:rPr lang="en-US" altLang="ko-KR">
                <a:latin typeface="맑은 고딕"/>
                <a:ea typeface="맑은 고딕"/>
              </a:rPr>
              <a:t>(PK</a:t>
            </a:r>
            <a:r>
              <a:rPr lang="ko-KR" altLang="en-US">
                <a:latin typeface="맑은 고딕"/>
                <a:ea typeface="맑은 고딕"/>
              </a:rPr>
              <a:t> 설정</a:t>
            </a:r>
            <a:r>
              <a:rPr lang="en-US" altLang="ko-KR">
                <a:latin typeface="맑은 고딕"/>
                <a:ea typeface="맑은 고딕"/>
              </a:rPr>
              <a:t>)</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token : </a:t>
            </a:r>
            <a:r>
              <a:rPr lang="ko-KR" altLang="en-US">
                <a:latin typeface="맑은 고딕"/>
                <a:ea typeface="맑은 고딕"/>
              </a:rPr>
              <a:t>토큰</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 userId :</a:t>
            </a:r>
            <a:r>
              <a:rPr lang="ko-KR" altLang="en-US">
                <a:latin typeface="맑은 고딕"/>
                <a:ea typeface="맑은 고딕"/>
              </a:rPr>
              <a:t> 유저의 아이디</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userPwd: </a:t>
            </a:r>
            <a:r>
              <a:rPr lang="ko-KR" altLang="en-US">
                <a:latin typeface="맑은 고딕"/>
                <a:ea typeface="맑은 고딕"/>
              </a:rPr>
              <a:t>유저의 비밀번호</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userEmail: </a:t>
            </a:r>
            <a:r>
              <a:rPr lang="ko-KR" altLang="en-US">
                <a:latin typeface="맑은 고딕"/>
                <a:ea typeface="맑은 고딕"/>
              </a:rPr>
              <a:t>유저의 이메일</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userPnum: </a:t>
            </a:r>
            <a:r>
              <a:rPr lang="ko-KR" altLang="en-US">
                <a:latin typeface="맑은 고딕"/>
                <a:ea typeface="맑은 고딕"/>
              </a:rPr>
              <a:t>유저 전화번호</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userName: </a:t>
            </a:r>
            <a:r>
              <a:rPr lang="ko-KR" altLang="en-US">
                <a:latin typeface="맑은 고딕"/>
                <a:ea typeface="맑은 고딕"/>
              </a:rPr>
              <a:t>이름</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 phoneCom: </a:t>
            </a:r>
            <a:r>
              <a:rPr lang="ko-KR" altLang="en-US">
                <a:latin typeface="맑은 고딕"/>
                <a:ea typeface="맑은 고딕"/>
              </a:rPr>
              <a:t>통신사</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userNick: </a:t>
            </a:r>
            <a:r>
              <a:rPr lang="ko-KR" altLang="en-US">
                <a:latin typeface="맑은 고딕"/>
                <a:ea typeface="맑은 고딕"/>
              </a:rPr>
              <a:t>유저의 닉네임</a:t>
            </a:r>
            <a:endParaRPr lang="ko-KR" altLang="en-US">
              <a:latin typeface="맑은 고딕"/>
              <a:ea typeface="맑은 고딕"/>
            </a:endParaRPr>
          </a:p>
          <a:p>
            <a:pPr marL="0" lvl="0" indent="0" algn="l" rtl="0">
              <a:spcBef>
                <a:spcPts val="0"/>
              </a:spcBef>
              <a:spcAft>
                <a:spcPts val="0"/>
              </a:spcAft>
              <a:buNone/>
              <a:defRPr/>
            </a:pPr>
            <a:endParaRPr lang="ko-KR" altLang="en-US">
              <a:latin typeface="맑은 고딕"/>
              <a:ea typeface="맑은 고딕"/>
            </a:endParaRPr>
          </a:p>
          <a:p>
            <a:pPr marL="0" lvl="0" indent="0" algn="l" rtl="0">
              <a:spcBef>
                <a:spcPts val="0"/>
              </a:spcBef>
              <a:spcAft>
                <a:spcPts val="0"/>
              </a:spcAft>
              <a:buNone/>
              <a:defRPr/>
            </a:pPr>
            <a:r>
              <a:rPr lang="ko-KR" altLang="en-US">
                <a:latin typeface="맑은 고딕"/>
                <a:ea typeface="맑은 고딕"/>
              </a:rPr>
              <a:t>참고</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 - </a:t>
            </a:r>
            <a:r>
              <a:rPr lang="ko-KR" altLang="en-US">
                <a:latin typeface="맑은 고딕"/>
                <a:ea typeface="맑은 고딕"/>
              </a:rPr>
              <a:t>@OneToMany</a:t>
            </a:r>
            <a:r>
              <a:rPr lang="en-US" altLang="ko-KR">
                <a:latin typeface="맑은 고딕"/>
                <a:ea typeface="맑은 고딕"/>
              </a:rPr>
              <a:t>: 1:N 관계를 매핑</a:t>
            </a:r>
            <a:r>
              <a:rPr lang="ko-KR" altLang="en-US">
                <a:latin typeface="맑은 고딕"/>
                <a:ea typeface="맑은 고딕"/>
              </a:rPr>
              <a:t>하기</a:t>
            </a:r>
            <a:r>
              <a:rPr lang="en-US" altLang="ko-KR">
                <a:latin typeface="맑은 고딕"/>
                <a:ea typeface="맑은 고딕"/>
              </a:rPr>
              <a:t> </a:t>
            </a:r>
            <a:r>
              <a:rPr lang="ko-KR" altLang="en-US">
                <a:latin typeface="맑은 고딕"/>
                <a:ea typeface="맑은 고딕"/>
              </a:rPr>
              <a:t>위해 사용</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 - </a:t>
            </a:r>
            <a:r>
              <a:rPr lang="ko-KR" altLang="en-US">
                <a:latin typeface="맑은 고딕"/>
                <a:ea typeface="맑은 고딕"/>
              </a:rPr>
              <a:t>cascade = CascadeType.REMOVE: 부모 엔티티가 삭제되면 관련된 자식 엔티티도 삭제됩니다.</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 </a:t>
            </a:r>
            <a:r>
              <a:rPr lang="ko-KR" altLang="en-US">
                <a:latin typeface="맑은 고딕"/>
                <a:ea typeface="맑은 고딕"/>
              </a:rPr>
              <a:t>orphanRemoval = true: 부모와 연결이 끊어진 자식 엔티티를 자동으로 삭제합니다.</a:t>
            </a:r>
            <a:endParaRPr lang="ko-KR" altLang="en-US">
              <a:latin typeface="맑은 고딕"/>
              <a:ea typeface="맑은 고딕"/>
            </a:endParaRPr>
          </a:p>
          <a:p>
            <a:pPr marL="0" lvl="0" indent="0" algn="l" rtl="0">
              <a:spcBef>
                <a:spcPts val="0"/>
              </a:spcBef>
              <a:spcAft>
                <a:spcPts val="0"/>
              </a:spcAft>
              <a:buNone/>
              <a:defRPr/>
            </a:pPr>
            <a:endParaRPr lang="ko-KR" altLang="en-US">
              <a:latin typeface="맑은 고딕"/>
              <a:ea typeface="맑은 고딕"/>
            </a:endParaRPr>
          </a:p>
          <a:p>
            <a:pPr marL="0" lvl="0" indent="0" algn="ctr" rtl="0">
              <a:spcBef>
                <a:spcPts val="0"/>
              </a:spcBef>
              <a:spcAft>
                <a:spcPts val="0"/>
              </a:spcAft>
              <a:buNone/>
              <a:defRPr/>
            </a:pPr>
            <a:endParaRPr lang="ko-KR" altLang="en-US">
              <a:latin typeface="맑은 고딕"/>
              <a:ea typeface="맑은 고딕"/>
            </a:endParaRPr>
          </a:p>
        </p:txBody>
      </p:sp>
      <p:grpSp>
        <p:nvGrpSpPr>
          <p:cNvPr id="387" name="Google Shape;387;p29"/>
          <p:cNvGrpSpPr/>
          <p:nvPr/>
        </p:nvGrpSpPr>
        <p:grpSpPr>
          <a:xfrm rot="0">
            <a:off x="1738925" y="4718600"/>
            <a:ext cx="5666144" cy="116400"/>
            <a:chOff x="1738925" y="4718600"/>
            <a:chExt cx="5666144" cy="116400"/>
          </a:xfrm>
        </p:grpSpPr>
        <p:sp>
          <p:nvSpPr>
            <p:cNvPr id="388" name="Google Shape;388;p29">
              <a:hlinkClick r:id="" action="ppaction://noaction"/>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89" name="Google Shape;389;p29">
              <a:hlinkClick r:id="" action="ppaction://noaction"/>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0" name="Google Shape;390;p29">
              <a:hlinkClick r:id="" action="ppaction://noaction"/>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1" name="Google Shape;391;p29">
              <a:hlinkClick r:id="" action="ppaction://noaction"/>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2" name="Google Shape;392;p29">
              <a:hlinkClick r:id="" action="ppaction://noaction"/>
            </p:cNvPr>
            <p:cNvSpPr/>
            <p:nvPr/>
          </p:nvSpPr>
          <p:spPr>
            <a:xfrm>
              <a:off x="3199384"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3" name="Google Shape;393;p29">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4" name="Google Shape;394;p29">
              <a:hlinkClick r:id="" action="ppaction://noaction"/>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5" name="Google Shape;395;p29">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6" name="Google Shape;396;p29">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7" name="Google Shape;397;p29">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8" name="Google Shape;398;p29">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9" name="Google Shape;399;p29">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0" name="Google Shape;400;p29">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1" name="Google Shape;401;p29">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2" name="Google Shape;402;p29">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3" name="Google Shape;403;p29">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4" name="Google Shape;404;p29">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5" name="Google Shape;405;p29">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6" name="Google Shape;406;p29">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7" name="Google Shape;407;p29">
              <a:hlinkClick r:id="" action="ppaction://noaction"/>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pic>
        <p:nvPicPr>
          <p:cNvPr id="410" name=""/>
          <p:cNvPicPr>
            <a:picLocks noChangeAspect="1"/>
          </p:cNvPicPr>
          <p:nvPr/>
        </p:nvPicPr>
        <p:blipFill rotWithShape="1">
          <a:blip r:embed="rId3"/>
          <a:stretch>
            <a:fillRect/>
          </a:stretch>
        </p:blipFill>
        <p:spPr>
          <a:xfrm>
            <a:off x="719999" y="1162094"/>
            <a:ext cx="3374731" cy="3399126"/>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65" name="Google Shape;365;p29"/>
          <p:cNvSpPr txBox="1">
            <a:spLocks noGrp="1"/>
          </p:cNvSpPr>
          <p:nvPr>
            <p:ph type="title" idx="0"/>
          </p:nvPr>
        </p:nvSpPr>
        <p:spPr>
          <a:xfrm>
            <a:off x="720000" y="513220"/>
            <a:ext cx="7850610" cy="572700"/>
          </a:xfrm>
          <a:prstGeom prst="rect">
            <a:avLst/>
          </a:prstGeom>
        </p:spPr>
        <p:txBody>
          <a:bodyPr wrap="square" lIns="91424" tIns="91424" rIns="91424" bIns="91424" anchor="t" anchorCtr="0">
            <a:noAutofit/>
          </a:bodyPr>
          <a:lstStyle/>
          <a:p>
            <a:pPr marL="0" lvl="0" indent="0" algn="ctr" rtl="0">
              <a:spcBef>
                <a:spcPts val="0"/>
              </a:spcBef>
              <a:spcAft>
                <a:spcPts val="0"/>
              </a:spcAft>
              <a:buNone/>
              <a:defRPr/>
            </a:pPr>
            <a:r>
              <a:rPr lang="en-US" altLang="ko-KR">
                <a:latin typeface="맑은 고딕"/>
                <a:ea typeface="맑은 고딕"/>
              </a:rPr>
              <a:t>NongDTO</a:t>
            </a:r>
            <a:endParaRPr lang="ko-KR" altLang="en-US">
              <a:latin typeface="맑은 고딕"/>
              <a:ea typeface="맑은 고딕"/>
            </a:endParaRPr>
          </a:p>
        </p:txBody>
      </p:sp>
      <p:sp>
        <p:nvSpPr>
          <p:cNvPr id="366" name="Google Shape;366;p29"/>
          <p:cNvSpPr txBox="1">
            <a:spLocks noGrp="1"/>
          </p:cNvSpPr>
          <p:nvPr>
            <p:ph type="subTitle" idx="1"/>
          </p:nvPr>
        </p:nvSpPr>
        <p:spPr>
          <a:xfrm>
            <a:off x="4539820" y="1224922"/>
            <a:ext cx="3510436" cy="2991308"/>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latin typeface="맑은 고딕"/>
                <a:ea typeface="맑은 고딕"/>
              </a:rPr>
              <a:t>Entity와 DTO 간 변환을 담당하며, 데이터를 전송하거나 가공할 때 사용됩니다.</a:t>
            </a:r>
            <a:endParaRPr lang="en-US" altLang="ko-KR">
              <a:latin typeface="맑은 고딕"/>
              <a:ea typeface="맑은 고딕"/>
            </a:endParaRPr>
          </a:p>
          <a:p>
            <a:pPr marL="0" lvl="0" indent="0" algn="l" rtl="0">
              <a:spcBef>
                <a:spcPts val="0"/>
              </a:spcBef>
              <a:spcAft>
                <a:spcPts val="0"/>
              </a:spcAft>
              <a:buNone/>
              <a:defRPr/>
            </a:pP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주요 어노테이션</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@Builder</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 빌더 패턴을 사용할 수 있도록 지원합니다. </a:t>
            </a:r>
            <a:endParaRPr lang="en-US" altLang="ko-KR">
              <a:latin typeface="맑은 고딕"/>
              <a:ea typeface="맑은 고딕"/>
            </a:endParaRPr>
          </a:p>
          <a:p>
            <a:pPr marL="0" lvl="0" indent="0" algn="l" rtl="0">
              <a:spcBef>
                <a:spcPts val="0"/>
              </a:spcBef>
              <a:spcAft>
                <a:spcPts val="0"/>
              </a:spcAft>
              <a:buNone/>
              <a:defRPr/>
            </a:pP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@Data</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 getter, setter, equals, hashCode, toString 메서드를 자동 생성합니다.</a:t>
            </a:r>
            <a:endParaRPr lang="en-US" altLang="ko-KR">
              <a:latin typeface="맑은 고딕"/>
              <a:ea typeface="맑은 고딕"/>
            </a:endParaRPr>
          </a:p>
          <a:p>
            <a:pPr marL="0" lvl="0" indent="0" algn="l" rtl="0">
              <a:spcBef>
                <a:spcPts val="0"/>
              </a:spcBef>
              <a:spcAft>
                <a:spcPts val="0"/>
              </a:spcAft>
              <a:buNone/>
              <a:defRPr/>
            </a:pP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@NoArgsConstructor</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 파라미터가 없는 기본 생성자를 생성합니다.</a:t>
            </a:r>
            <a:endParaRPr lang="en-US" altLang="ko-KR">
              <a:latin typeface="맑은 고딕"/>
              <a:ea typeface="맑은 고딕"/>
            </a:endParaRPr>
          </a:p>
          <a:p>
            <a:pPr marL="0" lvl="0" indent="0" algn="l" rtl="0">
              <a:spcBef>
                <a:spcPts val="0"/>
              </a:spcBef>
              <a:spcAft>
                <a:spcPts val="0"/>
              </a:spcAft>
              <a:buNone/>
              <a:defRPr/>
            </a:pP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@AllArgsConstructor</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 모든 필드를 포함하는 생성자를 생성합니다.</a:t>
            </a:r>
            <a:endParaRPr lang="en-US" altLang="ko-KR">
              <a:latin typeface="맑은 고딕"/>
              <a:ea typeface="맑은 고딕"/>
            </a:endParaRPr>
          </a:p>
          <a:p>
            <a:pPr marL="0" lvl="0" indent="0" algn="ctr" rtl="0">
              <a:spcBef>
                <a:spcPts val="0"/>
              </a:spcBef>
              <a:spcAft>
                <a:spcPts val="0"/>
              </a:spcAft>
              <a:buNone/>
              <a:defRPr/>
            </a:pPr>
            <a:endParaRPr lang="ko-KR" altLang="en-US">
              <a:latin typeface="맑은 고딕"/>
              <a:ea typeface="맑은 고딕"/>
            </a:endParaRPr>
          </a:p>
        </p:txBody>
      </p:sp>
      <p:grpSp>
        <p:nvGrpSpPr>
          <p:cNvPr id="387" name="Google Shape;387;p29"/>
          <p:cNvGrpSpPr/>
          <p:nvPr/>
        </p:nvGrpSpPr>
        <p:grpSpPr>
          <a:xfrm rot="0">
            <a:off x="1738925" y="4718600"/>
            <a:ext cx="5666144" cy="116400"/>
            <a:chOff x="1738925" y="4718600"/>
            <a:chExt cx="5666144" cy="116400"/>
          </a:xfrm>
        </p:grpSpPr>
        <p:sp>
          <p:nvSpPr>
            <p:cNvPr id="388" name="Google Shape;388;p29">
              <a:hlinkClick r:id="" action="ppaction://noaction"/>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89" name="Google Shape;389;p29">
              <a:hlinkClick r:id="" action="ppaction://noaction"/>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0" name="Google Shape;390;p29">
              <a:hlinkClick r:id="" action="ppaction://noaction"/>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1" name="Google Shape;391;p29">
              <a:hlinkClick r:id="" action="ppaction://noaction"/>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2" name="Google Shape;392;p29">
              <a:hlinkClick r:id="" action="ppaction://noaction"/>
            </p:cNvPr>
            <p:cNvSpPr/>
            <p:nvPr/>
          </p:nvSpPr>
          <p:spPr>
            <a:xfrm>
              <a:off x="3199384"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3" name="Google Shape;393;p29">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4" name="Google Shape;394;p29">
              <a:hlinkClick r:id="" action="ppaction://noaction"/>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5" name="Google Shape;395;p29">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6" name="Google Shape;396;p29">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7" name="Google Shape;397;p29">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8" name="Google Shape;398;p29">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9" name="Google Shape;399;p29">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0" name="Google Shape;400;p29">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1" name="Google Shape;401;p29">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2" name="Google Shape;402;p29">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3" name="Google Shape;403;p29">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4" name="Google Shape;404;p29">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5" name="Google Shape;405;p29">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6" name="Google Shape;406;p29">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7" name="Google Shape;407;p29">
              <a:hlinkClick r:id="" action="ppaction://noaction"/>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pic>
        <p:nvPicPr>
          <p:cNvPr id="412" name=""/>
          <p:cNvPicPr>
            <a:picLocks noChangeAspect="1"/>
          </p:cNvPicPr>
          <p:nvPr/>
        </p:nvPicPr>
        <p:blipFill rotWithShape="1">
          <a:blip r:embed="rId3"/>
          <a:stretch>
            <a:fillRect/>
          </a:stretch>
        </p:blipFill>
        <p:spPr>
          <a:xfrm>
            <a:off x="721855" y="1148722"/>
            <a:ext cx="3628816" cy="3263369"/>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65" name="Google Shape;365;p29"/>
          <p:cNvSpPr txBox="1">
            <a:spLocks noGrp="1"/>
          </p:cNvSpPr>
          <p:nvPr>
            <p:ph type="title" idx="0"/>
          </p:nvPr>
        </p:nvSpPr>
        <p:spPr>
          <a:xfrm>
            <a:off x="720000" y="513220"/>
            <a:ext cx="7719659" cy="572700"/>
          </a:xfrm>
          <a:prstGeom prst="rect">
            <a:avLst/>
          </a:prstGeom>
        </p:spPr>
        <p:txBody>
          <a:bodyPr wrap="square" lIns="91424" tIns="91424" rIns="91424" bIns="91424" anchor="t" anchorCtr="0">
            <a:noAutofit/>
          </a:bodyPr>
          <a:lstStyle/>
          <a:p>
            <a:pPr marL="0" lvl="0" indent="0" algn="ctr" rtl="0">
              <a:spcBef>
                <a:spcPts val="0"/>
              </a:spcBef>
              <a:spcAft>
                <a:spcPts val="0"/>
              </a:spcAft>
              <a:buNone/>
              <a:defRPr/>
            </a:pPr>
            <a:r>
              <a:rPr lang="en-US" altLang="ko-KR">
                <a:latin typeface="맑은 고딕"/>
                <a:ea typeface="맑은 고딕"/>
              </a:rPr>
              <a:t>NongDTO</a:t>
            </a:r>
            <a:endParaRPr lang="en-US" altLang="ko-KR">
              <a:latin typeface="맑은 고딕"/>
              <a:ea typeface="맑은 고딕"/>
            </a:endParaRPr>
          </a:p>
        </p:txBody>
      </p:sp>
      <p:sp>
        <p:nvSpPr>
          <p:cNvPr id="366" name="Google Shape;366;p29"/>
          <p:cNvSpPr txBox="1">
            <a:spLocks noGrp="1"/>
          </p:cNvSpPr>
          <p:nvPr>
            <p:ph type="subTitle" idx="1"/>
          </p:nvPr>
        </p:nvSpPr>
        <p:spPr>
          <a:xfrm>
            <a:off x="4408951" y="1356470"/>
            <a:ext cx="4030708" cy="2991308"/>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latin typeface="맑은 고딕"/>
                <a:ea typeface="맑은 고딕"/>
              </a:rPr>
              <a:t>Entity → DTO 변환 생성자</a:t>
            </a:r>
            <a:endParaRPr lang="en-US" altLang="ko-KR">
              <a:latin typeface="맑은 고딕"/>
              <a:ea typeface="맑은 고딕"/>
            </a:endParaRPr>
          </a:p>
          <a:p>
            <a:pPr marL="0" lvl="0" indent="0" algn="l" rtl="0">
              <a:spcBef>
                <a:spcPts val="0"/>
              </a:spcBef>
              <a:spcAft>
                <a:spcPts val="0"/>
              </a:spcAft>
              <a:buNone/>
              <a:defRPr/>
            </a:pPr>
            <a:r>
              <a:rPr lang="ko-KR" altLang="en-US">
                <a:latin typeface="맑은 고딕"/>
                <a:ea typeface="맑은 고딕"/>
              </a:rPr>
              <a:t> </a:t>
            </a: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NongEntity 객체를 받아 NongDTO 객체로 변환합니다.</a:t>
            </a:r>
            <a:endParaRPr lang="en-US" altLang="ko-KR">
              <a:latin typeface="맑은 고딕"/>
              <a:ea typeface="맑은 고딕"/>
            </a:endParaRPr>
          </a:p>
          <a:p>
            <a:pPr marL="0" lvl="0" indent="0" algn="l" rtl="0">
              <a:spcBef>
                <a:spcPts val="0"/>
              </a:spcBef>
              <a:spcAft>
                <a:spcPts val="0"/>
              </a:spcAft>
              <a:buNone/>
              <a:defRPr/>
            </a:pPr>
            <a:r>
              <a:rPr lang="ko-KR" altLang="en-US">
                <a:latin typeface="맑은 고딕"/>
                <a:ea typeface="맑은 고딕"/>
              </a:rPr>
              <a:t> </a:t>
            </a: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각 필드 값을 엔티티에서 DTO로 복사합니다.</a:t>
            </a:r>
            <a:endParaRPr lang="en-US" altLang="ko-KR">
              <a:latin typeface="맑은 고딕"/>
              <a:ea typeface="맑은 고딕"/>
            </a:endParaRPr>
          </a:p>
          <a:p>
            <a:pPr marL="0" lvl="0" indent="0" algn="l" rtl="0">
              <a:spcBef>
                <a:spcPts val="0"/>
              </a:spcBef>
              <a:spcAft>
                <a:spcPts val="0"/>
              </a:spcAft>
              <a:buNone/>
              <a:defRPr/>
            </a:pPr>
            <a:r>
              <a:rPr lang="ko-KR" altLang="en-US">
                <a:latin typeface="맑은 고딕"/>
                <a:ea typeface="맑은 고딕"/>
              </a:rPr>
              <a:t> </a:t>
            </a:r>
            <a:r>
              <a:rPr lang="en-US" altLang="ko-KR">
                <a:latin typeface="맑은 고딕"/>
                <a:ea typeface="맑은 고딕"/>
              </a:rPr>
              <a:t>-</a:t>
            </a:r>
            <a:r>
              <a:rPr lang="ko-KR" altLang="en-US">
                <a:latin typeface="맑은 고딕"/>
                <a:ea typeface="맑은 고딕"/>
              </a:rPr>
              <a:t> 서비스 계층에서 데이터를 가져와 DTO로 변환하여  </a:t>
            </a:r>
            <a:r>
              <a:rPr lang="en-US" altLang="ko-KR">
                <a:latin typeface="맑은 고딕"/>
                <a:ea typeface="맑은 고딕"/>
              </a:rPr>
              <a:t>  </a:t>
            </a:r>
            <a:r>
              <a:rPr lang="ko-KR" altLang="en-US">
                <a:latin typeface="맑은 고딕"/>
                <a:ea typeface="맑은 고딕"/>
              </a:rPr>
              <a:t>컨트롤러에 전달할 때 사용됩니다.</a:t>
            </a:r>
            <a:endParaRPr lang="ko-KR" altLang="en-US">
              <a:latin typeface="맑은 고딕"/>
              <a:ea typeface="맑은 고딕"/>
            </a:endParaRPr>
          </a:p>
          <a:p>
            <a:pPr marL="0" lvl="0" indent="0" algn="l" rtl="0">
              <a:spcBef>
                <a:spcPts val="0"/>
              </a:spcBef>
              <a:spcAft>
                <a:spcPts val="0"/>
              </a:spcAft>
              <a:buNone/>
              <a:defRPr/>
            </a:pP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DTO → Entity 변환 메서드</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 - NongDTO 객체를 받아 NongEntity 객체로 변환합니다.</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 - @Builder를 사용해 객체를 생성하며, 각 필드를 DTO에서  엔티티로 복사합니다.</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 사용자가 입력한 데이터를 DTO로 받아 이를 엔티티로  변환하여 데이터베이스에 저장하거나 수정할 때 사용됩니다.</a:t>
            </a:r>
            <a:endParaRPr lang="en-US" altLang="ko-KR">
              <a:latin typeface="맑은 고딕"/>
              <a:ea typeface="맑은 고딕"/>
            </a:endParaRPr>
          </a:p>
          <a:p>
            <a:pPr marL="0" lvl="0" indent="0" algn="ctr" rtl="0">
              <a:spcBef>
                <a:spcPts val="0"/>
              </a:spcBef>
              <a:spcAft>
                <a:spcPts val="0"/>
              </a:spcAft>
              <a:buNone/>
              <a:defRPr/>
            </a:pPr>
            <a:endParaRPr lang="ko-KR" altLang="en-US">
              <a:latin typeface="맑은 고딕"/>
              <a:ea typeface="맑은 고딕"/>
            </a:endParaRPr>
          </a:p>
        </p:txBody>
      </p:sp>
      <p:grpSp>
        <p:nvGrpSpPr>
          <p:cNvPr id="387" name="Google Shape;387;p29"/>
          <p:cNvGrpSpPr/>
          <p:nvPr/>
        </p:nvGrpSpPr>
        <p:grpSpPr>
          <a:xfrm rot="0">
            <a:off x="1738925" y="4718600"/>
            <a:ext cx="5666144" cy="116400"/>
            <a:chOff x="1738925" y="4718600"/>
            <a:chExt cx="5666144" cy="116400"/>
          </a:xfrm>
        </p:grpSpPr>
        <p:sp>
          <p:nvSpPr>
            <p:cNvPr id="388" name="Google Shape;388;p29">
              <a:hlinkClick r:id="" action="ppaction://noaction"/>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89" name="Google Shape;389;p29">
              <a:hlinkClick r:id="" action="ppaction://noaction"/>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0" name="Google Shape;390;p29">
              <a:hlinkClick r:id="" action="ppaction://noaction"/>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1" name="Google Shape;391;p29">
              <a:hlinkClick r:id="" action="ppaction://noaction"/>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2" name="Google Shape;392;p29">
              <a:hlinkClick r:id="" action="ppaction://noaction"/>
            </p:cNvPr>
            <p:cNvSpPr/>
            <p:nvPr/>
          </p:nvSpPr>
          <p:spPr>
            <a:xfrm>
              <a:off x="3199384"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3" name="Google Shape;393;p29">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4" name="Google Shape;394;p29">
              <a:hlinkClick r:id="" action="ppaction://noaction"/>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5" name="Google Shape;395;p29">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6" name="Google Shape;396;p29">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7" name="Google Shape;397;p29">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8" name="Google Shape;398;p29">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9" name="Google Shape;399;p29">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0" name="Google Shape;400;p29">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1" name="Google Shape;401;p29">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2" name="Google Shape;402;p29">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3" name="Google Shape;403;p29">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4" name="Google Shape;404;p29">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5" name="Google Shape;405;p29">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6" name="Google Shape;406;p29">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7" name="Google Shape;407;p29">
              <a:hlinkClick r:id="" action="ppaction://noaction"/>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pic>
        <p:nvPicPr>
          <p:cNvPr id="413" name=""/>
          <p:cNvPicPr>
            <a:picLocks noChangeAspect="1"/>
          </p:cNvPicPr>
          <p:nvPr/>
        </p:nvPicPr>
        <p:blipFill rotWithShape="1">
          <a:blip r:embed="rId3"/>
          <a:stretch>
            <a:fillRect/>
          </a:stretch>
        </p:blipFill>
        <p:spPr>
          <a:xfrm>
            <a:off x="720000" y="1165970"/>
            <a:ext cx="3236066" cy="3294220"/>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65" name="Google Shape;365;p29"/>
          <p:cNvSpPr txBox="1">
            <a:spLocks noGrp="1"/>
          </p:cNvSpPr>
          <p:nvPr>
            <p:ph type="title" idx="0"/>
          </p:nvPr>
        </p:nvSpPr>
        <p:spPr>
          <a:xfrm>
            <a:off x="720000" y="513220"/>
            <a:ext cx="7807387" cy="572700"/>
          </a:xfrm>
          <a:prstGeom prst="rect">
            <a:avLst/>
          </a:prstGeom>
        </p:spPr>
        <p:txBody>
          <a:bodyPr wrap="square" lIns="91424" tIns="91424" rIns="91424" bIns="91424" anchor="t" anchorCtr="0">
            <a:noAutofit/>
          </a:bodyPr>
          <a:lstStyle/>
          <a:p>
            <a:pPr marL="0" lvl="0" indent="0" algn="ctr" rtl="0">
              <a:spcBef>
                <a:spcPts val="0"/>
              </a:spcBef>
              <a:spcAft>
                <a:spcPts val="0"/>
              </a:spcAft>
              <a:buNone/>
              <a:defRPr/>
            </a:pPr>
            <a:r>
              <a:rPr lang="en-US" altLang="ko-KR">
                <a:latin typeface="맑은 고딕"/>
                <a:ea typeface="맑은 고딕"/>
              </a:rPr>
              <a:t>NongRepository</a:t>
            </a:r>
            <a:endParaRPr lang="ko-KR" altLang="en-US">
              <a:latin typeface="맑은 고딕"/>
              <a:ea typeface="맑은 고딕"/>
            </a:endParaRPr>
          </a:p>
        </p:txBody>
      </p:sp>
      <p:sp>
        <p:nvSpPr>
          <p:cNvPr id="366" name="Google Shape;366;p29"/>
          <p:cNvSpPr txBox="1">
            <a:spLocks noGrp="1"/>
          </p:cNvSpPr>
          <p:nvPr>
            <p:ph type="subTitle" idx="1"/>
          </p:nvPr>
        </p:nvSpPr>
        <p:spPr>
          <a:xfrm>
            <a:off x="4476750" y="1257070"/>
            <a:ext cx="4272220" cy="2991308"/>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latin typeface="맑은 고딕"/>
                <a:ea typeface="맑은 고딕"/>
              </a:rPr>
              <a:t>1.</a:t>
            </a:r>
            <a:r>
              <a:rPr lang="ko-KR" altLang="en-US">
                <a:latin typeface="맑은 고딕"/>
                <a:ea typeface="맑은 고딕"/>
              </a:rPr>
              <a:t> </a:t>
            </a:r>
            <a:r>
              <a:rPr lang="en-US" altLang="ko-KR">
                <a:latin typeface="맑은 고딕"/>
                <a:ea typeface="맑은 고딕"/>
              </a:rPr>
              <a:t>findBy*** : ***</a:t>
            </a:r>
            <a:r>
              <a:rPr lang="ko-KR" altLang="en-US">
                <a:latin typeface="맑은 고딕"/>
                <a:ea typeface="맑은 고딕"/>
              </a:rPr>
              <a:t>기준으로 조회하는 메서드</a:t>
            </a:r>
            <a:endParaRPr lang="ko-KR" altLang="en-US">
              <a:latin typeface="맑은 고딕"/>
              <a:ea typeface="맑은 고딕"/>
            </a:endParaRPr>
          </a:p>
          <a:p>
            <a:pPr marL="0" lvl="0" indent="0" algn="l" rtl="0">
              <a:spcBef>
                <a:spcPts val="0"/>
              </a:spcBef>
              <a:spcAft>
                <a:spcPts val="0"/>
              </a:spcAft>
              <a:buNone/>
              <a:defRPr/>
            </a:pPr>
            <a:r>
              <a:rPr lang="ko-KR" altLang="en-US">
                <a:latin typeface="맑은 고딕"/>
                <a:ea typeface="맑은 고딕"/>
              </a:rPr>
              <a:t> </a:t>
            </a:r>
            <a:r>
              <a:rPr lang="en-US" altLang="ko-KR">
                <a:latin typeface="맑은 고딕"/>
                <a:ea typeface="맑은 고딕"/>
              </a:rPr>
              <a:t>- findByUserNick</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 - findByUserEmail</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 - findByUserId</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 - findByUserIdAndUserPwd</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 - findByClientNumAndUserPwd</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 - findByUserIdAndUserEmail</a:t>
            </a:r>
            <a:endParaRPr lang="en-US" altLang="ko-KR">
              <a:latin typeface="맑은 고딕"/>
              <a:ea typeface="맑은 고딕"/>
            </a:endParaRPr>
          </a:p>
          <a:p>
            <a:pPr marL="0" lvl="0" indent="0" algn="l" rtl="0">
              <a:spcBef>
                <a:spcPts val="0"/>
              </a:spcBef>
              <a:spcAft>
                <a:spcPts val="0"/>
              </a:spcAft>
              <a:buNone/>
              <a:defRPr/>
            </a:pP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2. existsBy***: ***</a:t>
            </a:r>
            <a:r>
              <a:rPr lang="ko-KR" altLang="en-US">
                <a:latin typeface="맑은 고딕"/>
                <a:ea typeface="맑은 고딕"/>
              </a:rPr>
              <a:t>의 존재 여부를 확인하는 메서드</a:t>
            </a:r>
            <a:endParaRPr lang="ko-KR" altLang="en-US">
              <a:latin typeface="맑은 고딕"/>
              <a:ea typeface="맑은 고딕"/>
            </a:endParaRPr>
          </a:p>
          <a:p>
            <a:pPr marL="0" lvl="0" indent="0" algn="l" rtl="0">
              <a:spcBef>
                <a:spcPts val="0"/>
              </a:spcBef>
              <a:spcAft>
                <a:spcPts val="0"/>
              </a:spcAft>
              <a:buNone/>
              <a:defRPr/>
            </a:pPr>
            <a:r>
              <a:rPr lang="ko-KR" altLang="en-US">
                <a:latin typeface="맑은 고딕"/>
                <a:ea typeface="맑은 고딕"/>
              </a:rPr>
              <a:t> </a:t>
            </a:r>
            <a:r>
              <a:rPr lang="en-US" altLang="ko-KR">
                <a:latin typeface="맑은 고딕"/>
                <a:ea typeface="맑은 고딕"/>
              </a:rPr>
              <a:t>-</a:t>
            </a:r>
            <a:r>
              <a:rPr lang="ko-KR" altLang="en-US">
                <a:latin typeface="맑은 고딕"/>
                <a:ea typeface="맑은 고딕"/>
              </a:rPr>
              <a:t> existsByUserNick</a:t>
            </a:r>
            <a:endParaRPr lang="ko-KR" altLang="en-US">
              <a:latin typeface="맑은 고딕"/>
              <a:ea typeface="맑은 고딕"/>
            </a:endParaRPr>
          </a:p>
          <a:p>
            <a:pPr marL="0" lvl="0" indent="0" algn="l" rtl="0">
              <a:spcBef>
                <a:spcPts val="0"/>
              </a:spcBef>
              <a:spcAft>
                <a:spcPts val="0"/>
              </a:spcAft>
              <a:buNone/>
              <a:defRPr/>
            </a:pPr>
            <a:r>
              <a:rPr lang="ko-KR" altLang="en-US">
                <a:latin typeface="맑은 고딕"/>
                <a:ea typeface="맑은 고딕"/>
              </a:rPr>
              <a:t> </a:t>
            </a: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existsByUserId</a:t>
            </a:r>
            <a:endParaRPr lang="en-US" altLang="ko-KR">
              <a:latin typeface="맑은 고딕"/>
              <a:ea typeface="맑은 고딕"/>
            </a:endParaRPr>
          </a:p>
          <a:p>
            <a:pPr marL="0" lvl="0" indent="0" algn="l" rtl="0">
              <a:spcBef>
                <a:spcPts val="0"/>
              </a:spcBef>
              <a:spcAft>
                <a:spcPts val="0"/>
              </a:spcAft>
              <a:buNone/>
              <a:defRPr/>
            </a:pPr>
            <a:r>
              <a:rPr lang="ko-KR" altLang="en-US">
                <a:latin typeface="맑은 고딕"/>
                <a:ea typeface="맑은 고딕"/>
              </a:rPr>
              <a:t> </a:t>
            </a: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existsByUserEmail</a:t>
            </a:r>
            <a:endParaRPr lang="en-US" altLang="ko-KR">
              <a:latin typeface="맑은 고딕"/>
              <a:ea typeface="맑은 고딕"/>
            </a:endParaRPr>
          </a:p>
          <a:p>
            <a:pPr marL="0" lvl="0" indent="0" algn="l" rtl="0">
              <a:spcBef>
                <a:spcPts val="0"/>
              </a:spcBef>
              <a:spcAft>
                <a:spcPts val="0"/>
              </a:spcAft>
              <a:buNone/>
              <a:defRPr/>
            </a:pPr>
            <a:endParaRPr lang="en-US" altLang="ko-KR">
              <a:latin typeface="맑은 고딕"/>
              <a:ea typeface="맑은 고딕"/>
            </a:endParaRPr>
          </a:p>
        </p:txBody>
      </p:sp>
      <p:grpSp>
        <p:nvGrpSpPr>
          <p:cNvPr id="387" name="Google Shape;387;p29"/>
          <p:cNvGrpSpPr/>
          <p:nvPr/>
        </p:nvGrpSpPr>
        <p:grpSpPr>
          <a:xfrm rot="0">
            <a:off x="1738925" y="4718600"/>
            <a:ext cx="5666144" cy="116400"/>
            <a:chOff x="1738925" y="4718600"/>
            <a:chExt cx="5666144" cy="116400"/>
          </a:xfrm>
        </p:grpSpPr>
        <p:sp>
          <p:nvSpPr>
            <p:cNvPr id="388" name="Google Shape;388;p29">
              <a:hlinkClick r:id="" action="ppaction://noaction"/>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89" name="Google Shape;389;p29">
              <a:hlinkClick r:id="" action="ppaction://noaction"/>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0" name="Google Shape;390;p29">
              <a:hlinkClick r:id="" action="ppaction://noaction"/>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1" name="Google Shape;391;p29">
              <a:hlinkClick r:id="" action="ppaction://noaction"/>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2" name="Google Shape;392;p29">
              <a:hlinkClick r:id="" action="ppaction://noaction"/>
            </p:cNvPr>
            <p:cNvSpPr/>
            <p:nvPr/>
          </p:nvSpPr>
          <p:spPr>
            <a:xfrm>
              <a:off x="3199384"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3" name="Google Shape;393;p29">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4" name="Google Shape;394;p29">
              <a:hlinkClick r:id="" action="ppaction://noaction"/>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5" name="Google Shape;395;p29">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6" name="Google Shape;396;p29">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7" name="Google Shape;397;p29">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8" name="Google Shape;398;p29">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9" name="Google Shape;399;p29">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0" name="Google Shape;400;p29">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1" name="Google Shape;401;p29">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2" name="Google Shape;402;p29">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3" name="Google Shape;403;p29">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4" name="Google Shape;404;p29">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5" name="Google Shape;405;p29">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6" name="Google Shape;406;p29">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7" name="Google Shape;407;p29">
              <a:hlinkClick r:id="" action="ppaction://noaction"/>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
        <p:nvSpPr>
          <p:cNvPr id="415" name="Google Shape;366;p29"/>
          <p:cNvSpPr txBox="1">
            <a:spLocks noGrp="1"/>
          </p:cNvSpPr>
          <p:nvPr>
            <p:ph type="subTitle" idx="2"/>
          </p:nvPr>
        </p:nvSpPr>
        <p:spPr>
          <a:xfrm>
            <a:off x="659968" y="3368259"/>
            <a:ext cx="3688030" cy="1264615"/>
          </a:xfrm>
          <a:prstGeom prst="rect">
            <a:avLst/>
          </a:prstGeom>
          <a:noFill/>
          <a:ln>
            <a:noFill/>
          </a:ln>
        </p:spPr>
        <p:txBody>
          <a:bodyPr wrap="square" lIns="91424" tIns="91424" rIns="91424" bIns="91424" anchor="t" anchorCtr="0">
            <a:noAutofit/>
          </a:bodyPr>
          <a:lstStyle/>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Repository는 Spring Data JPA를 기반으로 하여 Entity와 데이터베이스 간의 상호작용을 담당</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합니다</a:t>
            </a: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endPar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해당 인터페이스는 JpaRepository를 확장하며, 기본적인 CRUD(Create, Read, Update, Delete) 기능 외에 사용자 정의 쿼리 메서드를 제공합니다.</a:t>
            </a:r>
            <a:endPar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endParaRPr>
          </a:p>
        </p:txBody>
      </p:sp>
      <p:pic>
        <p:nvPicPr>
          <p:cNvPr id="416" name=""/>
          <p:cNvPicPr>
            <a:picLocks noChangeAspect="1"/>
          </p:cNvPicPr>
          <p:nvPr/>
        </p:nvPicPr>
        <p:blipFill rotWithShape="1">
          <a:blip r:embed="rId3"/>
          <a:stretch>
            <a:fillRect/>
          </a:stretch>
        </p:blipFill>
        <p:spPr>
          <a:xfrm>
            <a:off x="720000" y="1309514"/>
            <a:ext cx="3642024" cy="2058745"/>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65" name="Google Shape;365;p29"/>
          <p:cNvSpPr txBox="1">
            <a:spLocks noGrp="1"/>
          </p:cNvSpPr>
          <p:nvPr>
            <p:ph type="title" idx="0"/>
          </p:nvPr>
        </p:nvSpPr>
        <p:spPr>
          <a:xfrm>
            <a:off x="720000" y="513220"/>
            <a:ext cx="7819139" cy="572700"/>
          </a:xfrm>
          <a:prstGeom prst="rect">
            <a:avLst/>
          </a:prstGeom>
        </p:spPr>
        <p:txBody>
          <a:bodyPr wrap="square" lIns="91424" tIns="91424" rIns="91424" bIns="91424" anchor="t" anchorCtr="0">
            <a:noAutofit/>
          </a:bodyPr>
          <a:lstStyle/>
          <a:p>
            <a:pPr marL="0" lvl="0" indent="0" algn="ctr" rtl="0">
              <a:spcBef>
                <a:spcPts val="0"/>
              </a:spcBef>
              <a:spcAft>
                <a:spcPts val="0"/>
              </a:spcAft>
              <a:buNone/>
              <a:defRPr/>
            </a:pPr>
            <a:r>
              <a:rPr lang="ko-KR" altLang="en-US">
                <a:latin typeface="맑은 고딕"/>
                <a:ea typeface="맑은 고딕"/>
              </a:rPr>
              <a:t>사용자조회 </a:t>
            </a:r>
            <a:r>
              <a:rPr lang="en-US" altLang="ko-KR">
                <a:latin typeface="맑은 고딕"/>
                <a:ea typeface="맑은 고딕"/>
              </a:rPr>
              <a:t>API(service + controller) </a:t>
            </a:r>
            <a:endParaRPr lang="en-US" altLang="ko-KR">
              <a:latin typeface="맑은 고딕"/>
              <a:ea typeface="맑은 고딕"/>
            </a:endParaRPr>
          </a:p>
        </p:txBody>
      </p:sp>
      <p:sp>
        <p:nvSpPr>
          <p:cNvPr id="366" name="Google Shape;366;p29"/>
          <p:cNvSpPr txBox="1">
            <a:spLocks noGrp="1"/>
          </p:cNvSpPr>
          <p:nvPr>
            <p:ph type="subTitle" idx="1"/>
          </p:nvPr>
        </p:nvSpPr>
        <p:spPr>
          <a:xfrm>
            <a:off x="4584470" y="1178849"/>
            <a:ext cx="3954669" cy="3220335"/>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latin typeface="맑은 고딕"/>
                <a:ea typeface="맑은 고딕"/>
              </a:rPr>
              <a:t>1.</a:t>
            </a:r>
            <a:r>
              <a:rPr lang="ko-KR" altLang="en-US">
                <a:latin typeface="맑은 고딕"/>
                <a:ea typeface="맑은 고딕"/>
              </a:rPr>
              <a:t> </a:t>
            </a:r>
            <a:r>
              <a:rPr lang="en-US" altLang="ko-KR">
                <a:latin typeface="맑은 고딕"/>
                <a:ea typeface="맑은 고딕"/>
              </a:rPr>
              <a:t>service</a:t>
            </a:r>
            <a:r>
              <a:rPr lang="ko-KR" altLang="en-US">
                <a:latin typeface="맑은 고딕"/>
                <a:ea typeface="맑은 고딕"/>
              </a:rPr>
              <a:t> 계층</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DB</a:t>
            </a:r>
            <a:r>
              <a:rPr lang="ko-KR" altLang="en-US">
                <a:latin typeface="맑은 고딕"/>
                <a:ea typeface="맑은 고딕"/>
              </a:rPr>
              <a:t> 접근 및 변환 로직 처리</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조회 메서드</a:t>
            </a:r>
            <a:endParaRPr lang="ko-KR" altLang="en-US">
              <a:latin typeface="맑은 고딕"/>
              <a:ea typeface="맑은 고딕"/>
            </a:endParaRPr>
          </a:p>
          <a:p>
            <a:pPr marL="0" lvl="0" indent="0" algn="l" rtl="0">
              <a:spcBef>
                <a:spcPts val="0"/>
              </a:spcBef>
              <a:spcAft>
                <a:spcPts val="0"/>
              </a:spcAft>
              <a:buNone/>
              <a:defRPr/>
            </a:pPr>
            <a:r>
              <a:rPr lang="ko-KR" altLang="en-US">
                <a:latin typeface="맑은 고딕"/>
                <a:ea typeface="맑은 고딕"/>
              </a:rPr>
              <a:t> ㄴ 전체 유저 조회</a:t>
            </a:r>
            <a:endParaRPr lang="ko-KR" altLang="en-US">
              <a:latin typeface="맑은 고딕"/>
              <a:ea typeface="맑은 고딕"/>
            </a:endParaRPr>
          </a:p>
          <a:p>
            <a:pPr marL="0" lvl="0" indent="0" algn="l" rtl="0">
              <a:spcBef>
                <a:spcPts val="0"/>
              </a:spcBef>
              <a:spcAft>
                <a:spcPts val="0"/>
              </a:spcAft>
              <a:buNone/>
              <a:defRPr/>
            </a:pPr>
            <a:r>
              <a:rPr lang="ko-KR" altLang="en-US">
                <a:latin typeface="맑은 고딕"/>
                <a:ea typeface="맑은 고딕"/>
              </a:rPr>
              <a:t> ㄴ 개별 유저 조회</a:t>
            </a:r>
            <a:endParaRPr lang="ko-KR" altLang="en-US">
              <a:latin typeface="맑은 고딕"/>
              <a:ea typeface="맑은 고딕"/>
            </a:endParaRPr>
          </a:p>
          <a:p>
            <a:pPr marL="0" lvl="0" indent="0" algn="l" rtl="0">
              <a:spcBef>
                <a:spcPts val="0"/>
              </a:spcBef>
              <a:spcAft>
                <a:spcPts val="0"/>
              </a:spcAft>
              <a:buNone/>
              <a:defRPr/>
            </a:pPr>
            <a:r>
              <a:rPr lang="ko-KR" altLang="en-US">
                <a:latin typeface="맑은 고딕"/>
                <a:ea typeface="맑은 고딕"/>
              </a:rPr>
              <a:t> ㄴ </a:t>
            </a:r>
            <a:r>
              <a:rPr lang="en-US" altLang="ko-KR">
                <a:latin typeface="맑은 고딕"/>
                <a:ea typeface="맑은 고딕"/>
              </a:rPr>
              <a:t>userId</a:t>
            </a:r>
            <a:r>
              <a:rPr lang="ko-KR" altLang="en-US">
                <a:latin typeface="맑은 고딕"/>
                <a:ea typeface="맑은 고딕"/>
              </a:rPr>
              <a:t>로 개별 유저 조회</a:t>
            </a:r>
            <a:endParaRPr lang="ko-KR" altLang="en-US">
              <a:latin typeface="맑은 고딕"/>
              <a:ea typeface="맑은 고딕"/>
            </a:endParaRPr>
          </a:p>
          <a:p>
            <a:pPr marL="0" lvl="0" indent="0" algn="l" rtl="0">
              <a:spcBef>
                <a:spcPts val="0"/>
              </a:spcBef>
              <a:spcAft>
                <a:spcPts val="0"/>
              </a:spcAft>
              <a:buNone/>
              <a:defRPr/>
            </a:pP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2.</a:t>
            </a:r>
            <a:r>
              <a:rPr lang="ko-KR" altLang="en-US">
                <a:latin typeface="맑은 고딕"/>
                <a:ea typeface="맑은 고딕"/>
              </a:rPr>
              <a:t> </a:t>
            </a:r>
            <a:r>
              <a:rPr lang="en-US" altLang="ko-KR">
                <a:latin typeface="맑은 고딕"/>
                <a:ea typeface="맑은 고딕"/>
              </a:rPr>
              <a:t>controller</a:t>
            </a:r>
            <a:r>
              <a:rPr lang="ko-KR" altLang="en-US">
                <a:latin typeface="맑은 고딕"/>
                <a:ea typeface="맑은 고딕"/>
              </a:rPr>
              <a:t> 계층</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requset</a:t>
            </a:r>
            <a:r>
              <a:rPr lang="ko-KR" altLang="en-US">
                <a:latin typeface="맑은 고딕"/>
                <a:ea typeface="맑은 고딕"/>
              </a:rPr>
              <a:t>와 </a:t>
            </a:r>
            <a:r>
              <a:rPr lang="en-US" altLang="ko-KR">
                <a:latin typeface="맑은 고딕"/>
                <a:ea typeface="맑은 고딕"/>
              </a:rPr>
              <a:t>response</a:t>
            </a:r>
            <a:r>
              <a:rPr lang="ko-KR" altLang="en-US">
                <a:latin typeface="맑은 고딕"/>
                <a:ea typeface="맑은 고딕"/>
              </a:rPr>
              <a:t> 처리를 담당</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조회 메서드</a:t>
            </a:r>
            <a:endParaRPr lang="ko-KR" altLang="en-US">
              <a:latin typeface="맑은 고딕"/>
              <a:ea typeface="맑은 고딕"/>
            </a:endParaRPr>
          </a:p>
          <a:p>
            <a:pPr marL="0" lvl="0" indent="0" algn="l" rtl="0">
              <a:spcBef>
                <a:spcPts val="0"/>
              </a:spcBef>
              <a:spcAft>
                <a:spcPts val="0"/>
              </a:spcAft>
              <a:buNone/>
              <a:defRPr/>
            </a:pPr>
            <a:r>
              <a:rPr lang="ko-KR" altLang="en-US">
                <a:latin typeface="맑은 고딕"/>
                <a:ea typeface="맑은 고딕"/>
              </a:rPr>
              <a:t> ㄴ 전체 유저 조회 </a:t>
            </a:r>
            <a:r>
              <a:rPr lang="en-US" altLang="ko-KR">
                <a:latin typeface="맑은 고딕"/>
                <a:ea typeface="맑은 고딕"/>
              </a:rPr>
              <a:t>(@GetMapping</a:t>
            </a:r>
            <a:r>
              <a:rPr lang="ko-KR" altLang="en-US">
                <a:latin typeface="맑은 고딕"/>
                <a:ea typeface="맑은 고딕"/>
              </a:rPr>
              <a:t> 사용</a:t>
            </a:r>
            <a:r>
              <a:rPr lang="en-US" altLang="ko-KR">
                <a:latin typeface="맑은 고딕"/>
                <a:ea typeface="맑은 고딕"/>
              </a:rPr>
              <a:t>)</a:t>
            </a:r>
            <a:endParaRPr lang="en-US" altLang="ko-KR">
              <a:latin typeface="맑은 고딕"/>
              <a:ea typeface="맑은 고딕"/>
            </a:endParaRPr>
          </a:p>
          <a:p>
            <a:pPr marL="0" lvl="0" indent="0" algn="l" rtl="0">
              <a:spcBef>
                <a:spcPts val="0"/>
              </a:spcBef>
              <a:spcAft>
                <a:spcPts val="0"/>
              </a:spcAft>
              <a:buNone/>
              <a:defRPr/>
            </a:pPr>
            <a:r>
              <a:rPr lang="ko-KR" altLang="en-US">
                <a:latin typeface="맑은 고딕"/>
                <a:ea typeface="맑은 고딕"/>
              </a:rPr>
              <a:t> ㄴ 개별 유저 조회 </a:t>
            </a:r>
            <a:r>
              <a:rPr lang="en-US" altLang="ko-KR">
                <a:latin typeface="맑은 고딕"/>
                <a:ea typeface="맑은 고딕"/>
              </a:rPr>
              <a:t>(@GetMapping</a:t>
            </a:r>
            <a:r>
              <a:rPr lang="ko-KR" altLang="en-US">
                <a:latin typeface="맑은 고딕"/>
                <a:ea typeface="맑은 고딕"/>
              </a:rPr>
              <a:t> 사용</a:t>
            </a:r>
            <a:r>
              <a:rPr lang="en-US" altLang="ko-KR">
                <a:latin typeface="맑은 고딕"/>
                <a:ea typeface="맑은 고딕"/>
              </a:rPr>
              <a:t>)</a:t>
            </a:r>
            <a:endParaRPr lang="en-US" altLang="ko-KR">
              <a:latin typeface="맑은 고딕"/>
              <a:ea typeface="맑은 고딕"/>
            </a:endParaRPr>
          </a:p>
          <a:p>
            <a:pPr marL="0" lvl="0" indent="0" algn="l" rtl="0">
              <a:spcBef>
                <a:spcPts val="0"/>
              </a:spcBef>
              <a:spcAft>
                <a:spcPts val="0"/>
              </a:spcAft>
              <a:buNone/>
              <a:defRPr/>
            </a:pPr>
            <a:endParaRPr lang="en-US" altLang="ko-KR">
              <a:latin typeface="맑은 고딕"/>
              <a:ea typeface="맑은 고딕"/>
            </a:endParaRPr>
          </a:p>
          <a:p>
            <a:pPr marL="0" lvl="0" indent="0" algn="l" rtl="0">
              <a:spcBef>
                <a:spcPts val="0"/>
              </a:spcBef>
              <a:spcAft>
                <a:spcPts val="0"/>
              </a:spcAft>
              <a:buNone/>
              <a:defRPr/>
            </a:pPr>
            <a:r>
              <a:rPr lang="ko-KR" altLang="en-US">
                <a:latin typeface="맑은 고딕"/>
                <a:ea typeface="맑은 고딕"/>
              </a:rPr>
              <a:t>참고</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@PathVariable</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URL 경로의 변수 값을 메서드의 매개변수로 </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바인</a:t>
            </a:r>
            <a:r>
              <a:rPr lang="ko-KR" altLang="en-US">
                <a:latin typeface="맑은 고딕"/>
                <a:ea typeface="맑은 고딕"/>
              </a:rPr>
              <a:t>딩하기 위해 사용</a:t>
            </a:r>
            <a:endParaRPr lang="ko-KR" altLang="en-US">
              <a:latin typeface="맑은 고딕"/>
              <a:ea typeface="맑은 고딕"/>
            </a:endParaRPr>
          </a:p>
        </p:txBody>
      </p:sp>
      <p:grpSp>
        <p:nvGrpSpPr>
          <p:cNvPr id="387" name="Google Shape;387;p29"/>
          <p:cNvGrpSpPr/>
          <p:nvPr/>
        </p:nvGrpSpPr>
        <p:grpSpPr>
          <a:xfrm rot="0">
            <a:off x="1738925" y="4718600"/>
            <a:ext cx="5666144" cy="116400"/>
            <a:chOff x="1738925" y="4718600"/>
            <a:chExt cx="5666144" cy="116400"/>
          </a:xfrm>
        </p:grpSpPr>
        <p:sp>
          <p:nvSpPr>
            <p:cNvPr id="388" name="Google Shape;388;p29">
              <a:hlinkClick r:id="" action="ppaction://noaction"/>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89" name="Google Shape;389;p29">
              <a:hlinkClick r:id="" action="ppaction://noaction"/>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0" name="Google Shape;390;p29">
              <a:hlinkClick r:id="" action="ppaction://noaction"/>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1" name="Google Shape;391;p29">
              <a:hlinkClick r:id="" action="ppaction://noaction"/>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2" name="Google Shape;392;p29">
              <a:hlinkClick r:id="" action="ppaction://noaction"/>
            </p:cNvPr>
            <p:cNvSpPr/>
            <p:nvPr/>
          </p:nvSpPr>
          <p:spPr>
            <a:xfrm>
              <a:off x="3199384"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3" name="Google Shape;393;p29">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4" name="Google Shape;394;p29">
              <a:hlinkClick r:id="" action="ppaction://noaction"/>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5" name="Google Shape;395;p29">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6" name="Google Shape;396;p29">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7" name="Google Shape;397;p29">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8" name="Google Shape;398;p29">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9" name="Google Shape;399;p29">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0" name="Google Shape;400;p29">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1" name="Google Shape;401;p29">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2" name="Google Shape;402;p29">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3" name="Google Shape;403;p29">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4" name="Google Shape;404;p29">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5" name="Google Shape;405;p29">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6" name="Google Shape;406;p29">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7" name="Google Shape;407;p29">
              <a:hlinkClick r:id="" action="ppaction://noaction"/>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pic>
        <p:nvPicPr>
          <p:cNvPr id="411" name=""/>
          <p:cNvPicPr>
            <a:picLocks noChangeAspect="1"/>
          </p:cNvPicPr>
          <p:nvPr/>
        </p:nvPicPr>
        <p:blipFill rotWithShape="1">
          <a:blip r:embed="rId3"/>
          <a:stretch>
            <a:fillRect/>
          </a:stretch>
        </p:blipFill>
        <p:spPr>
          <a:xfrm>
            <a:off x="720000" y="1162093"/>
            <a:ext cx="3679966" cy="1828095"/>
          </a:xfrm>
          <a:prstGeom prst="rect">
            <a:avLst/>
          </a:prstGeom>
        </p:spPr>
      </p:pic>
      <p:pic>
        <p:nvPicPr>
          <p:cNvPr id="412" name=""/>
          <p:cNvPicPr>
            <a:picLocks noChangeAspect="1"/>
          </p:cNvPicPr>
          <p:nvPr/>
        </p:nvPicPr>
        <p:blipFill rotWithShape="1">
          <a:blip r:embed="rId4"/>
          <a:stretch>
            <a:fillRect/>
          </a:stretch>
        </p:blipFill>
        <p:spPr>
          <a:xfrm>
            <a:off x="720000" y="2980664"/>
            <a:ext cx="3679966" cy="1160988"/>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65" name="Google Shape;365;p29"/>
          <p:cNvSpPr txBox="1">
            <a:spLocks noGrp="1"/>
          </p:cNvSpPr>
          <p:nvPr>
            <p:ph type="title" idx="0"/>
          </p:nvPr>
        </p:nvSpPr>
        <p:spPr>
          <a:xfrm>
            <a:off x="720000" y="513220"/>
            <a:ext cx="8005958" cy="572700"/>
          </a:xfrm>
          <a:prstGeom prst="rect">
            <a:avLst/>
          </a:prstGeom>
        </p:spPr>
        <p:txBody>
          <a:bodyPr wrap="square" lIns="91424" tIns="91424" rIns="91424" bIns="91424" anchor="t" anchorCtr="0">
            <a:noAutofit/>
          </a:bodyPr>
          <a:lstStyle/>
          <a:p>
            <a:pPr marL="0" lvl="0" indent="0" algn="ctr" rtl="0">
              <a:spcBef>
                <a:spcPts val="0"/>
              </a:spcBef>
              <a:spcAft>
                <a:spcPts val="0"/>
              </a:spcAft>
              <a:buNone/>
              <a:defRPr/>
            </a:pPr>
            <a:r>
              <a:rPr lang="ko-KR" altLang="en-US">
                <a:latin typeface="맑은 고딕"/>
                <a:ea typeface="맑은 고딕"/>
              </a:rPr>
              <a:t>회원가입 </a:t>
            </a:r>
            <a:r>
              <a:rPr lang="en-US" altLang="ko-KR">
                <a:latin typeface="맑은 고딕"/>
                <a:ea typeface="맑은 고딕"/>
              </a:rPr>
              <a:t>API(service + controller) </a:t>
            </a:r>
            <a:endParaRPr lang="en-US" altLang="ko-KR">
              <a:latin typeface="맑은 고딕"/>
              <a:ea typeface="맑은 고딕"/>
            </a:endParaRPr>
          </a:p>
        </p:txBody>
      </p:sp>
      <p:sp>
        <p:nvSpPr>
          <p:cNvPr id="366" name="Google Shape;366;p29"/>
          <p:cNvSpPr txBox="1">
            <a:spLocks noGrp="1"/>
          </p:cNvSpPr>
          <p:nvPr>
            <p:ph type="subTitle" idx="1"/>
          </p:nvPr>
        </p:nvSpPr>
        <p:spPr>
          <a:xfrm>
            <a:off x="4584470" y="1559849"/>
            <a:ext cx="3805556" cy="2808118"/>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a:latin typeface="맑은 고딕"/>
                <a:ea typeface="맑은 고딕"/>
              </a:rPr>
              <a:t>1.</a:t>
            </a:r>
            <a:r>
              <a:rPr lang="ko-KR" altLang="en-US">
                <a:latin typeface="맑은 고딕"/>
                <a:ea typeface="맑은 고딕"/>
              </a:rPr>
              <a:t> </a:t>
            </a:r>
            <a:r>
              <a:rPr lang="en-US" altLang="ko-KR">
                <a:latin typeface="맑은 고딕"/>
                <a:ea typeface="맑은 고딕"/>
              </a:rPr>
              <a:t>service</a:t>
            </a:r>
            <a:r>
              <a:rPr lang="ko-KR" altLang="en-US">
                <a:latin typeface="맑은 고딕"/>
                <a:ea typeface="맑은 고딕"/>
              </a:rPr>
              <a:t> 계층</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비즈니스 로직(중복 확인, 데이터 변환, 저장) 처리</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컨트롤러에서 받은 DTO를 저장 후 반환</a:t>
            </a:r>
            <a:endParaRPr lang="en-US" altLang="ko-KR">
              <a:latin typeface="맑은 고딕"/>
              <a:ea typeface="맑은 고딕"/>
            </a:endParaRPr>
          </a:p>
          <a:p>
            <a:pPr marL="0" lvl="0" indent="0" algn="l" rtl="0">
              <a:spcBef>
                <a:spcPts val="0"/>
              </a:spcBef>
              <a:spcAft>
                <a:spcPts val="0"/>
              </a:spcAft>
              <a:buNone/>
              <a:defRPr/>
            </a:pP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2.</a:t>
            </a:r>
            <a:r>
              <a:rPr lang="ko-KR" altLang="en-US">
                <a:latin typeface="맑은 고딕"/>
                <a:ea typeface="맑은 고딕"/>
              </a:rPr>
              <a:t> </a:t>
            </a:r>
            <a:r>
              <a:rPr lang="en-US" altLang="ko-KR">
                <a:latin typeface="맑은 고딕"/>
                <a:ea typeface="맑은 고딕"/>
              </a:rPr>
              <a:t>controller</a:t>
            </a:r>
            <a:r>
              <a:rPr lang="ko-KR" altLang="en-US">
                <a:latin typeface="맑은 고딕"/>
                <a:ea typeface="맑은 고딕"/>
              </a:rPr>
              <a:t> 계층</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클라이언트 요청을 수신</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데이터 검증한 후 서비스에 전달</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서비스의 결과 HTTP 응답 형태로 반환</a:t>
            </a:r>
            <a:endParaRPr lang="en-US" altLang="ko-KR">
              <a:latin typeface="맑은 고딕"/>
              <a:ea typeface="맑은 고딕"/>
            </a:endParaRPr>
          </a:p>
          <a:p>
            <a:pPr marL="0" lvl="0" indent="0" algn="l" rtl="0">
              <a:spcBef>
                <a:spcPts val="0"/>
              </a:spcBef>
              <a:spcAft>
                <a:spcPts val="0"/>
              </a:spcAft>
              <a:buNone/>
              <a:defRPr/>
            </a:pPr>
            <a:endParaRPr lang="en-US" altLang="ko-KR">
              <a:latin typeface="맑은 고딕"/>
              <a:ea typeface="맑은 고딕"/>
            </a:endParaRPr>
          </a:p>
          <a:p>
            <a:pPr marL="0" lvl="0" indent="0" algn="l" rtl="0">
              <a:spcBef>
                <a:spcPts val="0"/>
              </a:spcBef>
              <a:spcAft>
                <a:spcPts val="0"/>
              </a:spcAft>
              <a:buNone/>
              <a:defRPr/>
            </a:pPr>
            <a:r>
              <a:rPr lang="ko-KR" altLang="en-US">
                <a:latin typeface="맑은 고딕"/>
                <a:ea typeface="맑은 고딕"/>
              </a:rPr>
              <a:t>참고</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@RequestBody</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클라이언트가 보낸 JSON 데이터를 </a:t>
            </a: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NongDTO 객체로 매핑</a:t>
            </a:r>
            <a:endParaRPr lang="en-US" altLang="ko-KR">
              <a:latin typeface="맑은 고딕"/>
              <a:ea typeface="맑은 고딕"/>
            </a:endParaRPr>
          </a:p>
        </p:txBody>
      </p:sp>
      <p:grpSp>
        <p:nvGrpSpPr>
          <p:cNvPr id="387" name="Google Shape;387;p29"/>
          <p:cNvGrpSpPr/>
          <p:nvPr/>
        </p:nvGrpSpPr>
        <p:grpSpPr>
          <a:xfrm rot="0">
            <a:off x="1738925" y="4718600"/>
            <a:ext cx="5666144" cy="116400"/>
            <a:chOff x="1738925" y="4718600"/>
            <a:chExt cx="5666144" cy="116400"/>
          </a:xfrm>
        </p:grpSpPr>
        <p:sp>
          <p:nvSpPr>
            <p:cNvPr id="388" name="Google Shape;388;p29">
              <a:hlinkClick r:id="" action="ppaction://noaction"/>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89" name="Google Shape;389;p29">
              <a:hlinkClick r:id="" action="ppaction://noaction"/>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0" name="Google Shape;390;p29">
              <a:hlinkClick r:id="" action="ppaction://noaction"/>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1" name="Google Shape;391;p29">
              <a:hlinkClick r:id="" action="ppaction://noaction"/>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2" name="Google Shape;392;p29">
              <a:hlinkClick r:id="" action="ppaction://noaction"/>
            </p:cNvPr>
            <p:cNvSpPr/>
            <p:nvPr/>
          </p:nvSpPr>
          <p:spPr>
            <a:xfrm>
              <a:off x="3199384"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3" name="Google Shape;393;p29">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4" name="Google Shape;394;p29">
              <a:hlinkClick r:id="" action="ppaction://noaction"/>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5" name="Google Shape;395;p29">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6" name="Google Shape;396;p29">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7" name="Google Shape;397;p29">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8" name="Google Shape;398;p29">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9" name="Google Shape;399;p29">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0" name="Google Shape;400;p29">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1" name="Google Shape;401;p29">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2" name="Google Shape;402;p29">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3" name="Google Shape;403;p29">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4" name="Google Shape;404;p29">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5" name="Google Shape;405;p29">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6" name="Google Shape;406;p29">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7" name="Google Shape;407;p29">
              <a:hlinkClick r:id="" action="ppaction://noaction"/>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pic>
        <p:nvPicPr>
          <p:cNvPr id="417" name=""/>
          <p:cNvPicPr>
            <a:picLocks noChangeAspect="1"/>
          </p:cNvPicPr>
          <p:nvPr/>
        </p:nvPicPr>
        <p:blipFill rotWithShape="1">
          <a:blip r:embed="rId3"/>
          <a:stretch>
            <a:fillRect/>
          </a:stretch>
        </p:blipFill>
        <p:spPr>
          <a:xfrm>
            <a:off x="720000" y="1177125"/>
            <a:ext cx="3670744" cy="2047826"/>
          </a:xfrm>
          <a:prstGeom prst="rect">
            <a:avLst/>
          </a:prstGeom>
        </p:spPr>
      </p:pic>
      <p:pic>
        <p:nvPicPr>
          <p:cNvPr id="418" name=""/>
          <p:cNvPicPr>
            <a:picLocks noChangeAspect="1"/>
          </p:cNvPicPr>
          <p:nvPr/>
        </p:nvPicPr>
        <p:blipFill rotWithShape="1">
          <a:blip r:embed="rId4"/>
          <a:stretch>
            <a:fillRect/>
          </a:stretch>
        </p:blipFill>
        <p:spPr>
          <a:xfrm>
            <a:off x="720000" y="3224952"/>
            <a:ext cx="3670744" cy="1198311"/>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65" name="Google Shape;365;p29"/>
          <p:cNvSpPr txBox="1">
            <a:spLocks noGrp="1"/>
          </p:cNvSpPr>
          <p:nvPr>
            <p:ph type="title" idx="0"/>
          </p:nvPr>
        </p:nvSpPr>
        <p:spPr>
          <a:xfrm>
            <a:off x="720000" y="513220"/>
            <a:ext cx="6791521" cy="572700"/>
          </a:xfrm>
          <a:prstGeom prst="rect">
            <a:avLst/>
          </a:prstGeom>
        </p:spPr>
        <p:txBody>
          <a:bodyPr wrap="square" lIns="91424" tIns="91424" rIns="91424" bIns="91424" anchor="t" anchorCtr="0">
            <a:noAutofit/>
          </a:bodyPr>
          <a:lstStyle/>
          <a:p>
            <a:pPr marL="0" lvl="0" indent="0" algn="ctr" rtl="0">
              <a:spcBef>
                <a:spcPts val="0"/>
              </a:spcBef>
              <a:spcAft>
                <a:spcPts val="0"/>
              </a:spcAft>
              <a:buNone/>
              <a:defRPr/>
            </a:pPr>
            <a:r>
              <a:rPr lang="ko-KR" altLang="en-US">
                <a:latin typeface="맑은 고딕"/>
                <a:ea typeface="맑은 고딕"/>
              </a:rPr>
              <a:t>로그인 </a:t>
            </a:r>
            <a:r>
              <a:rPr lang="en-US" altLang="ko-KR">
                <a:latin typeface="맑은 고딕"/>
                <a:ea typeface="맑은 고딕"/>
              </a:rPr>
              <a:t>API(service + controller)</a:t>
            </a:r>
            <a:endParaRPr lang="en-US" altLang="ko-KR">
              <a:latin typeface="맑은 고딕"/>
              <a:ea typeface="맑은 고딕"/>
            </a:endParaRPr>
          </a:p>
        </p:txBody>
      </p:sp>
      <p:sp>
        <p:nvSpPr>
          <p:cNvPr id="366" name="Google Shape;366;p29"/>
          <p:cNvSpPr txBox="1">
            <a:spLocks noGrp="1"/>
          </p:cNvSpPr>
          <p:nvPr>
            <p:ph type="subTitle" idx="1"/>
          </p:nvPr>
        </p:nvSpPr>
        <p:spPr>
          <a:xfrm>
            <a:off x="625032" y="3247879"/>
            <a:ext cx="3805556" cy="1120088"/>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b="1">
                <a:latin typeface="맑은 고딕"/>
                <a:ea typeface="맑은 고딕"/>
              </a:rPr>
              <a:t>service</a:t>
            </a:r>
            <a:r>
              <a:rPr lang="ko-KR" altLang="en-US" b="1">
                <a:latin typeface="맑은 고딕"/>
                <a:ea typeface="맑은 고딕"/>
              </a:rPr>
              <a:t> 계층</a:t>
            </a:r>
            <a:endParaRPr lang="ko-KR" altLang="en-US" b="1">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사용자 조회</a:t>
            </a:r>
            <a:r>
              <a:rPr lang="ko-KR" altLang="en-US">
                <a:latin typeface="맑은 고딕"/>
                <a:ea typeface="맑은 고딕"/>
              </a:rPr>
              <a:t>   </a:t>
            </a:r>
            <a:r>
              <a:rPr lang="en-US" altLang="ko-KR">
                <a:latin typeface="맑은 고딕"/>
                <a:ea typeface="맑은 고딕"/>
              </a:rPr>
              <a:t>-</a:t>
            </a:r>
            <a:r>
              <a:rPr lang="ko-KR" altLang="en-US">
                <a:latin typeface="맑은 고딕"/>
                <a:ea typeface="맑은 고딕"/>
              </a:rPr>
              <a:t> 비밀번호 검증   </a:t>
            </a:r>
            <a:r>
              <a:rPr lang="en-US" altLang="ko-KR">
                <a:latin typeface="맑은 고딕"/>
                <a:ea typeface="맑은 고딕"/>
              </a:rPr>
              <a:t>-</a:t>
            </a:r>
            <a:r>
              <a:rPr lang="ko-KR" altLang="en-US">
                <a:latin typeface="맑은 고딕"/>
                <a:ea typeface="맑은 고딕"/>
              </a:rPr>
              <a:t> 토큰 생성</a:t>
            </a:r>
            <a:endParaRPr lang="ko-KR" altLang="en-US">
              <a:latin typeface="맑은 고딕"/>
              <a:ea typeface="맑은 고딕"/>
            </a:endParaRPr>
          </a:p>
          <a:p>
            <a:pPr marL="0" lvl="0" indent="0" algn="l" rtl="0">
              <a:spcBef>
                <a:spcPts val="0"/>
              </a:spcBef>
              <a:spcAft>
                <a:spcPts val="0"/>
              </a:spcAft>
              <a:buNone/>
              <a:defRPr/>
            </a:pPr>
            <a:endParaRPr lang="en-US" altLang="ko-KR">
              <a:latin typeface="맑은 고딕"/>
              <a:ea typeface="맑은 고딕"/>
            </a:endParaRPr>
          </a:p>
          <a:p>
            <a:pPr marL="0" lvl="0" indent="0" algn="l" rtl="0">
              <a:spcBef>
                <a:spcPts val="0"/>
              </a:spcBef>
              <a:spcAft>
                <a:spcPts val="0"/>
              </a:spcAft>
              <a:buNone/>
              <a:defRPr/>
            </a:pPr>
            <a:r>
              <a:rPr lang="en-US" altLang="ko-KR">
                <a:latin typeface="맑은 고딕"/>
                <a:ea typeface="맑은 고딕"/>
              </a:rPr>
              <a:t>아이디와 비밀번호를 검증하여 인증을 처리하며, 인증 성공 시 JWT 토큰을 생성하여 반환</a:t>
            </a:r>
            <a:r>
              <a:rPr lang="ko-KR" altLang="en-US">
                <a:latin typeface="맑은 고딕"/>
                <a:ea typeface="맑은 고딕"/>
              </a:rPr>
              <a:t>하는 메서드</a:t>
            </a:r>
            <a:endParaRPr lang="ko-KR" altLang="en-US">
              <a:latin typeface="맑은 고딕"/>
              <a:ea typeface="맑은 고딕"/>
            </a:endParaRPr>
          </a:p>
          <a:p>
            <a:pPr marL="0" lvl="0" indent="0" algn="l" rtl="0">
              <a:spcBef>
                <a:spcPts val="0"/>
              </a:spcBef>
              <a:spcAft>
                <a:spcPts val="0"/>
              </a:spcAft>
              <a:buNone/>
              <a:defRPr/>
            </a:pPr>
            <a:endParaRPr lang="en-US" altLang="ko-KR">
              <a:latin typeface="맑은 고딕"/>
              <a:ea typeface="맑은 고딕"/>
            </a:endParaRPr>
          </a:p>
        </p:txBody>
      </p:sp>
      <p:grpSp>
        <p:nvGrpSpPr>
          <p:cNvPr id="387" name="Google Shape;387;p29"/>
          <p:cNvGrpSpPr/>
          <p:nvPr/>
        </p:nvGrpSpPr>
        <p:grpSpPr>
          <a:xfrm rot="0">
            <a:off x="1738925" y="4718600"/>
            <a:ext cx="5666144" cy="116400"/>
            <a:chOff x="1738925" y="4718600"/>
            <a:chExt cx="5666144" cy="116400"/>
          </a:xfrm>
        </p:grpSpPr>
        <p:sp>
          <p:nvSpPr>
            <p:cNvPr id="388" name="Google Shape;388;p29">
              <a:hlinkClick r:id="" action="ppaction://noaction"/>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89" name="Google Shape;389;p29">
              <a:hlinkClick r:id="" action="ppaction://noaction"/>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0" name="Google Shape;390;p29">
              <a:hlinkClick r:id="" action="ppaction://noaction"/>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1" name="Google Shape;391;p29">
              <a:hlinkClick r:id="" action="ppaction://noaction"/>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2" name="Google Shape;392;p29">
              <a:hlinkClick r:id="" action="ppaction://noaction"/>
            </p:cNvPr>
            <p:cNvSpPr/>
            <p:nvPr/>
          </p:nvSpPr>
          <p:spPr>
            <a:xfrm>
              <a:off x="3199384"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3" name="Google Shape;393;p29">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4" name="Google Shape;394;p29">
              <a:hlinkClick r:id="" action="ppaction://noaction"/>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5" name="Google Shape;395;p29">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6" name="Google Shape;396;p29">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7" name="Google Shape;397;p29">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8" name="Google Shape;398;p29">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9" name="Google Shape;399;p29">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0" name="Google Shape;400;p29">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1" name="Google Shape;401;p29">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2" name="Google Shape;402;p29">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3" name="Google Shape;403;p29">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4" name="Google Shape;404;p29">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5" name="Google Shape;405;p29">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6" name="Google Shape;406;p29">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7" name="Google Shape;407;p29">
              <a:hlinkClick r:id="" action="ppaction://noaction"/>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pic>
        <p:nvPicPr>
          <p:cNvPr id="420" name=""/>
          <p:cNvPicPr>
            <a:picLocks noChangeAspect="1"/>
          </p:cNvPicPr>
          <p:nvPr/>
        </p:nvPicPr>
        <p:blipFill rotWithShape="1">
          <a:blip r:embed="rId3"/>
          <a:stretch>
            <a:fillRect/>
          </a:stretch>
        </p:blipFill>
        <p:spPr>
          <a:xfrm>
            <a:off x="678682" y="1177125"/>
            <a:ext cx="3751905" cy="2070753"/>
          </a:xfrm>
          <a:prstGeom prst="rect">
            <a:avLst/>
          </a:prstGeom>
        </p:spPr>
      </p:pic>
      <p:sp>
        <p:nvSpPr>
          <p:cNvPr id="423" name="Google Shape;366;p29"/>
          <p:cNvSpPr txBox="1">
            <a:spLocks noGrp="1"/>
          </p:cNvSpPr>
          <p:nvPr>
            <p:ph type="subTitle" idx="3"/>
          </p:nvPr>
        </p:nvSpPr>
        <p:spPr>
          <a:xfrm>
            <a:off x="4650254" y="3186886"/>
            <a:ext cx="3805556" cy="1120088"/>
          </a:xfrm>
          <a:prstGeom prst="rect">
            <a:avLst/>
          </a:prstGeom>
          <a:noFill/>
          <a:ln>
            <a:noFill/>
          </a:ln>
        </p:spPr>
        <p:txBody>
          <a:bodyPr wrap="square" lIns="91424" tIns="91424" rIns="91424" bIns="91424" anchor="t" anchorCtr="0">
            <a:noAutofit/>
          </a:bodyPr>
          <a:lstStyle/>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1" i="0" u="none" strike="noStrike" kern="0" cap="none" spc="0" normalizeH="0" baseline="0" mc:Ignorable="hp" hp:hslEmbossed="0">
                <a:solidFill>
                  <a:srgbClr val="24282a"/>
                </a:solidFill>
                <a:latin typeface="맑은 고딕"/>
                <a:ea typeface="맑은 고딕"/>
              </a:rPr>
              <a:t>controller</a:t>
            </a:r>
            <a:r>
              <a:rPr xmlns:mc="http://schemas.openxmlformats.org/markup-compatibility/2006" xmlns:hp="http://schemas.haansoft.com/office/presentation/8.0" kumimoji="0" lang="ko-KR" altLang="en-US" sz="1200" b="1" i="0" u="none" strike="noStrike" kern="0" cap="none" spc="0" normalizeH="0" baseline="0" mc:Ignorable="hp" hp:hslEmbossed="0">
                <a:solidFill>
                  <a:srgbClr val="24282a"/>
                </a:solidFill>
                <a:latin typeface="맑은 고딕"/>
                <a:ea typeface="맑은 고딕"/>
              </a:rPr>
              <a:t> 계층</a:t>
            </a:r>
            <a:endParaRPr xmlns:mc="http://schemas.openxmlformats.org/markup-compatibility/2006" xmlns:hp="http://schemas.haansoft.com/office/presentation/8.0" kumimoji="0" lang="ko-KR" altLang="en-US" sz="1200" b="1"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클라이언트 요청 수신</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데이터 </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유효성 </a:t>
            </a: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검증</a:t>
            </a:r>
            <a:endPar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인증 </a:t>
            </a: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서비스 호출</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응답 데이터 구성 및 반환</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클라이언트에서 전달된 아이디와 비밀번호를 검증하여 사용자를 인증하고, 성공 시 JWT 토큰과 사용자 정보를 반환하는 메서드</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p:txBody>
      </p:sp>
      <p:pic>
        <p:nvPicPr>
          <p:cNvPr id="424" name=""/>
          <p:cNvPicPr>
            <a:picLocks noChangeAspect="1"/>
          </p:cNvPicPr>
          <p:nvPr/>
        </p:nvPicPr>
        <p:blipFill rotWithShape="1">
          <a:blip r:embed="rId4"/>
          <a:stretch>
            <a:fillRect/>
          </a:stretch>
        </p:blipFill>
        <p:spPr>
          <a:xfrm>
            <a:off x="4650254" y="1177124"/>
            <a:ext cx="3759026" cy="2070753"/>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65" name="Google Shape;365;p29"/>
          <p:cNvSpPr txBox="1">
            <a:spLocks noGrp="1"/>
          </p:cNvSpPr>
          <p:nvPr>
            <p:ph type="title" idx="0"/>
          </p:nvPr>
        </p:nvSpPr>
        <p:spPr>
          <a:xfrm>
            <a:off x="442187" y="513220"/>
            <a:ext cx="8378165" cy="572700"/>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ko-KR" altLang="en-US" sz="2700">
                <a:latin typeface="맑은 고딕"/>
                <a:ea typeface="맑은 고딕"/>
              </a:rPr>
              <a:t>정보 수정 전 비밀번호 확인 API</a:t>
            </a:r>
            <a:r>
              <a:rPr lang="en-US" altLang="ko-KR" sz="2700">
                <a:latin typeface="맑은 고딕"/>
                <a:ea typeface="맑은 고딕"/>
              </a:rPr>
              <a:t>(service + controller) </a:t>
            </a:r>
            <a:endParaRPr lang="en-US" altLang="ko-KR" sz="2700">
              <a:latin typeface="맑은 고딕"/>
              <a:ea typeface="맑은 고딕"/>
            </a:endParaRPr>
          </a:p>
        </p:txBody>
      </p:sp>
      <p:sp>
        <p:nvSpPr>
          <p:cNvPr id="366" name="Google Shape;366;p29"/>
          <p:cNvSpPr txBox="1">
            <a:spLocks noGrp="1"/>
          </p:cNvSpPr>
          <p:nvPr>
            <p:ph type="subTitle" idx="1"/>
          </p:nvPr>
        </p:nvSpPr>
        <p:spPr>
          <a:xfrm>
            <a:off x="4572000" y="2590253"/>
            <a:ext cx="3805556" cy="1120088"/>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b="1">
                <a:latin typeface="맑은 고딕"/>
                <a:ea typeface="맑은 고딕"/>
              </a:rPr>
              <a:t>service</a:t>
            </a:r>
            <a:r>
              <a:rPr lang="ko-KR" altLang="en-US" b="1">
                <a:latin typeface="맑은 고딕"/>
                <a:ea typeface="맑은 고딕"/>
              </a:rPr>
              <a:t> 계층</a:t>
            </a:r>
            <a:endParaRPr lang="ko-KR" altLang="en-US" b="1">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사용자 조회</a:t>
            </a:r>
            <a:r>
              <a:rPr lang="ko-KR" altLang="en-US">
                <a:latin typeface="맑은 고딕"/>
                <a:ea typeface="맑은 고딕"/>
              </a:rPr>
              <a:t>   </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비밀번호 검증   </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결과 반환</a:t>
            </a:r>
            <a:endParaRPr lang="ko-KR" altLang="en-US">
              <a:latin typeface="맑은 고딕"/>
              <a:ea typeface="맑은 고딕"/>
            </a:endParaRPr>
          </a:p>
          <a:p>
            <a:pPr marL="0" lvl="0" indent="0" algn="l" rtl="0">
              <a:spcBef>
                <a:spcPts val="0"/>
              </a:spcBef>
              <a:spcAft>
                <a:spcPts val="0"/>
              </a:spcAft>
              <a:buNone/>
              <a:defRPr/>
            </a:pPr>
            <a:endParaRPr lang="ko-KR" altLang="en-US">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회원 정보 수정 전, 사용자가 입력한 비밀번호가 기존 비밀번호와 일치하는지 확인하는 메서드</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0" lvl="0" indent="0" algn="l" rtl="0">
              <a:spcBef>
                <a:spcPts val="0"/>
              </a:spcBef>
              <a:spcAft>
                <a:spcPts val="0"/>
              </a:spcAft>
              <a:buNone/>
              <a:defRPr/>
            </a:pPr>
            <a:endParaRPr lang="en-US" altLang="ko-KR">
              <a:latin typeface="맑은 고딕"/>
              <a:ea typeface="맑은 고딕"/>
            </a:endParaRPr>
          </a:p>
        </p:txBody>
      </p:sp>
      <p:grpSp>
        <p:nvGrpSpPr>
          <p:cNvPr id="387" name="Google Shape;387;p29"/>
          <p:cNvGrpSpPr/>
          <p:nvPr/>
        </p:nvGrpSpPr>
        <p:grpSpPr>
          <a:xfrm rot="0">
            <a:off x="1738925" y="4718600"/>
            <a:ext cx="5666144" cy="116400"/>
            <a:chOff x="1738925" y="4718600"/>
            <a:chExt cx="5666144" cy="116400"/>
          </a:xfrm>
        </p:grpSpPr>
        <p:sp>
          <p:nvSpPr>
            <p:cNvPr id="388" name="Google Shape;388;p29">
              <a:hlinkClick r:id="" action="ppaction://noaction"/>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89" name="Google Shape;389;p29">
              <a:hlinkClick r:id="" action="ppaction://noaction"/>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0" name="Google Shape;390;p29">
              <a:hlinkClick r:id="" action="ppaction://noaction"/>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1" name="Google Shape;391;p29">
              <a:hlinkClick r:id="" action="ppaction://noaction"/>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2" name="Google Shape;392;p29">
              <a:hlinkClick r:id="" action="ppaction://noaction"/>
            </p:cNvPr>
            <p:cNvSpPr/>
            <p:nvPr/>
          </p:nvSpPr>
          <p:spPr>
            <a:xfrm>
              <a:off x="3199384"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3" name="Google Shape;393;p29">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4" name="Google Shape;394;p29">
              <a:hlinkClick r:id="" action="ppaction://noaction"/>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5" name="Google Shape;395;p29">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6" name="Google Shape;396;p29">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7" name="Google Shape;397;p29">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8" name="Google Shape;398;p29">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9" name="Google Shape;399;p29">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0" name="Google Shape;400;p29">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1" name="Google Shape;401;p29">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2" name="Google Shape;402;p29">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3" name="Google Shape;403;p29">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4" name="Google Shape;404;p29">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5" name="Google Shape;405;p29">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6" name="Google Shape;406;p29">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7" name="Google Shape;407;p29">
              <a:hlinkClick r:id="" action="ppaction://noaction"/>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
        <p:nvSpPr>
          <p:cNvPr id="421" name="Google Shape;366;p29"/>
          <p:cNvSpPr txBox="1">
            <a:spLocks noGrp="1"/>
          </p:cNvSpPr>
          <p:nvPr>
            <p:ph type="subTitle" idx="2"/>
          </p:nvPr>
        </p:nvSpPr>
        <p:spPr>
          <a:xfrm>
            <a:off x="689614" y="2590253"/>
            <a:ext cx="3805556" cy="1120088"/>
          </a:xfrm>
          <a:prstGeom prst="rect">
            <a:avLst/>
          </a:prstGeom>
          <a:noFill/>
          <a:ln>
            <a:noFill/>
          </a:ln>
        </p:spPr>
        <p:txBody>
          <a:bodyPr wrap="square" lIns="91424" tIns="91424" rIns="91424" bIns="91424" anchor="t" anchorCtr="0">
            <a:noAutofit/>
          </a:bodyPr>
          <a:lstStyle/>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1" i="0" u="none" strike="noStrike" kern="0" cap="none" spc="0" normalizeH="0" baseline="0" mc:Ignorable="hp" hp:hslEmbossed="0">
                <a:solidFill>
                  <a:srgbClr val="24282a"/>
                </a:solidFill>
                <a:latin typeface="맑은 고딕"/>
                <a:ea typeface="맑은 고딕"/>
              </a:rPr>
              <a:t>controller</a:t>
            </a:r>
            <a:r>
              <a:rPr xmlns:mc="http://schemas.openxmlformats.org/markup-compatibility/2006" xmlns:hp="http://schemas.haansoft.com/office/presentation/8.0" kumimoji="0" lang="ko-KR" altLang="en-US" sz="1200" b="1" i="0" u="none" strike="noStrike" kern="0" cap="none" spc="0" normalizeH="0" baseline="0" mc:Ignorable="hp" hp:hslEmbossed="0">
                <a:solidFill>
                  <a:srgbClr val="24282a"/>
                </a:solidFill>
                <a:latin typeface="맑은 고딕"/>
                <a:ea typeface="맑은 고딕"/>
              </a:rPr>
              <a:t> 계층</a:t>
            </a:r>
            <a:endParaRPr xmlns:mc="http://schemas.openxmlformats.org/markup-compatibility/2006" xmlns:hp="http://schemas.haansoft.com/office/presentation/8.0" kumimoji="0" lang="ko-KR" altLang="en-US" sz="1200" b="1"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요청 데이터 수신</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서비스 계층 호출</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응답 데이터 구성 및 반환</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회원 정보 수정 전 사용자의 비밀번호와 작성한 비밀번호가 일치할 경우 응답 데이터 반환</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p:txBody>
      </p:sp>
      <p:pic>
        <p:nvPicPr>
          <p:cNvPr id="423" name=""/>
          <p:cNvPicPr>
            <a:picLocks noChangeAspect="1"/>
          </p:cNvPicPr>
          <p:nvPr/>
        </p:nvPicPr>
        <p:blipFill rotWithShape="1">
          <a:blip r:embed="rId3"/>
          <a:stretch>
            <a:fillRect/>
          </a:stretch>
        </p:blipFill>
        <p:spPr>
          <a:xfrm>
            <a:off x="689614" y="1281900"/>
            <a:ext cx="3759026" cy="1200423"/>
          </a:xfrm>
          <a:prstGeom prst="rect">
            <a:avLst/>
          </a:prstGeom>
        </p:spPr>
      </p:pic>
      <p:pic>
        <p:nvPicPr>
          <p:cNvPr id="425" name=""/>
          <p:cNvPicPr>
            <a:picLocks noChangeAspect="1"/>
          </p:cNvPicPr>
          <p:nvPr/>
        </p:nvPicPr>
        <p:blipFill rotWithShape="1">
          <a:blip r:embed="rId4"/>
          <a:stretch>
            <a:fillRect/>
          </a:stretch>
        </p:blipFill>
        <p:spPr>
          <a:xfrm>
            <a:off x="4572000" y="1491450"/>
            <a:ext cx="3759026" cy="736668"/>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65" name="Google Shape;365;p29"/>
          <p:cNvSpPr txBox="1">
            <a:spLocks noGrp="1"/>
          </p:cNvSpPr>
          <p:nvPr>
            <p:ph type="title" idx="0"/>
          </p:nvPr>
        </p:nvSpPr>
        <p:spPr>
          <a:xfrm>
            <a:off x="719999" y="513220"/>
            <a:ext cx="7520914" cy="572700"/>
          </a:xfrm>
          <a:prstGeom prst="rect">
            <a:avLst/>
          </a:prstGeom>
        </p:spPr>
        <p:txBody>
          <a:bodyPr wrap="square" lIns="91424" tIns="91424" rIns="91424" bIns="91424" anchor="t" anchorCtr="0">
            <a:noAutofit/>
          </a:bodyPr>
          <a:lstStyle/>
          <a:p>
            <a:pPr marL="0" lvl="0" indent="0" algn="ctr" rtl="0">
              <a:spcBef>
                <a:spcPts val="0"/>
              </a:spcBef>
              <a:spcAft>
                <a:spcPts val="0"/>
              </a:spcAft>
              <a:buNone/>
              <a:defRPr/>
            </a:pPr>
            <a:r>
              <a:rPr lang="ko-KR" altLang="en-US">
                <a:latin typeface="맑은 고딕"/>
                <a:ea typeface="맑은 고딕"/>
              </a:rPr>
              <a:t>회원 정보 수정 API</a:t>
            </a:r>
            <a:r>
              <a:rPr lang="en-US" altLang="ko-KR">
                <a:latin typeface="맑은 고딕"/>
                <a:ea typeface="맑은 고딕"/>
              </a:rPr>
              <a:t>(service +</a:t>
            </a:r>
            <a:r>
              <a:rPr lang="ko-KR" altLang="en-US">
                <a:latin typeface="맑은 고딕"/>
                <a:ea typeface="맑은 고딕"/>
              </a:rPr>
              <a:t> </a:t>
            </a:r>
            <a:r>
              <a:rPr lang="en-US" altLang="ko-KR">
                <a:latin typeface="맑은 고딕"/>
                <a:ea typeface="맑은 고딕"/>
              </a:rPr>
              <a:t>controller) </a:t>
            </a:r>
            <a:endParaRPr lang="en-US" altLang="ko-KR">
              <a:latin typeface="맑은 고딕"/>
              <a:ea typeface="맑은 고딕"/>
            </a:endParaRPr>
          </a:p>
        </p:txBody>
      </p:sp>
      <p:sp>
        <p:nvSpPr>
          <p:cNvPr id="366" name="Google Shape;366;p29"/>
          <p:cNvSpPr txBox="1">
            <a:spLocks noGrp="1"/>
          </p:cNvSpPr>
          <p:nvPr>
            <p:ph type="subTitle" idx="1"/>
          </p:nvPr>
        </p:nvSpPr>
        <p:spPr>
          <a:xfrm>
            <a:off x="4572000" y="3150297"/>
            <a:ext cx="3805556" cy="1120088"/>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r>
              <a:rPr lang="en-US" altLang="ko-KR" b="1">
                <a:latin typeface="맑은 고딕"/>
                <a:ea typeface="맑은 고딕"/>
              </a:rPr>
              <a:t>service</a:t>
            </a:r>
            <a:r>
              <a:rPr lang="ko-KR" altLang="en-US" b="1">
                <a:latin typeface="맑은 고딕"/>
                <a:ea typeface="맑은 고딕"/>
              </a:rPr>
              <a:t> 계층</a:t>
            </a:r>
            <a:endParaRPr lang="ko-KR" altLang="en-US" b="1">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DTO → Entity 변환</a:t>
            </a:r>
            <a:r>
              <a:rPr lang="ko-KR" altLang="en-US">
                <a:latin typeface="맑은 고딕"/>
                <a:ea typeface="맑은 고딕"/>
              </a:rPr>
              <a:t>       </a:t>
            </a:r>
            <a:r>
              <a:rPr lang="en-US" altLang="ko-KR">
                <a:latin typeface="맑은 고딕"/>
                <a:ea typeface="맑은 고딕"/>
              </a:rPr>
              <a:t>-</a:t>
            </a:r>
            <a:r>
              <a:rPr lang="ko-KR" altLang="en-US">
                <a:latin typeface="맑은 고딕"/>
                <a:ea typeface="맑은 고딕"/>
              </a:rPr>
              <a:t> 중복 체크  </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사용자 존재 여부 확인   </a:t>
            </a:r>
            <a:r>
              <a:rPr lang="en-US" altLang="ko-KR">
                <a:latin typeface="맑은 고딕"/>
                <a:ea typeface="맑은 고딕"/>
              </a:rPr>
              <a:t>-</a:t>
            </a:r>
            <a:r>
              <a:rPr lang="ko-KR" altLang="en-US">
                <a:latin typeface="맑은 고딕"/>
                <a:ea typeface="맑은 고딕"/>
              </a:rPr>
              <a:t> 수정 작업 수행</a:t>
            </a:r>
            <a:endParaRPr lang="ko-KR" altLang="en-US">
              <a:latin typeface="맑은 고딕"/>
              <a:ea typeface="맑은 고딕"/>
            </a:endParaRPr>
          </a:p>
          <a:p>
            <a:pPr marL="0" lvl="0" indent="0" algn="l" rtl="0">
              <a:spcBef>
                <a:spcPts val="0"/>
              </a:spcBef>
              <a:spcAft>
                <a:spcPts val="0"/>
              </a:spcAft>
              <a:buNone/>
              <a:defRPr/>
            </a:pPr>
            <a:r>
              <a:rPr lang="en-US" altLang="ko-KR">
                <a:latin typeface="맑은 고딕"/>
                <a:ea typeface="맑은 고딕"/>
              </a:rPr>
              <a:t>-</a:t>
            </a:r>
            <a:r>
              <a:rPr lang="ko-KR" altLang="en-US">
                <a:latin typeface="맑은 고딕"/>
                <a:ea typeface="맑은 고딕"/>
              </a:rPr>
              <a:t> DTO 반환</a:t>
            </a:r>
            <a:endParaRPr lang="ko-KR" altLang="en-US">
              <a:latin typeface="맑은 고딕"/>
              <a:ea typeface="맑은 고딕"/>
            </a:endParaRPr>
          </a:p>
          <a:p>
            <a:pPr marL="0" lvl="0" indent="0" algn="l" rtl="0">
              <a:spcBef>
                <a:spcPts val="0"/>
              </a:spcBef>
              <a:spcAft>
                <a:spcPts val="0"/>
              </a:spcAft>
              <a:buNone/>
              <a:defRPr/>
            </a:pPr>
            <a:endParaRPr lang="ko-KR" altLang="en-US">
              <a:latin typeface="맑은 고딕"/>
              <a:ea typeface="맑은 고딕"/>
            </a:endParaRPr>
          </a:p>
          <a:p>
            <a:pPr marL="0" lvl="0" indent="0" algn="l" rtl="0">
              <a:spcBef>
                <a:spcPts val="0"/>
              </a:spcBef>
              <a:spcAft>
                <a:spcPts val="0"/>
              </a:spcAft>
              <a:buNone/>
              <a:defRPr/>
            </a:pPr>
            <a:r>
              <a:rPr lang="ko-KR" altLang="en-US">
                <a:latin typeface="맑은 고딕"/>
                <a:ea typeface="맑은 고딕"/>
              </a:rPr>
              <a:t>유저 정보 수정 메서드</a:t>
            </a:r>
            <a:endParaRPr lang="ko-KR" altLang="en-US">
              <a:latin typeface="맑은 고딕"/>
              <a:ea typeface="맑은 고딕"/>
            </a:endParaRPr>
          </a:p>
          <a:p>
            <a:pPr marL="0" lvl="0" indent="0" algn="l" rtl="0">
              <a:spcBef>
                <a:spcPts val="0"/>
              </a:spcBef>
              <a:spcAft>
                <a:spcPts val="0"/>
              </a:spcAft>
              <a:buNone/>
              <a:defRPr/>
            </a:pPr>
            <a:endParaRPr lang="ko-KR" altLang="en-US">
              <a:latin typeface="맑은 고딕"/>
              <a:ea typeface="맑은 고딕"/>
            </a:endParaRPr>
          </a:p>
          <a:p>
            <a:pPr marL="0" lvl="0" indent="0" algn="l" rtl="0">
              <a:spcBef>
                <a:spcPts val="0"/>
              </a:spcBef>
              <a:spcAft>
                <a:spcPts val="0"/>
              </a:spcAft>
              <a:buNone/>
              <a:defRPr/>
            </a:pPr>
            <a:endParaRPr lang="en-US" altLang="ko-KR">
              <a:latin typeface="맑은 고딕"/>
              <a:ea typeface="맑은 고딕"/>
            </a:endParaRPr>
          </a:p>
        </p:txBody>
      </p:sp>
      <p:grpSp>
        <p:nvGrpSpPr>
          <p:cNvPr id="387" name="Google Shape;387;p29"/>
          <p:cNvGrpSpPr/>
          <p:nvPr/>
        </p:nvGrpSpPr>
        <p:grpSpPr>
          <a:xfrm rot="0">
            <a:off x="1738925" y="4718600"/>
            <a:ext cx="5666144" cy="116400"/>
            <a:chOff x="1738925" y="4718600"/>
            <a:chExt cx="5666144" cy="116400"/>
          </a:xfrm>
        </p:grpSpPr>
        <p:sp>
          <p:nvSpPr>
            <p:cNvPr id="388" name="Google Shape;388;p29">
              <a:hlinkClick r:id="" action="ppaction://noaction"/>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89" name="Google Shape;389;p29">
              <a:hlinkClick r:id="" action="ppaction://noaction"/>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0" name="Google Shape;390;p29">
              <a:hlinkClick r:id="" action="ppaction://noaction"/>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1" name="Google Shape;391;p29">
              <a:hlinkClick r:id="" action="ppaction://noaction"/>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2" name="Google Shape;392;p29">
              <a:hlinkClick r:id="" action="ppaction://noaction"/>
            </p:cNvPr>
            <p:cNvSpPr/>
            <p:nvPr/>
          </p:nvSpPr>
          <p:spPr>
            <a:xfrm>
              <a:off x="3199384"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3" name="Google Shape;393;p29">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4" name="Google Shape;394;p29">
              <a:hlinkClick r:id="" action="ppaction://noaction"/>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5" name="Google Shape;395;p29">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6" name="Google Shape;396;p29">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7" name="Google Shape;397;p29">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8" name="Google Shape;398;p29">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9" name="Google Shape;399;p29">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0" name="Google Shape;400;p29">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1" name="Google Shape;401;p29">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2" name="Google Shape;402;p29">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3" name="Google Shape;403;p29">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4" name="Google Shape;404;p29">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5" name="Google Shape;405;p29">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6" name="Google Shape;406;p29">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7" name="Google Shape;407;p29">
              <a:hlinkClick r:id="" action="ppaction://noaction"/>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
        <p:nvSpPr>
          <p:cNvPr id="421" name="Google Shape;366;p29"/>
          <p:cNvSpPr txBox="1">
            <a:spLocks noGrp="1"/>
          </p:cNvSpPr>
          <p:nvPr>
            <p:ph type="subTitle" idx="2"/>
          </p:nvPr>
        </p:nvSpPr>
        <p:spPr>
          <a:xfrm>
            <a:off x="689614" y="2590253"/>
            <a:ext cx="3805556" cy="1120088"/>
          </a:xfrm>
          <a:prstGeom prst="rect">
            <a:avLst/>
          </a:prstGeom>
          <a:noFill/>
          <a:ln>
            <a:noFill/>
          </a:ln>
        </p:spPr>
        <p:txBody>
          <a:bodyPr wrap="square" lIns="91424" tIns="91424" rIns="91424" bIns="91424" anchor="t" anchorCtr="0">
            <a:noAutofit/>
          </a:bodyPr>
          <a:lstStyle/>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1" i="0" u="none" strike="noStrike" kern="0" cap="none" spc="0" normalizeH="0" baseline="0" mc:Ignorable="hp" hp:hslEmbossed="0">
                <a:solidFill>
                  <a:srgbClr val="24282a"/>
                </a:solidFill>
                <a:latin typeface="맑은 고딕"/>
                <a:ea typeface="맑은 고딕"/>
              </a:rPr>
              <a:t>controller</a:t>
            </a:r>
            <a:r>
              <a:rPr xmlns:mc="http://schemas.openxmlformats.org/markup-compatibility/2006" xmlns:hp="http://schemas.haansoft.com/office/presentation/8.0" kumimoji="0" lang="ko-KR" altLang="en-US" sz="1200" b="1" i="0" u="none" strike="noStrike" kern="0" cap="none" spc="0" normalizeH="0" baseline="0" mc:Ignorable="hp" hp:hslEmbossed="0">
                <a:solidFill>
                  <a:srgbClr val="24282a"/>
                </a:solidFill>
                <a:latin typeface="맑은 고딕"/>
                <a:ea typeface="맑은 고딕"/>
              </a:rPr>
              <a:t> 계층</a:t>
            </a:r>
            <a:endParaRPr xmlns:mc="http://schemas.openxmlformats.org/markup-compatibility/2006" xmlns:hp="http://schemas.haansoft.com/office/presentation/8.0" kumimoji="0" lang="ko-KR" altLang="en-US" sz="1200" b="1"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요청 데이터 수신</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데이터 검증</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서비스 호출</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응답 데이터 구성 및 반환</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예외처리 및 정보 수정 데이터 반환 메서드 </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p:txBody>
      </p:sp>
      <p:pic>
        <p:nvPicPr>
          <p:cNvPr id="426" name=""/>
          <p:cNvPicPr>
            <a:picLocks noChangeAspect="1"/>
          </p:cNvPicPr>
          <p:nvPr/>
        </p:nvPicPr>
        <p:blipFill rotWithShape="1">
          <a:blip r:embed="rId3"/>
          <a:stretch>
            <a:fillRect/>
          </a:stretch>
        </p:blipFill>
        <p:spPr>
          <a:xfrm>
            <a:off x="689614" y="1110450"/>
            <a:ext cx="3696860" cy="1308353"/>
          </a:xfrm>
          <a:prstGeom prst="rect">
            <a:avLst/>
          </a:prstGeom>
        </p:spPr>
      </p:pic>
      <p:pic>
        <p:nvPicPr>
          <p:cNvPr id="427" name=""/>
          <p:cNvPicPr>
            <a:picLocks noChangeAspect="1"/>
          </p:cNvPicPr>
          <p:nvPr/>
        </p:nvPicPr>
        <p:blipFill rotWithShape="1">
          <a:blip r:embed="rId4"/>
          <a:stretch>
            <a:fillRect/>
          </a:stretch>
        </p:blipFill>
        <p:spPr>
          <a:xfrm>
            <a:off x="4572000" y="1129500"/>
            <a:ext cx="3805556" cy="1971527"/>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65" name="Google Shape;365;p29"/>
          <p:cNvSpPr txBox="1">
            <a:spLocks noGrp="1"/>
          </p:cNvSpPr>
          <p:nvPr>
            <p:ph type="title" idx="0"/>
          </p:nvPr>
        </p:nvSpPr>
        <p:spPr>
          <a:xfrm>
            <a:off x="719999" y="513220"/>
            <a:ext cx="7520914" cy="572700"/>
          </a:xfrm>
          <a:prstGeom prst="rect">
            <a:avLst/>
          </a:prstGeom>
        </p:spPr>
        <p:txBody>
          <a:bodyPr wrap="square" lIns="91424" tIns="91424" rIns="91424" bIns="91424" anchor="t" anchorCtr="0">
            <a:noAutofit/>
          </a:bodyPr>
          <a:lstStyle/>
          <a:p>
            <a:pPr marL="0" lvl="0" indent="0" algn="ctr" rtl="0">
              <a:spcBef>
                <a:spcPts val="0"/>
              </a:spcBef>
              <a:spcAft>
                <a:spcPts val="0"/>
              </a:spcAft>
              <a:buNone/>
              <a:defRPr/>
            </a:pPr>
            <a:r>
              <a:rPr lang="ko-KR" altLang="en-US">
                <a:latin typeface="맑은 고딕"/>
                <a:ea typeface="맑은 고딕"/>
              </a:rPr>
              <a:t>회원 탈퇴 API</a:t>
            </a:r>
            <a:r>
              <a:rPr lang="en-US" altLang="ko-KR">
                <a:latin typeface="맑은 고딕"/>
                <a:ea typeface="맑은 고딕"/>
              </a:rPr>
              <a:t> (service + controller)</a:t>
            </a:r>
            <a:endParaRPr lang="en-US" altLang="ko-KR">
              <a:latin typeface="맑은 고딕"/>
              <a:ea typeface="맑은 고딕"/>
            </a:endParaRPr>
          </a:p>
        </p:txBody>
      </p:sp>
      <p:sp>
        <p:nvSpPr>
          <p:cNvPr id="366" name="Google Shape;366;p29"/>
          <p:cNvSpPr txBox="1">
            <a:spLocks noGrp="1"/>
          </p:cNvSpPr>
          <p:nvPr>
            <p:ph type="subTitle" idx="1"/>
          </p:nvPr>
        </p:nvSpPr>
        <p:spPr>
          <a:xfrm>
            <a:off x="4572000" y="3150297"/>
            <a:ext cx="3805556" cy="1120088"/>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endParaRPr lang="ko-KR" altLang="en-US">
              <a:latin typeface="맑은 고딕"/>
              <a:ea typeface="맑은 고딕"/>
            </a:endParaRPr>
          </a:p>
          <a:p>
            <a:pPr marL="0" lvl="0" indent="0" algn="l" rtl="0">
              <a:spcBef>
                <a:spcPts val="0"/>
              </a:spcBef>
              <a:spcAft>
                <a:spcPts val="0"/>
              </a:spcAft>
              <a:buNone/>
              <a:defRPr/>
            </a:pPr>
            <a:endParaRPr lang="en-US" altLang="ko-KR">
              <a:latin typeface="맑은 고딕"/>
              <a:ea typeface="맑은 고딕"/>
            </a:endParaRPr>
          </a:p>
        </p:txBody>
      </p:sp>
      <p:grpSp>
        <p:nvGrpSpPr>
          <p:cNvPr id="387" name="Google Shape;387;p29"/>
          <p:cNvGrpSpPr/>
          <p:nvPr/>
        </p:nvGrpSpPr>
        <p:grpSpPr>
          <a:xfrm rot="0">
            <a:off x="1738925" y="4718600"/>
            <a:ext cx="5666144" cy="116400"/>
            <a:chOff x="1738925" y="4718600"/>
            <a:chExt cx="5666144" cy="116400"/>
          </a:xfrm>
        </p:grpSpPr>
        <p:sp>
          <p:nvSpPr>
            <p:cNvPr id="388" name="Google Shape;388;p29">
              <a:hlinkClick r:id="" action="ppaction://noaction"/>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89" name="Google Shape;389;p29">
              <a:hlinkClick r:id="" action="ppaction://noaction"/>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0" name="Google Shape;390;p29">
              <a:hlinkClick r:id="" action="ppaction://noaction"/>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1" name="Google Shape;391;p29">
              <a:hlinkClick r:id="" action="ppaction://noaction"/>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2" name="Google Shape;392;p29">
              <a:hlinkClick r:id="" action="ppaction://noaction"/>
            </p:cNvPr>
            <p:cNvSpPr/>
            <p:nvPr/>
          </p:nvSpPr>
          <p:spPr>
            <a:xfrm>
              <a:off x="3199384"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3" name="Google Shape;393;p29">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4" name="Google Shape;394;p29">
              <a:hlinkClick r:id="" action="ppaction://noaction"/>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5" name="Google Shape;395;p29">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6" name="Google Shape;396;p29">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7" name="Google Shape;397;p29">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8" name="Google Shape;398;p29">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9" name="Google Shape;399;p29">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0" name="Google Shape;400;p29">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1" name="Google Shape;401;p29">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2" name="Google Shape;402;p29">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3" name="Google Shape;403;p29">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4" name="Google Shape;404;p29">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5" name="Google Shape;405;p29">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6" name="Google Shape;406;p29">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7" name="Google Shape;407;p29">
              <a:hlinkClick r:id="" action="ppaction://noaction"/>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
        <p:nvSpPr>
          <p:cNvPr id="421" name="Google Shape;366;p29"/>
          <p:cNvSpPr txBox="1">
            <a:spLocks noGrp="1"/>
          </p:cNvSpPr>
          <p:nvPr>
            <p:ph type="subTitle" idx="2"/>
          </p:nvPr>
        </p:nvSpPr>
        <p:spPr>
          <a:xfrm>
            <a:off x="4572000" y="1137000"/>
            <a:ext cx="3805556" cy="3193177"/>
          </a:xfrm>
          <a:prstGeom prst="rect">
            <a:avLst/>
          </a:prstGeom>
          <a:noFill/>
          <a:ln>
            <a:noFill/>
          </a:ln>
        </p:spPr>
        <p:txBody>
          <a:bodyPr wrap="square" lIns="91424" tIns="91424" rIns="91424" bIns="91424" anchor="t" anchorCtr="0">
            <a:noAutofit/>
          </a:bodyPr>
          <a:lstStyle/>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1" i="0" u="none" strike="noStrike" kern="0" cap="none" spc="0" normalizeH="0" baseline="0" mc:Ignorable="hp" hp:hslEmbossed="0">
                <a:solidFill>
                  <a:srgbClr val="24282a"/>
                </a:solidFill>
                <a:latin typeface="맑은 고딕"/>
                <a:ea typeface="맑은 고딕"/>
              </a:rPr>
              <a:t>controller</a:t>
            </a:r>
            <a:r>
              <a:rPr xmlns:mc="http://schemas.openxmlformats.org/markup-compatibility/2006" xmlns:hp="http://schemas.haansoft.com/office/presentation/8.0" kumimoji="0" lang="ko-KR" altLang="en-US" sz="1200" b="1" i="0" u="none" strike="noStrike" kern="0" cap="none" spc="0" normalizeH="0" baseline="0" mc:Ignorable="hp" hp:hslEmbossed="0">
                <a:solidFill>
                  <a:srgbClr val="24282a"/>
                </a:solidFill>
                <a:latin typeface="맑은 고딕"/>
                <a:ea typeface="맑은 고딕"/>
              </a:rPr>
              <a:t> 계층</a:t>
            </a:r>
            <a:endParaRPr xmlns:mc="http://schemas.openxmlformats.org/markup-compatibility/2006" xmlns:hp="http://schemas.haansoft.com/office/presentation/8.0" kumimoji="0" lang="ko-KR" altLang="en-US" sz="1200" b="1"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요청 데이터 수신</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서비스 호출 회원 삭제 로직 실행</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응답 데이터 처리 및 반환</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lvl="0" indent="0" algn="l" rtl="0">
              <a:spcBef>
                <a:spcPts val="0"/>
              </a:spcBef>
              <a:spcAft>
                <a:spcPts val="0"/>
              </a:spcAft>
              <a:buNone/>
              <a:defRPr/>
            </a:pPr>
            <a:r>
              <a:rPr lang="en-US" altLang="ko-KR" sz="1200" b="1">
                <a:latin typeface="맑은 고딕"/>
                <a:ea typeface="맑은 고딕"/>
              </a:rPr>
              <a:t>service</a:t>
            </a:r>
            <a:r>
              <a:rPr lang="ko-KR" altLang="en-US" sz="1200" b="1">
                <a:latin typeface="맑은 고딕"/>
                <a:ea typeface="맑은 고딕"/>
              </a:rPr>
              <a:t> 계층</a:t>
            </a:r>
            <a:endParaRPr lang="ko-KR" altLang="en-US" sz="1200" b="1">
              <a:latin typeface="맑은 고딕"/>
              <a:ea typeface="맑은 고딕"/>
            </a:endParaRPr>
          </a:p>
          <a:p>
            <a:pPr marL="0" lvl="0" indent="0" algn="l" rtl="0">
              <a:spcBef>
                <a:spcPts val="0"/>
              </a:spcBef>
              <a:spcAft>
                <a:spcPts val="0"/>
              </a:spcAft>
              <a:buNone/>
              <a:defRPr/>
            </a:pPr>
            <a:r>
              <a:rPr lang="en-US" altLang="ko-KR" sz="1200">
                <a:latin typeface="맑은 고딕"/>
                <a:ea typeface="맑은 고딕"/>
              </a:rPr>
              <a:t>-</a:t>
            </a:r>
            <a:r>
              <a:rPr lang="ko-KR" altLang="en-US" sz="1200">
                <a:latin typeface="맑은 고딕"/>
                <a:ea typeface="맑은 고딕"/>
              </a:rPr>
              <a:t> </a:t>
            </a:r>
            <a:r>
              <a:rPr lang="en-US" altLang="ko-KR" sz="1200">
                <a:latin typeface="맑은 고딕"/>
                <a:ea typeface="맑은 고딕"/>
              </a:rPr>
              <a:t>회원 존재 여부 확인</a:t>
            </a:r>
            <a:endParaRPr lang="en-US" altLang="ko-KR" sz="1200">
              <a:latin typeface="맑은 고딕"/>
              <a:ea typeface="맑은 고딕"/>
            </a:endParaRPr>
          </a:p>
          <a:p>
            <a:pPr marL="0" lvl="0" indent="0" algn="l" rtl="0">
              <a:spcBef>
                <a:spcPts val="0"/>
              </a:spcBef>
              <a:spcAft>
                <a:spcPts val="0"/>
              </a:spcAft>
              <a:buNone/>
              <a:defRPr/>
            </a:pPr>
            <a:r>
              <a:rPr lang="en-US" altLang="ko-KR" sz="1200">
                <a:latin typeface="맑은 고딕"/>
                <a:ea typeface="맑은 고딕"/>
              </a:rPr>
              <a:t>-</a:t>
            </a:r>
            <a:r>
              <a:rPr lang="ko-KR" altLang="en-US" sz="1200">
                <a:latin typeface="맑은 고딕"/>
                <a:ea typeface="맑은 고딕"/>
              </a:rPr>
              <a:t> 관련 데이터 삭제</a:t>
            </a:r>
            <a:endParaRPr lang="ko-KR" altLang="en-US" sz="1200">
              <a:latin typeface="맑은 고딕"/>
              <a:ea typeface="맑은 고딕"/>
            </a:endParaRPr>
          </a:p>
          <a:p>
            <a:pPr marL="0" lvl="0" indent="0" algn="l" rtl="0">
              <a:spcBef>
                <a:spcPts val="0"/>
              </a:spcBef>
              <a:spcAft>
                <a:spcPts val="0"/>
              </a:spcAft>
              <a:buNone/>
              <a:defRPr/>
            </a:pPr>
            <a:r>
              <a:rPr lang="en-US" altLang="ko-KR" sz="1200">
                <a:latin typeface="맑은 고딕"/>
                <a:ea typeface="맑은 고딕"/>
              </a:rPr>
              <a:t>-</a:t>
            </a:r>
            <a:r>
              <a:rPr lang="ko-KR" altLang="en-US" sz="1200">
                <a:latin typeface="맑은 고딕"/>
                <a:ea typeface="맑은 고딕"/>
              </a:rPr>
              <a:t> 회원 삭제</a:t>
            </a:r>
            <a:endParaRPr lang="ko-KR" altLang="en-US" sz="1200">
              <a:latin typeface="맑은 고딕"/>
              <a:ea typeface="맑은 고딕"/>
            </a:endParaRPr>
          </a:p>
          <a:p>
            <a:pPr marL="0" lvl="0" indent="0" algn="l" rtl="0">
              <a:spcBef>
                <a:spcPts val="0"/>
              </a:spcBef>
              <a:spcAft>
                <a:spcPts val="0"/>
              </a:spcAft>
              <a:buNone/>
              <a:defRPr/>
            </a:pPr>
            <a:r>
              <a:rPr lang="en-US" altLang="ko-KR" sz="1200">
                <a:latin typeface="맑은 고딕"/>
                <a:ea typeface="맑은 고딕"/>
              </a:rPr>
              <a:t>-</a:t>
            </a:r>
            <a:r>
              <a:rPr lang="ko-KR" altLang="en-US" sz="1200">
                <a:latin typeface="맑은 고딕"/>
                <a:ea typeface="맑은 고딕"/>
              </a:rPr>
              <a:t> 결과 반환</a:t>
            </a:r>
            <a:endParaRPr lang="ko-KR" altLang="en-US" sz="1200">
              <a:latin typeface="맑은 고딕"/>
              <a:ea typeface="맑은 고딕"/>
            </a:endParaRPr>
          </a:p>
          <a:p>
            <a:pPr marL="0" lvl="0" indent="0" algn="l" rtl="0">
              <a:spcBef>
                <a:spcPts val="0"/>
              </a:spcBef>
              <a:spcAft>
                <a:spcPts val="0"/>
              </a:spcAft>
              <a:buNone/>
              <a:defRPr/>
            </a:pPr>
            <a:endParaRPr lang="ko-KR" altLang="en-US" sz="1200">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lang="ko-KR" altLang="en-US" sz="1200">
                <a:latin typeface="맑은 고딕"/>
                <a:ea typeface="맑은 고딕"/>
              </a:rPr>
              <a:t>@Transactional</a:t>
            </a:r>
            <a:endParaRPr lang="ko-KR" altLang="en-US" sz="1200">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lang="en-US" altLang="ko-KR" sz="1200">
                <a:latin typeface="맑은 고딕"/>
                <a:ea typeface="맑은 고딕"/>
              </a:rPr>
              <a:t>-</a:t>
            </a:r>
            <a:r>
              <a:rPr lang="ko-KR" altLang="en-US" sz="1200">
                <a:latin typeface="맑은 고딕"/>
                <a:ea typeface="맑은 고딕"/>
              </a:rPr>
              <a:t> 데이터의 일관성을 유지하기 위해 하나의 트랜잭션으로 처리</a:t>
            </a:r>
            <a:endParaRPr lang="ko-KR" altLang="en-US" sz="1200">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p:txBody>
      </p:sp>
      <p:pic>
        <p:nvPicPr>
          <p:cNvPr id="428" name=""/>
          <p:cNvPicPr>
            <a:picLocks noChangeAspect="1"/>
          </p:cNvPicPr>
          <p:nvPr/>
        </p:nvPicPr>
        <p:blipFill rotWithShape="1">
          <a:blip r:embed="rId3"/>
          <a:stretch>
            <a:fillRect/>
          </a:stretch>
        </p:blipFill>
        <p:spPr>
          <a:xfrm>
            <a:off x="689615" y="1103709"/>
            <a:ext cx="3644936" cy="1186671"/>
          </a:xfrm>
          <a:prstGeom prst="rect">
            <a:avLst/>
          </a:prstGeom>
        </p:spPr>
      </p:pic>
      <p:pic>
        <p:nvPicPr>
          <p:cNvPr id="429" name=""/>
          <p:cNvPicPr>
            <a:picLocks noChangeAspect="1"/>
          </p:cNvPicPr>
          <p:nvPr/>
        </p:nvPicPr>
        <p:blipFill rotWithShape="1">
          <a:blip r:embed="rId4"/>
          <a:stretch>
            <a:fillRect/>
          </a:stretch>
        </p:blipFill>
        <p:spPr>
          <a:xfrm>
            <a:off x="687151" y="2290380"/>
            <a:ext cx="3647399" cy="2151189"/>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65" name="Google Shape;365;p29"/>
          <p:cNvSpPr txBox="1">
            <a:spLocks noGrp="1"/>
          </p:cNvSpPr>
          <p:nvPr>
            <p:ph type="title" idx="0"/>
          </p:nvPr>
        </p:nvSpPr>
        <p:spPr>
          <a:xfrm>
            <a:off x="719999" y="513220"/>
            <a:ext cx="7981289" cy="572700"/>
          </a:xfrm>
          <a:prstGeom prst="rect">
            <a:avLst/>
          </a:prstGeom>
        </p:spPr>
        <p:txBody>
          <a:bodyPr wrap="square" lIns="91424" tIns="91424" rIns="91424" bIns="91424" anchor="t" anchorCtr="0">
            <a:noAutofit/>
          </a:bodyPr>
          <a:lstStyle/>
          <a:p>
            <a:pPr marL="0" lvl="0" indent="0" algn="ctr" rtl="0">
              <a:spcBef>
                <a:spcPts val="0"/>
              </a:spcBef>
              <a:spcAft>
                <a:spcPts val="0"/>
              </a:spcAft>
              <a:buNone/>
              <a:defRPr/>
            </a:pPr>
            <a:r>
              <a:rPr lang="ko-KR" altLang="en-US">
                <a:latin typeface="맑은 고딕"/>
                <a:ea typeface="맑은 고딕"/>
              </a:rPr>
              <a:t>아이디 찾기 API</a:t>
            </a:r>
            <a:r>
              <a:rPr lang="en-US" altLang="ko-KR">
                <a:latin typeface="맑은 고딕"/>
                <a:ea typeface="맑은 고딕"/>
              </a:rPr>
              <a:t> (service +controller)</a:t>
            </a:r>
            <a:endParaRPr lang="en-US" altLang="ko-KR">
              <a:latin typeface="맑은 고딕"/>
              <a:ea typeface="맑은 고딕"/>
            </a:endParaRPr>
          </a:p>
        </p:txBody>
      </p:sp>
      <p:sp>
        <p:nvSpPr>
          <p:cNvPr id="366" name="Google Shape;366;p29"/>
          <p:cNvSpPr txBox="1">
            <a:spLocks noGrp="1"/>
          </p:cNvSpPr>
          <p:nvPr>
            <p:ph type="subTitle" idx="1"/>
          </p:nvPr>
        </p:nvSpPr>
        <p:spPr>
          <a:xfrm>
            <a:off x="4572000" y="3150297"/>
            <a:ext cx="3805556" cy="1120088"/>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endParaRPr lang="ko-KR" altLang="en-US">
              <a:latin typeface="맑은 고딕"/>
              <a:ea typeface="맑은 고딕"/>
            </a:endParaRPr>
          </a:p>
          <a:p>
            <a:pPr marL="0" lvl="0" indent="0" algn="l" rtl="0">
              <a:spcBef>
                <a:spcPts val="0"/>
              </a:spcBef>
              <a:spcAft>
                <a:spcPts val="0"/>
              </a:spcAft>
              <a:buNone/>
              <a:defRPr/>
            </a:pPr>
            <a:endParaRPr lang="en-US" altLang="ko-KR">
              <a:latin typeface="맑은 고딕"/>
              <a:ea typeface="맑은 고딕"/>
            </a:endParaRPr>
          </a:p>
        </p:txBody>
      </p:sp>
      <p:grpSp>
        <p:nvGrpSpPr>
          <p:cNvPr id="387" name="Google Shape;387;p29"/>
          <p:cNvGrpSpPr/>
          <p:nvPr/>
        </p:nvGrpSpPr>
        <p:grpSpPr>
          <a:xfrm rot="0">
            <a:off x="1738925" y="4718600"/>
            <a:ext cx="5666144" cy="116400"/>
            <a:chOff x="1738925" y="4718600"/>
            <a:chExt cx="5666144" cy="116400"/>
          </a:xfrm>
        </p:grpSpPr>
        <p:sp>
          <p:nvSpPr>
            <p:cNvPr id="388" name="Google Shape;388;p29">
              <a:hlinkClick r:id="" action="ppaction://noaction"/>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89" name="Google Shape;389;p29">
              <a:hlinkClick r:id="" action="ppaction://noaction"/>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0" name="Google Shape;390;p29">
              <a:hlinkClick r:id="" action="ppaction://noaction"/>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1" name="Google Shape;391;p29">
              <a:hlinkClick r:id="" action="ppaction://noaction"/>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2" name="Google Shape;392;p29">
              <a:hlinkClick r:id="" action="ppaction://noaction"/>
            </p:cNvPr>
            <p:cNvSpPr/>
            <p:nvPr/>
          </p:nvSpPr>
          <p:spPr>
            <a:xfrm>
              <a:off x="3199384"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3" name="Google Shape;393;p29">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4" name="Google Shape;394;p29">
              <a:hlinkClick r:id="" action="ppaction://noaction"/>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5" name="Google Shape;395;p29">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6" name="Google Shape;396;p29">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7" name="Google Shape;397;p29">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8" name="Google Shape;398;p29">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9" name="Google Shape;399;p29">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0" name="Google Shape;400;p29">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1" name="Google Shape;401;p29">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2" name="Google Shape;402;p29">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3" name="Google Shape;403;p29">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4" name="Google Shape;404;p29">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5" name="Google Shape;405;p29">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6" name="Google Shape;406;p29">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7" name="Google Shape;407;p29">
              <a:hlinkClick r:id="" action="ppaction://noaction"/>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
        <p:nvSpPr>
          <p:cNvPr id="421" name="Google Shape;366;p29"/>
          <p:cNvSpPr txBox="1">
            <a:spLocks noGrp="1"/>
          </p:cNvSpPr>
          <p:nvPr>
            <p:ph type="subTitle" idx="2"/>
          </p:nvPr>
        </p:nvSpPr>
        <p:spPr>
          <a:xfrm>
            <a:off x="4572000" y="1137000"/>
            <a:ext cx="3805556" cy="3193177"/>
          </a:xfrm>
          <a:prstGeom prst="rect">
            <a:avLst/>
          </a:prstGeom>
          <a:noFill/>
          <a:ln>
            <a:noFill/>
          </a:ln>
        </p:spPr>
        <p:txBody>
          <a:bodyPr wrap="square" lIns="91424" tIns="91424" rIns="91424" bIns="91424" anchor="t" anchorCtr="0">
            <a:noAutofit/>
          </a:bodyPr>
          <a:lstStyle/>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1" i="0" u="none" strike="noStrike" kern="0" cap="none" spc="0" normalizeH="0" baseline="0" mc:Ignorable="hp" hp:hslEmbossed="0">
                <a:solidFill>
                  <a:srgbClr val="24282a"/>
                </a:solidFill>
                <a:latin typeface="맑은 고딕"/>
                <a:ea typeface="맑은 고딕"/>
              </a:rPr>
              <a:t>controller</a:t>
            </a:r>
            <a:r>
              <a:rPr xmlns:mc="http://schemas.openxmlformats.org/markup-compatibility/2006" xmlns:hp="http://schemas.haansoft.com/office/presentation/8.0" kumimoji="0" lang="ko-KR" altLang="en-US" sz="1200" b="1" i="0" u="none" strike="noStrike" kern="0" cap="none" spc="0" normalizeH="0" baseline="0" mc:Ignorable="hp" hp:hslEmbossed="0">
                <a:solidFill>
                  <a:srgbClr val="24282a"/>
                </a:solidFill>
                <a:latin typeface="맑은 고딕"/>
                <a:ea typeface="맑은 고딕"/>
              </a:rPr>
              <a:t> 계층</a:t>
            </a:r>
            <a:endParaRPr xmlns:mc="http://schemas.openxmlformats.org/markup-compatibility/2006" xmlns:hp="http://schemas.haansoft.com/office/presentation/8.0" kumimoji="0" lang="ko-KR" altLang="en-US" sz="1200" b="1"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요청 데이터 수신</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서비스 호출 이메일 확인 요청 로직 실행</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응답 데이터 처리 및 반환</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lvl="0" indent="0" algn="l" rtl="0">
              <a:spcBef>
                <a:spcPts val="0"/>
              </a:spcBef>
              <a:spcAft>
                <a:spcPts val="0"/>
              </a:spcAft>
              <a:buNone/>
              <a:defRPr/>
            </a:pPr>
            <a:r>
              <a:rPr lang="en-US" altLang="ko-KR" sz="1200" b="1">
                <a:latin typeface="맑은 고딕"/>
                <a:ea typeface="맑은 고딕"/>
              </a:rPr>
              <a:t>service</a:t>
            </a:r>
            <a:r>
              <a:rPr lang="ko-KR" altLang="en-US" sz="1200" b="1">
                <a:latin typeface="맑은 고딕"/>
                <a:ea typeface="맑은 고딕"/>
              </a:rPr>
              <a:t> 계층</a:t>
            </a:r>
            <a:endParaRPr lang="ko-KR" altLang="en-US" sz="1200" b="1">
              <a:latin typeface="맑은 고딕"/>
              <a:ea typeface="맑은 고딕"/>
            </a:endParaRPr>
          </a:p>
          <a:p>
            <a:pPr marL="0" lvl="0" indent="0" algn="l" rtl="0">
              <a:spcBef>
                <a:spcPts val="0"/>
              </a:spcBef>
              <a:spcAft>
                <a:spcPts val="0"/>
              </a:spcAft>
              <a:buNone/>
              <a:defRPr/>
            </a:pPr>
            <a:r>
              <a:rPr lang="en-US" altLang="ko-KR" sz="1200">
                <a:latin typeface="맑은 고딕"/>
                <a:ea typeface="맑은 고딕"/>
              </a:rPr>
              <a:t>-</a:t>
            </a:r>
            <a:r>
              <a:rPr lang="ko-KR" altLang="en-US" sz="1200">
                <a:latin typeface="맑은 고딕"/>
                <a:ea typeface="맑은 고딕"/>
              </a:rPr>
              <a:t> </a:t>
            </a:r>
            <a:r>
              <a:rPr lang="en-US" altLang="ko-KR" sz="1200">
                <a:latin typeface="맑은 고딕"/>
                <a:ea typeface="맑은 고딕"/>
              </a:rPr>
              <a:t>이메일 기반 사용자 조회</a:t>
            </a:r>
            <a:endParaRPr lang="en-US" altLang="ko-KR" sz="1200">
              <a:latin typeface="맑은 고딕"/>
              <a:ea typeface="맑은 고딕"/>
            </a:endParaRPr>
          </a:p>
          <a:p>
            <a:pPr marL="0" lvl="0" indent="0" algn="l" rtl="0">
              <a:spcBef>
                <a:spcPts val="0"/>
              </a:spcBef>
              <a:spcAft>
                <a:spcPts val="0"/>
              </a:spcAft>
              <a:buNone/>
              <a:defRPr/>
            </a:pPr>
            <a:r>
              <a:rPr lang="en-US" altLang="ko-KR" sz="1200">
                <a:latin typeface="맑은 고딕"/>
                <a:ea typeface="맑은 고딕"/>
              </a:rPr>
              <a:t>-</a:t>
            </a:r>
            <a:r>
              <a:rPr lang="ko-KR" altLang="en-US" sz="1200">
                <a:latin typeface="맑은 고딕"/>
                <a:ea typeface="맑은 고딕"/>
              </a:rPr>
              <a:t> 조회 결과 확인</a:t>
            </a:r>
            <a:endParaRPr lang="ko-KR" altLang="en-US" sz="1200">
              <a:latin typeface="맑은 고딕"/>
              <a:ea typeface="맑은 고딕"/>
            </a:endParaRPr>
          </a:p>
          <a:p>
            <a:pPr marL="0" lvl="0" indent="0" algn="l" rtl="0">
              <a:spcBef>
                <a:spcPts val="0"/>
              </a:spcBef>
              <a:spcAft>
                <a:spcPts val="0"/>
              </a:spcAft>
              <a:buNone/>
              <a:defRPr/>
            </a:pPr>
            <a:r>
              <a:rPr lang="en-US" altLang="ko-KR" sz="1200">
                <a:latin typeface="맑은 고딕"/>
                <a:ea typeface="맑은 고딕"/>
              </a:rPr>
              <a:t>-</a:t>
            </a:r>
            <a:r>
              <a:rPr lang="ko-KR" altLang="en-US" sz="1200">
                <a:latin typeface="맑은 고딕"/>
                <a:ea typeface="맑은 고딕"/>
              </a:rPr>
              <a:t> 이메일 전송</a:t>
            </a:r>
            <a:endParaRPr lang="ko-KR" altLang="en-US" sz="1200">
              <a:latin typeface="맑은 고딕"/>
              <a:ea typeface="맑은 고딕"/>
            </a:endParaRPr>
          </a:p>
          <a:p>
            <a:pPr marL="0" lvl="0" indent="0" algn="l" rtl="0">
              <a:spcBef>
                <a:spcPts val="0"/>
              </a:spcBef>
              <a:spcAft>
                <a:spcPts val="0"/>
              </a:spcAft>
              <a:buNone/>
              <a:defRPr/>
            </a:pPr>
            <a:endParaRPr lang="ko-KR" altLang="en-US" sz="1200">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lang="ko-KR" altLang="en-US" sz="1200">
                <a:latin typeface="맑은 고딕"/>
                <a:ea typeface="맑은 고딕"/>
              </a:rPr>
              <a:t>이메일 서비스(emailService)를 통해 사용자에게 아이디 정보를 전송</a:t>
            </a:r>
            <a:endParaRPr lang="ko-KR" altLang="en-US" sz="1200">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p:txBody>
      </p:sp>
      <p:pic>
        <p:nvPicPr>
          <p:cNvPr id="430" name=""/>
          <p:cNvPicPr>
            <a:picLocks noChangeAspect="1"/>
          </p:cNvPicPr>
          <p:nvPr/>
        </p:nvPicPr>
        <p:blipFill rotWithShape="1">
          <a:blip r:embed="rId3"/>
          <a:stretch>
            <a:fillRect/>
          </a:stretch>
        </p:blipFill>
        <p:spPr>
          <a:xfrm>
            <a:off x="697125" y="1103709"/>
            <a:ext cx="3643634" cy="935676"/>
          </a:xfrm>
          <a:prstGeom prst="rect">
            <a:avLst/>
          </a:prstGeom>
        </p:spPr>
      </p:pic>
      <p:pic>
        <p:nvPicPr>
          <p:cNvPr id="432" name=""/>
          <p:cNvPicPr>
            <a:picLocks noChangeAspect="1"/>
          </p:cNvPicPr>
          <p:nvPr/>
        </p:nvPicPr>
        <p:blipFill rotWithShape="1">
          <a:blip r:embed="rId4"/>
          <a:stretch>
            <a:fillRect/>
          </a:stretch>
        </p:blipFill>
        <p:spPr>
          <a:xfrm>
            <a:off x="697125" y="2020335"/>
            <a:ext cx="3650502" cy="1506646"/>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65" name="Google Shape;365;p29"/>
          <p:cNvSpPr txBox="1">
            <a:spLocks noGrp="1"/>
          </p:cNvSpPr>
          <p:nvPr>
            <p:ph type="title" idx="0"/>
          </p:nvPr>
        </p:nvSpPr>
        <p:spPr>
          <a:xfrm>
            <a:off x="719999" y="513220"/>
            <a:ext cx="7520914" cy="572700"/>
          </a:xfrm>
          <a:prstGeom prst="rect">
            <a:avLst/>
          </a:prstGeom>
        </p:spPr>
        <p:txBody>
          <a:bodyPr wrap="square" lIns="91424" tIns="91424" rIns="91424" bIns="91424" anchor="t" anchorCtr="0">
            <a:noAutofit/>
          </a:bodyPr>
          <a:lstStyle/>
          <a:p>
            <a:pPr marL="0" lvl="0" indent="0" algn="ctr" rtl="0">
              <a:spcBef>
                <a:spcPts val="0"/>
              </a:spcBef>
              <a:spcAft>
                <a:spcPts val="0"/>
              </a:spcAft>
              <a:buNone/>
              <a:defRPr/>
            </a:pPr>
            <a:r>
              <a:rPr lang="ko-KR" altLang="en-US">
                <a:latin typeface="맑은 고딕"/>
                <a:ea typeface="맑은 고딕"/>
              </a:rPr>
              <a:t>비밀번호 찾기 API</a:t>
            </a:r>
            <a:r>
              <a:rPr lang="en-US" altLang="ko-KR">
                <a:latin typeface="맑은 고딕"/>
                <a:ea typeface="맑은 고딕"/>
              </a:rPr>
              <a:t>(service +controller) </a:t>
            </a:r>
            <a:endParaRPr lang="en-US" altLang="ko-KR">
              <a:latin typeface="맑은 고딕"/>
              <a:ea typeface="맑은 고딕"/>
            </a:endParaRPr>
          </a:p>
        </p:txBody>
      </p:sp>
      <p:sp>
        <p:nvSpPr>
          <p:cNvPr id="366" name="Google Shape;366;p29"/>
          <p:cNvSpPr txBox="1">
            <a:spLocks noGrp="1"/>
          </p:cNvSpPr>
          <p:nvPr>
            <p:ph type="subTitle" idx="1"/>
          </p:nvPr>
        </p:nvSpPr>
        <p:spPr>
          <a:xfrm>
            <a:off x="4572000" y="3150297"/>
            <a:ext cx="3805556" cy="1120088"/>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endParaRPr lang="ko-KR" altLang="en-US">
              <a:latin typeface="맑은 고딕"/>
              <a:ea typeface="맑은 고딕"/>
            </a:endParaRPr>
          </a:p>
          <a:p>
            <a:pPr marL="0" lvl="0" indent="0" algn="l" rtl="0">
              <a:spcBef>
                <a:spcPts val="0"/>
              </a:spcBef>
              <a:spcAft>
                <a:spcPts val="0"/>
              </a:spcAft>
              <a:buNone/>
              <a:defRPr/>
            </a:pPr>
            <a:endParaRPr lang="en-US" altLang="ko-KR">
              <a:latin typeface="맑은 고딕"/>
              <a:ea typeface="맑은 고딕"/>
            </a:endParaRPr>
          </a:p>
        </p:txBody>
      </p:sp>
      <p:grpSp>
        <p:nvGrpSpPr>
          <p:cNvPr id="387" name="Google Shape;387;p29"/>
          <p:cNvGrpSpPr/>
          <p:nvPr/>
        </p:nvGrpSpPr>
        <p:grpSpPr>
          <a:xfrm rot="0">
            <a:off x="1738925" y="4718600"/>
            <a:ext cx="5666144" cy="116400"/>
            <a:chOff x="1738925" y="4718600"/>
            <a:chExt cx="5666144" cy="116400"/>
          </a:xfrm>
        </p:grpSpPr>
        <p:sp>
          <p:nvSpPr>
            <p:cNvPr id="388" name="Google Shape;388;p29">
              <a:hlinkClick r:id="" action="ppaction://noaction"/>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89" name="Google Shape;389;p29">
              <a:hlinkClick r:id="" action="ppaction://noaction"/>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0" name="Google Shape;390;p29">
              <a:hlinkClick r:id="" action="ppaction://noaction"/>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1" name="Google Shape;391;p29">
              <a:hlinkClick r:id="" action="ppaction://noaction"/>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2" name="Google Shape;392;p29">
              <a:hlinkClick r:id="" action="ppaction://noaction"/>
            </p:cNvPr>
            <p:cNvSpPr/>
            <p:nvPr/>
          </p:nvSpPr>
          <p:spPr>
            <a:xfrm>
              <a:off x="3199384"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3" name="Google Shape;393;p29">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4" name="Google Shape;394;p29">
              <a:hlinkClick r:id="" action="ppaction://noaction"/>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5" name="Google Shape;395;p29">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6" name="Google Shape;396;p29">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7" name="Google Shape;397;p29">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8" name="Google Shape;398;p29">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9" name="Google Shape;399;p29">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0" name="Google Shape;400;p29">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1" name="Google Shape;401;p29">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2" name="Google Shape;402;p29">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3" name="Google Shape;403;p29">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4" name="Google Shape;404;p29">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5" name="Google Shape;405;p29">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6" name="Google Shape;406;p29">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7" name="Google Shape;407;p29">
              <a:hlinkClick r:id="" action="ppaction://noaction"/>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
        <p:nvSpPr>
          <p:cNvPr id="421" name="Google Shape;366;p29"/>
          <p:cNvSpPr txBox="1">
            <a:spLocks noGrp="1"/>
          </p:cNvSpPr>
          <p:nvPr>
            <p:ph type="subTitle" idx="2"/>
          </p:nvPr>
        </p:nvSpPr>
        <p:spPr>
          <a:xfrm>
            <a:off x="4572000" y="1137000"/>
            <a:ext cx="3805556" cy="3193177"/>
          </a:xfrm>
          <a:prstGeom prst="rect">
            <a:avLst/>
          </a:prstGeom>
          <a:noFill/>
          <a:ln>
            <a:noFill/>
          </a:ln>
        </p:spPr>
        <p:txBody>
          <a:bodyPr wrap="square" lIns="91424" tIns="91424" rIns="91424" bIns="91424" anchor="t" anchorCtr="0">
            <a:noAutofit/>
          </a:bodyPr>
          <a:lstStyle/>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1" i="0" u="none" strike="noStrike" kern="0" cap="none" spc="0" normalizeH="0" baseline="0" mc:Ignorable="hp" hp:hslEmbossed="0">
                <a:solidFill>
                  <a:srgbClr val="24282a"/>
                </a:solidFill>
                <a:latin typeface="맑은 고딕"/>
                <a:ea typeface="맑은 고딕"/>
              </a:rPr>
              <a:t>controller</a:t>
            </a:r>
            <a:r>
              <a:rPr xmlns:mc="http://schemas.openxmlformats.org/markup-compatibility/2006" xmlns:hp="http://schemas.haansoft.com/office/presentation/8.0" kumimoji="0" lang="ko-KR" altLang="en-US" sz="1200" b="1" i="0" u="none" strike="noStrike" kern="0" cap="none" spc="0" normalizeH="0" baseline="0" mc:Ignorable="hp" hp:hslEmbossed="0">
                <a:solidFill>
                  <a:srgbClr val="24282a"/>
                </a:solidFill>
                <a:latin typeface="맑은 고딕"/>
                <a:ea typeface="맑은 고딕"/>
              </a:rPr>
              <a:t> 계층</a:t>
            </a:r>
            <a:endParaRPr xmlns:mc="http://schemas.openxmlformats.org/markup-compatibility/2006" xmlns:hp="http://schemas.haansoft.com/office/presentation/8.0" kumimoji="0" lang="ko-KR" altLang="en-US" sz="1200" b="1"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요청 데이터 수신</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서비스 호출 아이디 및 이메일 확인 요청 로직 실행</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응답 데이터 처리 및 반환</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lvl="0" indent="0" algn="l" rtl="0">
              <a:spcBef>
                <a:spcPts val="0"/>
              </a:spcBef>
              <a:spcAft>
                <a:spcPts val="0"/>
              </a:spcAft>
              <a:buNone/>
              <a:defRPr/>
            </a:pPr>
            <a:r>
              <a:rPr lang="en-US" altLang="ko-KR" sz="1200" b="1">
                <a:latin typeface="맑은 고딕"/>
                <a:ea typeface="맑은 고딕"/>
              </a:rPr>
              <a:t>service</a:t>
            </a:r>
            <a:r>
              <a:rPr lang="ko-KR" altLang="en-US" sz="1200" b="1">
                <a:latin typeface="맑은 고딕"/>
                <a:ea typeface="맑은 고딕"/>
              </a:rPr>
              <a:t> 계층</a:t>
            </a:r>
            <a:endParaRPr lang="ko-KR" altLang="en-US" sz="1200" b="1">
              <a:latin typeface="맑은 고딕"/>
              <a:ea typeface="맑은 고딕"/>
            </a:endParaRPr>
          </a:p>
          <a:p>
            <a:pPr marL="0" lvl="0" indent="0" algn="l" rtl="0">
              <a:spcBef>
                <a:spcPts val="0"/>
              </a:spcBef>
              <a:spcAft>
                <a:spcPts val="0"/>
              </a:spcAft>
              <a:buNone/>
              <a:defRPr/>
            </a:pPr>
            <a:r>
              <a:rPr lang="en-US" altLang="ko-KR" sz="1200">
                <a:latin typeface="맑은 고딕"/>
                <a:ea typeface="맑은 고딕"/>
              </a:rPr>
              <a:t>-</a:t>
            </a:r>
            <a:r>
              <a:rPr lang="ko-KR" altLang="en-US" sz="1200">
                <a:latin typeface="맑은 고딕"/>
                <a:ea typeface="맑은 고딕"/>
              </a:rPr>
              <a:t> 아이디</a:t>
            </a:r>
            <a:r>
              <a:rPr lang="en-US" altLang="ko-KR" sz="1200">
                <a:latin typeface="맑은 고딕"/>
                <a:ea typeface="맑은 고딕"/>
              </a:rPr>
              <a:t>,</a:t>
            </a:r>
            <a:r>
              <a:rPr lang="ko-KR" altLang="en-US" sz="1200">
                <a:latin typeface="맑은 고딕"/>
                <a:ea typeface="맑은 고딕"/>
              </a:rPr>
              <a:t> 이메일로 </a:t>
            </a:r>
            <a:r>
              <a:rPr lang="en-US" altLang="ko-KR" sz="1200">
                <a:latin typeface="맑은 고딕"/>
                <a:ea typeface="맑은 고딕"/>
              </a:rPr>
              <a:t>사용자 정보 조회</a:t>
            </a:r>
            <a:endParaRPr lang="en-US" altLang="ko-KR" sz="1200">
              <a:latin typeface="맑은 고딕"/>
              <a:ea typeface="맑은 고딕"/>
            </a:endParaRPr>
          </a:p>
          <a:p>
            <a:pPr marL="0" lvl="0" indent="0" algn="l" rtl="0">
              <a:spcBef>
                <a:spcPts val="0"/>
              </a:spcBef>
              <a:spcAft>
                <a:spcPts val="0"/>
              </a:spcAft>
              <a:buNone/>
              <a:defRPr/>
            </a:pPr>
            <a:r>
              <a:rPr lang="en-US" altLang="ko-KR" sz="1200">
                <a:latin typeface="맑은 고딕"/>
                <a:ea typeface="맑은 고딕"/>
              </a:rPr>
              <a:t>-</a:t>
            </a:r>
            <a:r>
              <a:rPr lang="ko-KR" altLang="en-US" sz="1200">
                <a:latin typeface="맑은 고딕"/>
                <a:ea typeface="맑은 고딕"/>
              </a:rPr>
              <a:t> 조회 결과 확인</a:t>
            </a:r>
            <a:endParaRPr lang="ko-KR" altLang="en-US" sz="1200">
              <a:latin typeface="맑은 고딕"/>
              <a:ea typeface="맑은 고딕"/>
            </a:endParaRPr>
          </a:p>
          <a:p>
            <a:pPr marL="0" lvl="0" indent="0" algn="l" rtl="0">
              <a:spcBef>
                <a:spcPts val="0"/>
              </a:spcBef>
              <a:spcAft>
                <a:spcPts val="0"/>
              </a:spcAft>
              <a:buNone/>
              <a:defRPr/>
            </a:pPr>
            <a:r>
              <a:rPr lang="en-US" altLang="ko-KR" sz="1200">
                <a:latin typeface="맑은 고딕"/>
                <a:ea typeface="맑은 고딕"/>
              </a:rPr>
              <a:t>-</a:t>
            </a:r>
            <a:r>
              <a:rPr lang="ko-KR" altLang="en-US" sz="1200">
                <a:latin typeface="맑은 고딕"/>
                <a:ea typeface="맑은 고딕"/>
              </a:rPr>
              <a:t> 임시 비밀번호 생성</a:t>
            </a:r>
            <a:endParaRPr lang="ko-KR" altLang="en-US" sz="1200">
              <a:latin typeface="맑은 고딕"/>
              <a:ea typeface="맑은 고딕"/>
            </a:endParaRPr>
          </a:p>
          <a:p>
            <a:pPr marL="0" lvl="0" indent="0" algn="l" rtl="0">
              <a:spcBef>
                <a:spcPts val="0"/>
              </a:spcBef>
              <a:spcAft>
                <a:spcPts val="0"/>
              </a:spcAft>
              <a:buNone/>
              <a:defRPr/>
            </a:pPr>
            <a:r>
              <a:rPr lang="en-US" altLang="ko-KR" sz="1200">
                <a:latin typeface="맑은 고딕"/>
                <a:ea typeface="맑은 고딕"/>
              </a:rPr>
              <a:t>-</a:t>
            </a:r>
            <a:r>
              <a:rPr lang="ko-KR" altLang="en-US" sz="1200">
                <a:latin typeface="맑은 고딕"/>
                <a:ea typeface="맑은 고딕"/>
              </a:rPr>
              <a:t> 이메일 전송</a:t>
            </a:r>
            <a:endParaRPr lang="ko-KR" altLang="en-US" sz="1200">
              <a:latin typeface="맑은 고딕"/>
              <a:ea typeface="맑은 고딕"/>
            </a:endParaRPr>
          </a:p>
          <a:p>
            <a:pPr marL="0" lvl="0" indent="0" algn="l" rtl="0">
              <a:spcBef>
                <a:spcPts val="0"/>
              </a:spcBef>
              <a:spcAft>
                <a:spcPts val="0"/>
              </a:spcAft>
              <a:buNone/>
              <a:defRPr/>
            </a:pPr>
            <a:endParaRPr lang="ko-KR" altLang="en-US" sz="1200">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lang="ko-KR" altLang="en-US" sz="1200">
                <a:latin typeface="맑은 고딕"/>
                <a:ea typeface="맑은 고딕"/>
              </a:rPr>
              <a:t>이메일 서비스(emailService)를 통해 사용자에게 임시 비밀번호를 전송.</a:t>
            </a:r>
            <a:endParaRPr lang="ko-KR" altLang="en-US" sz="1200">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p:txBody>
      </p:sp>
      <p:pic>
        <p:nvPicPr>
          <p:cNvPr id="430" name=""/>
          <p:cNvPicPr>
            <a:picLocks noChangeAspect="1"/>
          </p:cNvPicPr>
          <p:nvPr/>
        </p:nvPicPr>
        <p:blipFill rotWithShape="1">
          <a:blip r:embed="rId3"/>
          <a:stretch>
            <a:fillRect/>
          </a:stretch>
        </p:blipFill>
        <p:spPr>
          <a:xfrm>
            <a:off x="697125" y="1103709"/>
            <a:ext cx="3643634" cy="935676"/>
          </a:xfrm>
          <a:prstGeom prst="rect">
            <a:avLst/>
          </a:prstGeom>
        </p:spPr>
      </p:pic>
      <p:pic>
        <p:nvPicPr>
          <p:cNvPr id="432" name=""/>
          <p:cNvPicPr>
            <a:picLocks noChangeAspect="1"/>
          </p:cNvPicPr>
          <p:nvPr/>
        </p:nvPicPr>
        <p:blipFill rotWithShape="1">
          <a:blip r:embed="rId4"/>
          <a:stretch>
            <a:fillRect/>
          </a:stretch>
        </p:blipFill>
        <p:spPr>
          <a:xfrm>
            <a:off x="697125" y="2020335"/>
            <a:ext cx="3650502" cy="1506646"/>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365" name="Google Shape;365;p29"/>
          <p:cNvSpPr txBox="1">
            <a:spLocks noGrp="1"/>
          </p:cNvSpPr>
          <p:nvPr>
            <p:ph type="title" idx="0"/>
          </p:nvPr>
        </p:nvSpPr>
        <p:spPr>
          <a:xfrm>
            <a:off x="719999" y="513220"/>
            <a:ext cx="7520914" cy="572700"/>
          </a:xfrm>
          <a:prstGeom prst="rect">
            <a:avLst/>
          </a:prstGeom>
        </p:spPr>
        <p:txBody>
          <a:bodyPr wrap="square" lIns="91424" tIns="91424" rIns="91424" bIns="91424" anchor="t" anchorCtr="0">
            <a:noAutofit/>
          </a:bodyPr>
          <a:lstStyle/>
          <a:p>
            <a:pPr marL="0" lvl="0" indent="0" algn="ctr" rtl="0">
              <a:spcBef>
                <a:spcPts val="0"/>
              </a:spcBef>
              <a:spcAft>
                <a:spcPts val="0"/>
              </a:spcAft>
              <a:buNone/>
              <a:defRPr/>
            </a:pPr>
            <a:r>
              <a:rPr lang="ko-KR" altLang="en-US">
                <a:latin typeface="맑은 고딕"/>
                <a:ea typeface="맑은 고딕"/>
              </a:rPr>
              <a:t>임시 비밀번호 생성 </a:t>
            </a:r>
            <a:r>
              <a:rPr lang="en-US" altLang="ko-KR">
                <a:latin typeface="맑은 고딕"/>
                <a:ea typeface="맑은 고딕"/>
              </a:rPr>
              <a:t>API </a:t>
            </a:r>
            <a:endParaRPr lang="en-US" altLang="ko-KR">
              <a:latin typeface="맑은 고딕"/>
              <a:ea typeface="맑은 고딕"/>
            </a:endParaRPr>
          </a:p>
        </p:txBody>
      </p:sp>
      <p:sp>
        <p:nvSpPr>
          <p:cNvPr id="366" name="Google Shape;366;p29"/>
          <p:cNvSpPr txBox="1">
            <a:spLocks noGrp="1"/>
          </p:cNvSpPr>
          <p:nvPr>
            <p:ph type="subTitle" idx="1"/>
          </p:nvPr>
        </p:nvSpPr>
        <p:spPr>
          <a:xfrm>
            <a:off x="4572000" y="3150297"/>
            <a:ext cx="3805556" cy="1120088"/>
          </a:xfrm>
          <a:prstGeom prst="rect">
            <a:avLst/>
          </a:prstGeom>
        </p:spPr>
        <p:txBody>
          <a:bodyPr wrap="square" lIns="91424" tIns="91424" rIns="91424" bIns="91424" anchor="t" anchorCtr="0">
            <a:noAutofit/>
          </a:bodyPr>
          <a:lstStyle/>
          <a:p>
            <a:pPr marL="0" lvl="0" indent="0" algn="l" rtl="0">
              <a:spcBef>
                <a:spcPts val="0"/>
              </a:spcBef>
              <a:spcAft>
                <a:spcPts val="0"/>
              </a:spcAft>
              <a:buNone/>
              <a:defRPr/>
            </a:pPr>
            <a:endParaRPr lang="ko-KR" altLang="en-US">
              <a:latin typeface="맑은 고딕"/>
              <a:ea typeface="맑은 고딕"/>
            </a:endParaRPr>
          </a:p>
          <a:p>
            <a:pPr marL="0" lvl="0" indent="0" algn="l" rtl="0">
              <a:spcBef>
                <a:spcPts val="0"/>
              </a:spcBef>
              <a:spcAft>
                <a:spcPts val="0"/>
              </a:spcAft>
              <a:buNone/>
              <a:defRPr/>
            </a:pPr>
            <a:endParaRPr lang="en-US" altLang="ko-KR">
              <a:latin typeface="맑은 고딕"/>
              <a:ea typeface="맑은 고딕"/>
            </a:endParaRPr>
          </a:p>
        </p:txBody>
      </p:sp>
      <p:grpSp>
        <p:nvGrpSpPr>
          <p:cNvPr id="387" name="Google Shape;387;p29"/>
          <p:cNvGrpSpPr/>
          <p:nvPr/>
        </p:nvGrpSpPr>
        <p:grpSpPr>
          <a:xfrm rot="0">
            <a:off x="1738925" y="4718600"/>
            <a:ext cx="5666144" cy="116400"/>
            <a:chOff x="1738925" y="4718600"/>
            <a:chExt cx="5666144" cy="116400"/>
          </a:xfrm>
        </p:grpSpPr>
        <p:sp>
          <p:nvSpPr>
            <p:cNvPr id="388" name="Google Shape;388;p29">
              <a:hlinkClick r:id="" action="ppaction://noaction"/>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89" name="Google Shape;389;p29">
              <a:hlinkClick r:id="" action="ppaction://noaction"/>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0" name="Google Shape;390;p29">
              <a:hlinkClick r:id="" action="ppaction://noaction"/>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1" name="Google Shape;391;p29">
              <a:hlinkClick r:id="" action="ppaction://noaction"/>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2" name="Google Shape;392;p29">
              <a:hlinkClick r:id="" action="ppaction://noaction"/>
            </p:cNvPr>
            <p:cNvSpPr/>
            <p:nvPr/>
          </p:nvSpPr>
          <p:spPr>
            <a:xfrm>
              <a:off x="3199384"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3" name="Google Shape;393;p29">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4" name="Google Shape;394;p29">
              <a:hlinkClick r:id="" action="ppaction://noaction"/>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5" name="Google Shape;395;p29">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6" name="Google Shape;396;p29">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7" name="Google Shape;397;p29">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8" name="Google Shape;398;p29">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99" name="Google Shape;399;p29">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0" name="Google Shape;400;p29">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1" name="Google Shape;401;p29">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2" name="Google Shape;402;p29">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3" name="Google Shape;403;p29">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4" name="Google Shape;404;p29">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5" name="Google Shape;405;p29">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6" name="Google Shape;406;p29">
              <a:hlinkClick r:id="" action="ppaction://noaction"/>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07" name="Google Shape;407;p29">
              <a:hlinkClick r:id="" action="ppaction://noaction"/>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
        <p:nvSpPr>
          <p:cNvPr id="421" name="Google Shape;366;p29"/>
          <p:cNvSpPr txBox="1">
            <a:spLocks noGrp="1"/>
          </p:cNvSpPr>
          <p:nvPr>
            <p:ph type="subTitle" idx="2"/>
          </p:nvPr>
        </p:nvSpPr>
        <p:spPr>
          <a:xfrm>
            <a:off x="4572000" y="1137000"/>
            <a:ext cx="3805556" cy="3193177"/>
          </a:xfrm>
          <a:prstGeom prst="rect">
            <a:avLst/>
          </a:prstGeom>
          <a:noFill/>
          <a:ln>
            <a:noFill/>
          </a:ln>
        </p:spPr>
        <p:txBody>
          <a:bodyPr wrap="square" lIns="91424" tIns="91424" rIns="91424" bIns="91424" anchor="t" anchorCtr="0">
            <a:noAutofit/>
          </a:bodyPr>
          <a:lstStyle/>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1" i="0" u="none" strike="noStrike" kern="0" cap="none" spc="0" normalizeH="0" baseline="0" mc:Ignorable="hp" hp:hslEmbossed="0">
                <a:solidFill>
                  <a:srgbClr val="24282a"/>
                </a:solidFill>
                <a:latin typeface="맑은 고딕"/>
                <a:ea typeface="맑은 고딕"/>
              </a:rPr>
              <a:t>기능</a:t>
            </a:r>
            <a:endParaRPr xmlns:mc="http://schemas.openxmlformats.org/markup-compatibility/2006" xmlns:hp="http://schemas.haansoft.com/office/presentation/8.0" kumimoji="0" lang="en-US" altLang="ko-KR" sz="1200" b="1"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rPr>
              <a:t>강력한 보안을 위한 랜덤한 임시 비밀번호를 생성</a:t>
            </a:r>
            <a:endPar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i="0" u="none" strike="noStrike" kern="0" cap="none" spc="0" normalizeH="0" baseline="0" mc:Ignorable="hp" hp:hslEmbossed="0">
                <a:solidFill>
                  <a:srgbClr val="24282a"/>
                </a:solidFill>
                <a:latin typeface="맑은 고딕"/>
                <a:ea typeface="맑은 고딕"/>
              </a:rPr>
              <a:t> 비밀번호 </a:t>
            </a:r>
            <a:r>
              <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rPr>
              <a:t>조건</a:t>
            </a:r>
            <a:endPar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sz="1200" i="0" u="none" strike="noStrike" kern="0" cap="none" spc="0" normalizeH="0" baseline="0" mc:Ignorable="hp" hp:hslEmbossed="0">
                <a:solidFill>
                  <a:srgbClr val="24282a"/>
                </a:solidFill>
                <a:latin typeface="맑은 고딕"/>
                <a:ea typeface="맑은 고딕"/>
              </a:rPr>
              <a:t> ㄴ </a:t>
            </a:r>
            <a:r>
              <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rPr>
              <a:t>대문자, 소문자, 숫자, 특수문자 각각 최소 1개 </a:t>
            </a:r>
            <a:endPar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sz="1200" i="0" u="none" strike="noStrike" kern="0" cap="none" spc="0" normalizeH="0" baseline="0" mc:Ignorable="hp" hp:hslEmbossed="0">
                <a:solidFill>
                  <a:srgbClr val="24282a"/>
                </a:solidFill>
                <a:latin typeface="맑은 고딕"/>
                <a:ea typeface="맑은 고딕"/>
              </a:rPr>
              <a:t> ㄴ </a:t>
            </a:r>
            <a:r>
              <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rPr>
              <a:t>총 6자리로 구성.</a:t>
            </a:r>
            <a:endPar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1" i="0" u="none" strike="noStrike" kern="0" cap="none" spc="0" normalizeH="0" baseline="0" mc:Ignorable="hp" hp:hslEmbossed="0">
                <a:solidFill>
                  <a:srgbClr val="24282a"/>
                </a:solidFill>
                <a:latin typeface="맑은 고딕"/>
                <a:ea typeface="맑은 고딕"/>
              </a:rPr>
              <a:t>주요 동작</a:t>
            </a:r>
            <a:endParaRPr xmlns:mc="http://schemas.openxmlformats.org/markup-compatibility/2006" xmlns:hp="http://schemas.haansoft.com/office/presentation/8.0" kumimoji="0" lang="en-US" altLang="ko-KR" sz="1200" b="1"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rPr>
              <a:t>다양한 문자 집합(대문자, 소문자, 숫자, 특수문자)을 사용.</a:t>
            </a:r>
            <a:endPar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rPr>
              <a:t>각 문자 집합에서 최소 하나씩 선택하여 보안을 강화.</a:t>
            </a:r>
            <a:endPar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rPr>
              <a:t>나머지 자리수는 모든 문자 집합에서 랜덤하게 채움.</a:t>
            </a:r>
            <a:endPar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rPr>
              <a:t>최종 문자열을 무작위로 섞어 보안성을 높임.</a:t>
            </a:r>
            <a:endPar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0" marR="0" lvl="0" indent="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p:txBody>
      </p:sp>
      <p:pic>
        <p:nvPicPr>
          <p:cNvPr id="433" name=""/>
          <p:cNvPicPr>
            <a:picLocks noChangeAspect="1"/>
          </p:cNvPicPr>
          <p:nvPr/>
        </p:nvPicPr>
        <p:blipFill rotWithShape="1">
          <a:blip r:embed="rId3"/>
          <a:stretch>
            <a:fillRect/>
          </a:stretch>
        </p:blipFill>
        <p:spPr>
          <a:xfrm>
            <a:off x="697126" y="1137000"/>
            <a:ext cx="3668733" cy="2628313"/>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272325" y="521225"/>
            <a:ext cx="8576514" cy="572700"/>
          </a:xfrm>
        </p:spPr>
        <p:txBody>
          <a:bodyPr/>
          <a:lstStyle/>
          <a:p>
            <a:pPr algn="ctr">
              <a:defRPr/>
            </a:pPr>
            <a:r>
              <a:rPr lang="en-US" altLang="ko-KR">
                <a:latin typeface="맑은 고딕"/>
                <a:ea typeface="맑은 고딕"/>
              </a:rPr>
              <a:t>BoardEntity</a:t>
            </a:r>
            <a:r>
              <a:rPr lang="ko-KR" altLang="en-US">
                <a:latin typeface="맑은 고딕"/>
                <a:ea typeface="맑은 고딕"/>
              </a:rPr>
              <a:t> </a:t>
            </a:r>
            <a:br>
              <a:rPr lang="en-US" altLang="ko-KR">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3779762" y="1017311"/>
            <a:ext cx="5316613" cy="3667124"/>
          </a:xfrm>
        </p:spPr>
        <p:txBody>
          <a:bodyPr/>
          <a:lstStyle/>
          <a:p>
            <a:pPr algn="l">
              <a:defRPr/>
            </a:pPr>
            <a:endParaRPr lang="en-US" altLang="ko-KR" sz="800">
              <a:latin typeface="맑은 고딕"/>
              <a:ea typeface="맑은 고딕"/>
            </a:endParaRPr>
          </a:p>
          <a:p>
            <a:pPr algn="l">
              <a:defRPr/>
            </a:pPr>
            <a:endParaRPr lang="ko-KR" altLang="en-US" sz="800">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bodNum</a:t>
            </a:r>
            <a:r>
              <a:rPr lang="en-US" altLang="ko-KR">
                <a:latin typeface="맑은 고딕"/>
                <a:ea typeface="맑은 고딕"/>
              </a:rPr>
              <a:t>:</a:t>
            </a:r>
            <a:r>
              <a:rPr lang="ko-KR" altLang="en-US">
                <a:latin typeface="맑은 고딕"/>
                <a:ea typeface="맑은 고딕"/>
              </a:rPr>
              <a:t> 게시글 고유 번호</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bodTitle</a:t>
            </a:r>
            <a:r>
              <a:rPr lang="en-US" altLang="ko-KR">
                <a:latin typeface="맑은 고딕"/>
                <a:ea typeface="맑은 고딕"/>
              </a:rPr>
              <a:t>:</a:t>
            </a:r>
            <a:r>
              <a:rPr lang="ko-KR" altLang="en-US">
                <a:latin typeface="맑은 고딕"/>
                <a:ea typeface="맑은 고딕"/>
              </a:rPr>
              <a:t> 게시글 제목</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bodDtail</a:t>
            </a:r>
            <a:r>
              <a:rPr lang="en-US" altLang="ko-KR">
                <a:latin typeface="맑은 고딕"/>
                <a:ea typeface="맑은 고딕"/>
              </a:rPr>
              <a:t>:</a:t>
            </a:r>
            <a:r>
              <a:rPr lang="ko-KR" altLang="en-US">
                <a:latin typeface="맑은 고딕"/>
                <a:ea typeface="맑은 고딕"/>
              </a:rPr>
              <a:t> 게시글 내용</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project</a:t>
            </a: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BoardEntity</a:t>
            </a:r>
            <a:r>
              <a:rPr lang="ko-KR" altLang="en-US">
                <a:latin typeface="맑은 고딕"/>
                <a:ea typeface="맑은 고딕"/>
              </a:rPr>
              <a:t>와 연결된 </a:t>
            </a:r>
            <a:r>
              <a:rPr lang="en-US" altLang="ko-KR">
                <a:latin typeface="맑은 고딕"/>
                <a:ea typeface="맑은 고딕"/>
              </a:rPr>
              <a:t>NongEntity</a:t>
            </a:r>
            <a:r>
              <a:rPr lang="ko-KR" altLang="en-US">
                <a:latin typeface="맑은 고딕"/>
                <a:ea typeface="맑은 고딕"/>
              </a:rPr>
              <a:t> 객체 설정</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writeDate</a:t>
            </a:r>
            <a:r>
              <a:rPr lang="en-US" altLang="ko-KR">
                <a:latin typeface="맑은 고딕"/>
                <a:ea typeface="맑은 고딕"/>
              </a:rPr>
              <a:t>:</a:t>
            </a:r>
            <a:r>
              <a:rPr lang="ko-KR" altLang="en-US">
                <a:latin typeface="맑은 고딕"/>
                <a:ea typeface="맑은 고딕"/>
              </a:rPr>
              <a:t> 게시글 작성일</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views</a:t>
            </a:r>
            <a:r>
              <a:rPr lang="en-US" altLang="ko-KR">
                <a:latin typeface="맑은 고딕"/>
                <a:ea typeface="맑은 고딕"/>
              </a:rPr>
              <a:t>:</a:t>
            </a:r>
            <a:r>
              <a:rPr lang="ko-KR" altLang="en-US">
                <a:latin typeface="맑은 고딕"/>
                <a:ea typeface="맑은 고딕"/>
              </a:rPr>
              <a:t> 게시글 조회수</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likeCount</a:t>
            </a:r>
            <a:r>
              <a:rPr lang="en-US" altLang="ko-KR">
                <a:latin typeface="맑은 고딕"/>
                <a:ea typeface="맑은 고딕"/>
              </a:rPr>
              <a:t>:</a:t>
            </a:r>
            <a:r>
              <a:rPr lang="ko-KR" altLang="en-US">
                <a:latin typeface="맑은 고딕"/>
                <a:ea typeface="맑은 고딕"/>
              </a:rPr>
              <a:t> 게시글 좋아요 수</a:t>
            </a:r>
            <a:endParaRPr lang="ko-KR" altLang="en-US">
              <a:latin typeface="맑은 고딕"/>
              <a:ea typeface="맑은 고딕"/>
            </a:endParaRPr>
          </a:p>
          <a:p>
            <a:pPr algn="l">
              <a:defRPr/>
            </a:pPr>
            <a:endParaRPr lang="ko-KR" altLang="en-US">
              <a:latin typeface="맑은 고딕"/>
              <a:ea typeface="맑은 고딕"/>
            </a:endParaRPr>
          </a:p>
          <a:p>
            <a:pPr algn="l">
              <a:defRPr/>
            </a:pPr>
            <a:r>
              <a:rPr lang="ko-KR" altLang="en-US">
                <a:latin typeface="맑은 고딕"/>
                <a:ea typeface="맑은 고딕"/>
              </a:rPr>
              <a:t>private List&lt;CommentEntity&gt; comments</a:t>
            </a:r>
            <a:r>
              <a:rPr lang="en-US" altLang="ko-KR">
                <a:latin typeface="맑은 고딕"/>
                <a:ea typeface="맑은 고딕"/>
              </a:rPr>
              <a:t>:</a:t>
            </a:r>
            <a:endParaRPr lang="en-US" altLang="ko-KR">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comments:</a:t>
            </a:r>
            <a:r>
              <a:rPr lang="ko-KR" altLang="en-US">
                <a:latin typeface="맑은 고딕"/>
                <a:ea typeface="맑은 고딕"/>
              </a:rPr>
              <a:t> 게시글에 달린 댓글들의 리스트</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CommetEntity:</a:t>
            </a:r>
            <a:r>
              <a:rPr lang="ko-KR" altLang="en-US">
                <a:latin typeface="맑은 고딕"/>
                <a:ea typeface="맑은 고딕"/>
              </a:rPr>
              <a:t> 객체들의 컬렉션으로 게시글과 관련된 모든 댓글 저장</a:t>
            </a:r>
            <a:endParaRPr lang="ko-KR" altLang="en-US">
              <a:latin typeface="맑은 고딕"/>
              <a:ea typeface="맑은 고딕"/>
            </a:endParaRPr>
          </a:p>
          <a:p>
            <a:pPr algn="l">
              <a:defRPr/>
            </a:pPr>
            <a:endParaRPr lang="en-US" altLang="ko-KR">
              <a:latin typeface="맑은 고딕"/>
              <a:ea typeface="맑은 고딕"/>
            </a:endParaRPr>
          </a:p>
        </p:txBody>
      </p:sp>
      <p:pic>
        <p:nvPicPr>
          <p:cNvPr id="11" name=""/>
          <p:cNvPicPr>
            <a:picLocks noChangeAspect="1"/>
          </p:cNvPicPr>
          <p:nvPr/>
        </p:nvPicPr>
        <p:blipFill rotWithShape="1">
          <a:blip r:embed="rId3"/>
          <a:stretch>
            <a:fillRect/>
          </a:stretch>
        </p:blipFill>
        <p:spPr>
          <a:xfrm>
            <a:off x="330850" y="1093925"/>
            <a:ext cx="3448912" cy="3590510"/>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443775" y="521225"/>
            <a:ext cx="8397411" cy="572700"/>
          </a:xfrm>
        </p:spPr>
        <p:txBody>
          <a:bodyPr/>
          <a:lstStyle/>
          <a:p>
            <a:pPr algn="ctr">
              <a:defRPr/>
            </a:pPr>
            <a:r>
              <a:rPr lang="en-US" altLang="ko-KR">
                <a:latin typeface="맑은 고딕"/>
                <a:ea typeface="맑은 고딕"/>
              </a:rPr>
              <a:t>BoardDTO</a:t>
            </a:r>
            <a:endParaRPr lang="ko-KR" altLang="en-US">
              <a:latin typeface="맑은 고딕"/>
              <a:ea typeface="맑은 고딕"/>
            </a:endParaRPr>
          </a:p>
        </p:txBody>
      </p:sp>
      <p:sp>
        <p:nvSpPr>
          <p:cNvPr id="3" name="Google Shape;44;p5"/>
          <p:cNvSpPr>
            <a:spLocks noGrp="1"/>
          </p:cNvSpPr>
          <p:nvPr>
            <p:ph type="subTitle" idx="1"/>
          </p:nvPr>
        </p:nvSpPr>
        <p:spPr>
          <a:xfrm>
            <a:off x="4030662" y="1093924"/>
            <a:ext cx="4952352" cy="3667124"/>
          </a:xfrm>
        </p:spPr>
        <p:txBody>
          <a:bodyPr/>
          <a:lstStyle/>
          <a:p>
            <a:pPr algn="l">
              <a:defRPr/>
            </a:pPr>
            <a:r>
              <a:rPr lang="en-US" altLang="ko-KR">
                <a:latin typeface="맑은 고딕"/>
                <a:ea typeface="맑은 고딕"/>
              </a:rPr>
              <a:t>@data</a:t>
            </a:r>
            <a:r>
              <a:rPr lang="ko-KR" altLang="en-US">
                <a:latin typeface="맑은 고딕"/>
                <a:ea typeface="맑은 고딕"/>
              </a:rPr>
              <a:t> </a:t>
            </a:r>
            <a:r>
              <a:rPr lang="en-US" altLang="ko-KR">
                <a:latin typeface="맑은 고딕"/>
                <a:ea typeface="맑은 고딕"/>
              </a:rPr>
              <a:t>: getter,setter</a:t>
            </a:r>
            <a:r>
              <a:rPr lang="ko-KR" altLang="en-US">
                <a:latin typeface="맑은 고딕"/>
                <a:ea typeface="맑은 고딕"/>
              </a:rPr>
              <a:t> 자동생성</a:t>
            </a:r>
            <a:endParaRPr lang="ko-KR" altLang="en-US">
              <a:latin typeface="맑은 고딕"/>
              <a:ea typeface="맑은 고딕"/>
            </a:endParaRPr>
          </a:p>
          <a:p>
            <a:pPr algn="l">
              <a:defRPr/>
            </a:pPr>
            <a:r>
              <a:rPr lang="en-US" altLang="ko-KR">
                <a:latin typeface="맑은 고딕"/>
                <a:ea typeface="맑은 고딕"/>
              </a:rPr>
              <a:t>@builder</a:t>
            </a:r>
            <a:r>
              <a:rPr lang="ko-KR" altLang="en-US">
                <a:latin typeface="맑은 고딕"/>
                <a:ea typeface="맑은 고딕"/>
              </a:rPr>
              <a:t> </a:t>
            </a:r>
            <a:r>
              <a:rPr lang="en-US" altLang="ko-KR">
                <a:latin typeface="맑은 고딕"/>
                <a:ea typeface="맑은 고딕"/>
              </a:rPr>
              <a:t>:</a:t>
            </a:r>
            <a:r>
              <a:rPr lang="ko-KR" altLang="en-US">
                <a:latin typeface="맑은 고딕"/>
                <a:ea typeface="맑은 고딕"/>
              </a:rPr>
              <a:t> 빌더 패턴을 사용하기 쉽게 구현 해주는 어노테이션</a:t>
            </a:r>
            <a:endParaRPr lang="ko-KR" altLang="en-US">
              <a:latin typeface="맑은 고딕"/>
              <a:ea typeface="맑은 고딕"/>
            </a:endParaRPr>
          </a:p>
          <a:p>
            <a:pPr algn="l">
              <a:defRPr/>
            </a:pPr>
            <a:r>
              <a:rPr lang="ko-KR" altLang="en-US">
                <a:latin typeface="맑은 고딕"/>
                <a:ea typeface="맑은 고딕"/>
              </a:rPr>
              <a:t>@AllArgsConstructor </a:t>
            </a:r>
            <a:r>
              <a:rPr lang="en-US" altLang="ko-KR">
                <a:latin typeface="맑은 고딕"/>
                <a:ea typeface="맑은 고딕"/>
              </a:rPr>
              <a:t>:</a:t>
            </a:r>
            <a:r>
              <a:rPr lang="ko-KR" altLang="en-US">
                <a:latin typeface="맑은 고딕"/>
                <a:ea typeface="맑은 고딕"/>
              </a:rPr>
              <a:t> 빌더패턴의 오류를 잡아주는 어노테이션</a:t>
            </a:r>
            <a:endParaRPr lang="ko-KR" altLang="en-US">
              <a:latin typeface="맑은 고딕"/>
              <a:ea typeface="맑은 고딕"/>
            </a:endParaRPr>
          </a:p>
          <a:p>
            <a:pPr algn="l">
              <a:defRPr/>
            </a:pPr>
            <a:r>
              <a:rPr lang="ko-KR" altLang="en-US">
                <a:latin typeface="맑은 고딕"/>
                <a:ea typeface="맑은 고딕"/>
              </a:rPr>
              <a:t>@NoArgsConstructor </a:t>
            </a:r>
            <a:r>
              <a:rPr lang="en-US" altLang="ko-KR">
                <a:latin typeface="맑은 고딕"/>
                <a:ea typeface="맑은 고딕"/>
              </a:rPr>
              <a:t>:</a:t>
            </a:r>
            <a:r>
              <a:rPr lang="ko-KR" altLang="en-US">
                <a:latin typeface="맑은 고딕"/>
                <a:ea typeface="맑은 고딕"/>
              </a:rPr>
              <a:t> 기본 생성자를 자동 생성</a:t>
            </a:r>
            <a:endParaRPr lang="ko-KR" altLang="en-US">
              <a:latin typeface="맑은 고딕"/>
              <a:ea typeface="맑은 고딕"/>
            </a:endParaRPr>
          </a:p>
          <a:p>
            <a:pPr algn="l">
              <a:defRPr/>
            </a:pPr>
            <a:endParaRPr xmlns:mc="http://schemas.openxmlformats.org/markup-compatibility/2006" xmlns:hp="http://schemas.haansoft.com/office/presentation/8.0" lang="ko-KR" altLang="en-US" b="1" mc:Ignorable="hp" hp:hslEmbossed="0">
              <a:solidFill>
                <a:schemeClr val="dk1"/>
              </a:solidFill>
              <a:effectLst>
                <a:outerShdw blurRad="76200" dist="76200" dir="2700000" algn="ctr" rotWithShape="0">
                  <a:srgbClr val="000000">
                    <a:alpha val="50000"/>
                  </a:srgbClr>
                </a:outerShdw>
              </a:effectLst>
              <a:latin typeface="맑은 고딕"/>
              <a:ea typeface="맑은 고딕"/>
            </a:endParaRPr>
          </a:p>
          <a:p>
            <a:pPr algn="l">
              <a:defRPr/>
            </a:pPr>
            <a:endParaRPr lang="ko-KR" altLang="en-US">
              <a:latin typeface="맑은 고딕"/>
              <a:ea typeface="맑은 고딕"/>
            </a:endParaRPr>
          </a:p>
          <a:p>
            <a:pPr algn="l">
              <a:defRPr/>
            </a:pPr>
            <a:r>
              <a:rPr lang="en-US" altLang="ko-KR" b="1">
                <a:solidFill>
                  <a:schemeClr val="dk1"/>
                </a:solidFill>
                <a:effectLst/>
                <a:latin typeface="맑은 고딕"/>
                <a:ea typeface="맑은 고딕"/>
              </a:rPr>
              <a:t>NongDTO</a:t>
            </a:r>
            <a:r>
              <a:rPr lang="ko-KR" altLang="en-US" b="1">
                <a:solidFill>
                  <a:schemeClr val="dk1"/>
                </a:solidFill>
                <a:effectLst/>
                <a:latin typeface="맑은 고딕"/>
                <a:ea typeface="맑은 고딕"/>
              </a:rPr>
              <a:t> 클래스</a:t>
            </a:r>
            <a:endParaRPr lang="ko-KR" altLang="en-US" b="1">
              <a:solidFill>
                <a:schemeClr val="dk1"/>
              </a:solidFill>
              <a:effectLst>
                <a:outerShdw blurRad="76200" dist="76200" dir="2700000" algn="ctr" rotWithShape="0">
                  <a:srgbClr val="000000">
                    <a:alpha val="50000"/>
                  </a:srgbClr>
                </a:outerShdw>
              </a:effectLst>
              <a:latin typeface="맑은 고딕"/>
              <a:ea typeface="맑은 고딕"/>
            </a:endParaRPr>
          </a:p>
          <a:p>
            <a:pPr algn="l">
              <a:defRPr/>
            </a:pPr>
            <a:r>
              <a:rPr lang="en-US" altLang="ko-KR">
                <a:latin typeface="맑은 고딕"/>
                <a:ea typeface="맑은 고딕"/>
              </a:rPr>
              <a:t>-Nongentity </a:t>
            </a:r>
            <a:r>
              <a:rPr lang="ko-KR" altLang="en-US">
                <a:latin typeface="맑은 고딕"/>
                <a:ea typeface="맑은 고딕"/>
              </a:rPr>
              <a:t>변수 설정 값 똑같이 선언 </a:t>
            </a:r>
            <a:r>
              <a:rPr lang="en-US" altLang="ko-KR">
                <a:latin typeface="맑은 고딕"/>
                <a:ea typeface="맑은 고딕"/>
              </a:rPr>
              <a:t>Token</a:t>
            </a:r>
            <a:r>
              <a:rPr lang="ko-KR" altLang="en-US">
                <a:latin typeface="맑은 고딕"/>
                <a:ea typeface="맑은 고딕"/>
              </a:rPr>
              <a:t>은 </a:t>
            </a:r>
            <a:r>
              <a:rPr lang="en-US" altLang="ko-KR">
                <a:latin typeface="맑은 고딕"/>
                <a:ea typeface="맑은 고딕"/>
              </a:rPr>
              <a:t>entity</a:t>
            </a:r>
            <a:r>
              <a:rPr lang="ko-KR" altLang="en-US">
                <a:latin typeface="맑은 고딕"/>
                <a:ea typeface="맑은 고딕"/>
              </a:rPr>
              <a:t>에서만 사용</a:t>
            </a:r>
            <a:endParaRPr lang="ko-KR" altLang="en-US">
              <a:latin typeface="맑은 고딕"/>
              <a:ea typeface="맑은 고딕"/>
            </a:endParaRPr>
          </a:p>
          <a:p>
            <a:pPr algn="l">
              <a:defRPr/>
            </a:pPr>
            <a:endParaRPr lang="ko-KR" altLang="en-US">
              <a:latin typeface="맑은 고딕"/>
              <a:ea typeface="맑은 고딕"/>
            </a:endParaRPr>
          </a:p>
          <a:p>
            <a:pPr algn="l">
              <a:defRPr/>
            </a:pPr>
            <a:r>
              <a:rPr lang="en-US" altLang="ko-KR" b="1">
                <a:latin typeface="맑은 고딕"/>
                <a:ea typeface="맑은 고딕"/>
              </a:rPr>
              <a:t>NongDTO</a:t>
            </a:r>
            <a:r>
              <a:rPr lang="ko-KR" altLang="en-US" b="1">
                <a:latin typeface="맑은 고딕"/>
                <a:ea typeface="맑은 고딕"/>
              </a:rPr>
              <a:t> 생성자</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NongEntity</a:t>
            </a:r>
            <a:r>
              <a:rPr lang="ko-KR" altLang="en-US">
                <a:latin typeface="맑은 고딕"/>
                <a:ea typeface="맑은 고딕"/>
              </a:rPr>
              <a:t> 값을 </a:t>
            </a:r>
            <a:r>
              <a:rPr lang="en-US" altLang="ko-KR">
                <a:latin typeface="맑은 고딕"/>
                <a:ea typeface="맑은 고딕"/>
              </a:rPr>
              <a:t>NongDTO</a:t>
            </a:r>
            <a:r>
              <a:rPr lang="ko-KR" altLang="en-US">
                <a:latin typeface="맑은 고딕"/>
                <a:ea typeface="맑은 고딕"/>
              </a:rPr>
              <a:t>생성자로 명시</a:t>
            </a:r>
            <a:endParaRPr lang="ko-KR" altLang="en-US">
              <a:latin typeface="맑은 고딕"/>
              <a:ea typeface="맑은 고딕"/>
            </a:endParaRPr>
          </a:p>
          <a:p>
            <a:pPr algn="l">
              <a:defRPr/>
            </a:pPr>
            <a:endParaRPr lang="en-US" altLang="ko-KR">
              <a:latin typeface="맑은 고딕"/>
              <a:ea typeface="맑은 고딕"/>
            </a:endParaRPr>
          </a:p>
          <a:p>
            <a:pPr algn="l">
              <a:defRPr/>
            </a:pPr>
            <a:r>
              <a:rPr lang="en-US" altLang="ko-KR" b="1">
                <a:latin typeface="맑은 고딕"/>
                <a:ea typeface="맑은 고딕"/>
              </a:rPr>
              <a:t>toEntity</a:t>
            </a:r>
            <a:r>
              <a:rPr lang="ko-KR" altLang="en-US" b="1">
                <a:latin typeface="맑은 고딕"/>
                <a:ea typeface="맑은 고딕"/>
              </a:rPr>
              <a:t> 메서드</a:t>
            </a:r>
            <a:r>
              <a:rPr lang="en-US" altLang="ko-KR" b="1">
                <a:latin typeface="맑은 고딕"/>
                <a:ea typeface="맑은 고딕"/>
              </a:rPr>
              <a:t> </a:t>
            </a:r>
            <a:endParaRPr lang="en-US" altLang="ko-KR">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NongDTO </a:t>
            </a:r>
            <a:r>
              <a:rPr lang="ko-KR" altLang="en-US">
                <a:latin typeface="맑은 고딕"/>
                <a:ea typeface="맑은 고딕"/>
              </a:rPr>
              <a:t>값을 </a:t>
            </a:r>
            <a:r>
              <a:rPr lang="en-US" altLang="ko-KR">
                <a:latin typeface="맑은 고딕"/>
                <a:ea typeface="맑은 고딕"/>
              </a:rPr>
              <a:t>NongEntity</a:t>
            </a:r>
            <a:r>
              <a:rPr lang="ko-KR" altLang="en-US">
                <a:latin typeface="맑은 고딕"/>
                <a:ea typeface="맑은 고딕"/>
              </a:rPr>
              <a:t>로 변환하는 과정</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NongEntity</a:t>
            </a:r>
            <a:r>
              <a:rPr lang="ko-KR" altLang="en-US">
                <a:latin typeface="맑은 고딕"/>
                <a:ea typeface="맑은 고딕"/>
              </a:rPr>
              <a:t> 타입으로 설정 후 </a:t>
            </a:r>
            <a:r>
              <a:rPr lang="en-US" altLang="ko-KR">
                <a:latin typeface="맑은 고딕"/>
                <a:ea typeface="맑은 고딕"/>
              </a:rPr>
              <a:t>return </a:t>
            </a:r>
            <a:r>
              <a:rPr lang="ko-KR" altLang="en-US">
                <a:latin typeface="맑은 고딕"/>
                <a:ea typeface="맑은 고딕"/>
              </a:rPr>
              <a:t>안에 </a:t>
            </a:r>
            <a:endParaRPr lang="ko-KR" altLang="en-US">
              <a:latin typeface="맑은 고딕"/>
              <a:ea typeface="맑은 고딕"/>
            </a:endParaRPr>
          </a:p>
          <a:p>
            <a:pPr algn="l">
              <a:defRPr/>
            </a:pPr>
            <a:r>
              <a:rPr lang="ko-KR" altLang="en-US">
                <a:latin typeface="맑은 고딕"/>
                <a:ea typeface="맑은 고딕"/>
              </a:rPr>
              <a:t>  </a:t>
            </a:r>
            <a:r>
              <a:rPr lang="en-US" altLang="ko-KR">
                <a:latin typeface="맑은 고딕"/>
                <a:ea typeface="맑은 고딕"/>
              </a:rPr>
              <a:t>builder</a:t>
            </a:r>
            <a:r>
              <a:rPr lang="ko-KR" altLang="en-US">
                <a:latin typeface="맑은 고딕"/>
                <a:ea typeface="맑은 고딕"/>
              </a:rPr>
              <a:t> 패턴으로</a:t>
            </a:r>
            <a:r>
              <a:rPr lang="en-US" altLang="ko-KR">
                <a:latin typeface="맑은 고딕"/>
                <a:ea typeface="맑은 고딕"/>
              </a:rPr>
              <a:t> NongDTO</a:t>
            </a:r>
            <a:r>
              <a:rPr lang="ko-KR" altLang="en-US">
                <a:latin typeface="맑은 고딕"/>
                <a:ea typeface="맑은 고딕"/>
              </a:rPr>
              <a:t>가 </a:t>
            </a:r>
            <a:r>
              <a:rPr lang="en-US" altLang="ko-KR">
                <a:latin typeface="맑은 고딕"/>
                <a:ea typeface="맑은 고딕"/>
              </a:rPr>
              <a:t>NongEntity</a:t>
            </a:r>
            <a:r>
              <a:rPr lang="ko-KR" altLang="en-US">
                <a:latin typeface="맑은 고딕"/>
                <a:ea typeface="맑은 고딕"/>
              </a:rPr>
              <a:t>로 명시됨</a:t>
            </a:r>
            <a:endParaRPr lang="ko-KR" altLang="en-US">
              <a:latin typeface="맑은 고딕"/>
              <a:ea typeface="맑은 고딕"/>
            </a:endParaRPr>
          </a:p>
        </p:txBody>
      </p:sp>
      <p:pic>
        <p:nvPicPr>
          <p:cNvPr id="7" name=""/>
          <p:cNvPicPr>
            <a:picLocks noChangeAspect="1"/>
          </p:cNvPicPr>
          <p:nvPr/>
        </p:nvPicPr>
        <p:blipFill rotWithShape="1">
          <a:blip r:embed="rId3"/>
          <a:stretch>
            <a:fillRect/>
          </a:stretch>
        </p:blipFill>
        <p:spPr>
          <a:xfrm>
            <a:off x="567600" y="1093924"/>
            <a:ext cx="3463062" cy="3667124"/>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291375" y="521225"/>
            <a:ext cx="8578925" cy="572700"/>
          </a:xfrm>
        </p:spPr>
        <p:txBody>
          <a:bodyPr/>
          <a:lstStyle/>
          <a:p>
            <a:pPr algn="ctr">
              <a:defRPr/>
            </a:pPr>
            <a:r>
              <a:rPr lang="en-US" altLang="ko-KR">
                <a:latin typeface="맑은 고딕"/>
                <a:ea typeface="맑은 고딕"/>
              </a:rPr>
              <a:t>BoardRepository</a:t>
            </a:r>
            <a:br>
              <a:rPr lang="en-US" altLang="ko-KR">
                <a:latin typeface="맑은 고딕"/>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4302123" y="1210525"/>
            <a:ext cx="4568177" cy="3550524"/>
          </a:xfrm>
        </p:spPr>
        <p:txBody>
          <a:bodyPr/>
          <a:lstStyle/>
          <a:p>
            <a:pPr algn="l">
              <a:defRPr/>
            </a:pPr>
            <a:r>
              <a:rPr lang="en-US" altLang="ko-KR">
                <a:latin typeface="맑은 고딕"/>
                <a:ea typeface="맑은 고딕"/>
              </a:rPr>
              <a:t>findBy***: JPA</a:t>
            </a:r>
            <a:r>
              <a:rPr lang="ko-KR" altLang="en-US">
                <a:latin typeface="맑은 고딕"/>
                <a:ea typeface="맑은 고딕"/>
              </a:rPr>
              <a:t>에서 제공하는 데이터를 검색하는 메서드</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findByProjectUserNick</a:t>
            </a:r>
            <a:endParaRPr lang="en-US" altLang="ko-KR">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findByBodNum</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findByBodTitleContaining</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findByBodDtailContaining</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findByProjectUserNickContaining</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findByBodTitleContainingOrBodDtailContaining</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findByAllKeyword</a:t>
            </a:r>
            <a:endParaRPr lang="ko-KR" altLang="en-US">
              <a:latin typeface="맑은 고딕"/>
              <a:ea typeface="맑은 고딕"/>
            </a:endParaRPr>
          </a:p>
          <a:p>
            <a:pPr algn="l">
              <a:defRPr/>
            </a:pPr>
            <a:endParaRPr lang="ko-KR" altLang="en-US">
              <a:latin typeface="맑은 고딕"/>
              <a:ea typeface="맑은 고딕"/>
            </a:endParaRPr>
          </a:p>
          <a:p>
            <a:pPr algn="l">
              <a:defRPr/>
            </a:pPr>
            <a:r>
              <a:rPr lang="en-US" altLang="ko-KR">
                <a:latin typeface="맑은 고딕"/>
                <a:ea typeface="맑은 고딕"/>
              </a:rPr>
              <a:t>deleteBy***: JPA</a:t>
            </a:r>
            <a:r>
              <a:rPr lang="ko-KR" altLang="en-US">
                <a:latin typeface="맑은 고딕"/>
                <a:ea typeface="맑은 고딕"/>
              </a:rPr>
              <a:t>에서 제공하는 데이터를 삭제하는 메서드</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deleteByProject</a:t>
            </a:r>
            <a:endParaRPr lang="ko-KR" altLang="en-US">
              <a:latin typeface="맑은 고딕"/>
              <a:ea typeface="맑은 고딕"/>
            </a:endParaRPr>
          </a:p>
          <a:p>
            <a:pPr algn="l">
              <a:defRPr/>
            </a:pPr>
            <a:endParaRPr lang="ko-KR" altLang="en-US">
              <a:latin typeface="맑은 고딕"/>
              <a:ea typeface="맑은 고딕"/>
            </a:endParaRPr>
          </a:p>
          <a:p>
            <a:pPr algn="l">
              <a:defRPr/>
            </a:pPr>
            <a:r>
              <a:rPr lang="ko-KR" altLang="en-US">
                <a:latin typeface="맑은 고딕"/>
                <a:ea typeface="맑은 고딕"/>
              </a:rPr>
              <a:t> @Query("SELECT b FROM BoardEntity b WHERE " +</a:t>
            </a:r>
            <a:endParaRPr lang="ko-KR" altLang="en-US">
              <a:latin typeface="맑은 고딕"/>
              <a:ea typeface="맑은 고딕"/>
            </a:endParaRPr>
          </a:p>
          <a:p>
            <a:pPr algn="l">
              <a:defRPr/>
            </a:pPr>
            <a:r>
              <a:rPr lang="ko-KR" altLang="en-US">
                <a:latin typeface="맑은 고딕"/>
                <a:ea typeface="맑은 고딕"/>
              </a:rPr>
              <a:t>            "b.bodTitle LIKE %:keyword% OR " +</a:t>
            </a:r>
            <a:endParaRPr lang="ko-KR" altLang="en-US">
              <a:latin typeface="맑은 고딕"/>
              <a:ea typeface="맑은 고딕"/>
            </a:endParaRPr>
          </a:p>
          <a:p>
            <a:pPr algn="l">
              <a:defRPr/>
            </a:pPr>
            <a:r>
              <a:rPr lang="ko-KR" altLang="en-US">
                <a:latin typeface="맑은 고딕"/>
                <a:ea typeface="맑은 고딕"/>
              </a:rPr>
              <a:t>            "b.bodDtail LIKE %:keyword% OR " +</a:t>
            </a:r>
            <a:endParaRPr lang="ko-KR" altLang="en-US">
              <a:latin typeface="맑은 고딕"/>
              <a:ea typeface="맑은 고딕"/>
            </a:endParaRPr>
          </a:p>
          <a:p>
            <a:pPr algn="l">
              <a:defRPr/>
            </a:pPr>
            <a:r>
              <a:rPr lang="ko-KR" altLang="en-US">
                <a:latin typeface="맑은 고딕"/>
                <a:ea typeface="맑은 고딕"/>
              </a:rPr>
              <a:t>            "b.project.userNick LIKE %:keyword%")</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ko-KR" altLang="en-US" sz="1000">
                <a:latin typeface="맑은 고딕"/>
                <a:ea typeface="맑은 고딕"/>
              </a:rPr>
              <a:t>데이터베이스에서 게시글 제목</a:t>
            </a:r>
            <a:r>
              <a:rPr lang="en-US" altLang="ko-KR" sz="1000">
                <a:latin typeface="맑은 고딕"/>
                <a:ea typeface="맑은 고딕"/>
              </a:rPr>
              <a:t>,</a:t>
            </a:r>
            <a:r>
              <a:rPr lang="ko-KR" altLang="en-US" sz="1000">
                <a:latin typeface="맑은 고딕"/>
                <a:ea typeface="맑은 고딕"/>
              </a:rPr>
              <a:t>내용</a:t>
            </a:r>
            <a:r>
              <a:rPr lang="en-US" altLang="ko-KR" sz="1000">
                <a:latin typeface="맑은 고딕"/>
                <a:ea typeface="맑은 고딕"/>
              </a:rPr>
              <a:t>,</a:t>
            </a:r>
            <a:r>
              <a:rPr lang="ko-KR" altLang="en-US" sz="1000">
                <a:latin typeface="맑은 고딕"/>
                <a:ea typeface="맑은 고딕"/>
              </a:rPr>
              <a:t>작성자 닉네임 중 하나라도 검색어를 포함하고 있는 게시글을 찾아주는 쿼리</a:t>
            </a:r>
            <a:endParaRPr lang="ko-KR" altLang="en-US" sz="1000">
              <a:latin typeface="맑은 고딕"/>
              <a:ea typeface="맑은 고딕"/>
            </a:endParaRPr>
          </a:p>
        </p:txBody>
      </p:sp>
      <p:pic>
        <p:nvPicPr>
          <p:cNvPr id="8" name=""/>
          <p:cNvPicPr>
            <a:picLocks noChangeAspect="1"/>
          </p:cNvPicPr>
          <p:nvPr/>
        </p:nvPicPr>
        <p:blipFill rotWithShape="1">
          <a:blip r:embed="rId2"/>
          <a:stretch>
            <a:fillRect/>
          </a:stretch>
        </p:blipFill>
        <p:spPr>
          <a:xfrm>
            <a:off x="409281" y="1210525"/>
            <a:ext cx="3892841" cy="2722450"/>
          </a:xfrm>
          <a:prstGeom prst="rect">
            <a:avLst/>
          </a:prstGeom>
        </p:spPr>
      </p:pic>
      <p:sp>
        <p:nvSpPr>
          <p:cNvPr id="9" name="Google Shape;44;p5"/>
          <p:cNvSpPr>
            <a:spLocks noGrp="1"/>
          </p:cNvSpPr>
          <p:nvPr>
            <p:ph type="subTitle" idx="2"/>
          </p:nvPr>
        </p:nvSpPr>
        <p:spPr>
          <a:xfrm>
            <a:off x="218781" y="3995230"/>
            <a:ext cx="3892842" cy="931149"/>
          </a:xfrm>
          <a:noFill/>
          <a:ln>
            <a:noFill/>
          </a:ln>
        </p:spPr>
        <p:txBody>
          <a:bodyPr wrap="square" lIns="91424" tIns="91424" rIns="91424" bIns="91424" anchor="t" anchorCtr="0">
            <a:noAutofit/>
          </a:bodyPr>
          <a:lstStyle/>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extends JpaRepository&lt;BoardEntity, Integer&gt;</a:t>
            </a:r>
            <a:endPar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JpaRepository</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상속</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ㄴ </a:t>
            </a: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JPA</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에서 제공하는 기본 </a:t>
            </a: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CRUD</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기능을 포함</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266043" y="513084"/>
            <a:ext cx="8586602" cy="572700"/>
          </a:xfrm>
        </p:spPr>
        <p:txBody>
          <a:bodyPr/>
          <a:lstStyle/>
          <a:p>
            <a:pPr algn="ctr">
              <a:defRPr/>
            </a:pPr>
            <a:r>
              <a:rPr lang="ko-KR" altLang="en-US">
                <a:latin typeface="맑은 고딕"/>
                <a:ea typeface="맑은 고딕"/>
              </a:rPr>
              <a:t>게시글 조회 </a:t>
            </a:r>
            <a:r>
              <a:rPr lang="en-US" altLang="ko-KR">
                <a:latin typeface="맑은 고딕"/>
                <a:ea typeface="맑은 고딕"/>
              </a:rPr>
              <a:t>API(service +controller)</a:t>
            </a:r>
            <a:br>
              <a:rPr lang="ko-KR" altLang="en-US">
                <a:ea typeface="맑은 고딕"/>
              </a:rPr>
            </a:br>
            <a:endParaRPr lang="ko-KR" altLang="en-US">
              <a:ea typeface="맑은 고딕"/>
            </a:endParaRPr>
          </a:p>
        </p:txBody>
      </p:sp>
      <p:sp>
        <p:nvSpPr>
          <p:cNvPr id="3" name="Google Shape;44;p5"/>
          <p:cNvSpPr>
            <a:spLocks noGrp="1"/>
          </p:cNvSpPr>
          <p:nvPr>
            <p:ph type="subTitle" idx="1"/>
          </p:nvPr>
        </p:nvSpPr>
        <p:spPr>
          <a:xfrm>
            <a:off x="5019396" y="1228007"/>
            <a:ext cx="3682351" cy="3667124"/>
          </a:xfrm>
        </p:spPr>
        <p:txBody>
          <a:bodyPr/>
          <a:lstStyle/>
          <a:p>
            <a:pPr algn="l">
              <a:defRPr/>
            </a:pPr>
            <a:r>
              <a:rPr lang="en-US" altLang="ko-KR" b="1">
                <a:latin typeface="맑은 고딕"/>
                <a:ea typeface="맑은 고딕"/>
              </a:rPr>
              <a:t>service</a:t>
            </a:r>
            <a:r>
              <a:rPr lang="ko-KR" altLang="en-US" b="1">
                <a:latin typeface="맑은 고딕"/>
                <a:ea typeface="맑은 고딕"/>
              </a:rPr>
              <a:t> 계층</a:t>
            </a:r>
            <a:endParaRPr lang="ko-KR" altLang="en-US" b="1">
              <a:latin typeface="맑은 고딕"/>
              <a:ea typeface="맑은 고딕"/>
            </a:endParaRPr>
          </a:p>
          <a:p>
            <a:pPr algn="l">
              <a:defRPr/>
            </a:pPr>
            <a:r>
              <a:rPr lang="en-US" altLang="ko-KR">
                <a:latin typeface="맑은 고딕"/>
                <a:ea typeface="맑은 고딕"/>
              </a:rPr>
              <a:t>- DB </a:t>
            </a:r>
            <a:r>
              <a:rPr lang="ko-KR" altLang="en-US">
                <a:latin typeface="맑은 고딕"/>
                <a:ea typeface="맑은 고딕"/>
              </a:rPr>
              <a:t>접근 및 변환 로직 처리</a:t>
            </a:r>
            <a:endParaRPr lang="ko-KR" altLang="en-US">
              <a:latin typeface="맑은 고딕"/>
              <a:ea typeface="맑은 고딕"/>
            </a:endParaRPr>
          </a:p>
          <a:p>
            <a:pPr algn="l">
              <a:defRPr/>
            </a:pPr>
            <a:r>
              <a:rPr lang="ko-KR" altLang="en-US">
                <a:latin typeface="맑은 고딕"/>
                <a:ea typeface="맑은 고딕"/>
              </a:rPr>
              <a:t>조회 메서드</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전체 게시글 조회</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사용자별 게시글 조회</a:t>
            </a:r>
            <a:endParaRPr lang="ko-KR" altLang="en-US">
              <a:latin typeface="맑은 고딕"/>
              <a:ea typeface="맑은 고딕"/>
            </a:endParaRPr>
          </a:p>
          <a:p>
            <a:pPr algn="l">
              <a:defRPr/>
            </a:pPr>
            <a:r>
              <a:rPr lang="ko-KR" altLang="en-US">
                <a:latin typeface="맑은 고딕"/>
                <a:ea typeface="맑은 고딕"/>
              </a:rPr>
              <a:t> </a:t>
            </a: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a:p>
            <a:pPr algn="l">
              <a:defRPr/>
            </a:pPr>
            <a:r>
              <a:rPr lang="en-US" altLang="ko-KR" b="1">
                <a:latin typeface="맑은 고딕"/>
                <a:ea typeface="맑은 고딕"/>
              </a:rPr>
              <a:t>c</a:t>
            </a:r>
            <a:r>
              <a:rPr lang="ko-KR" altLang="ko-KR" b="1">
                <a:latin typeface="맑은 고딕"/>
                <a:ea typeface="맑은 고딕"/>
              </a:rPr>
              <a:t>ontroller 계층</a:t>
            </a:r>
            <a:endParaRPr lang="ko-KR" altLang="ko-KR" b="1">
              <a:latin typeface="맑은 고딕"/>
              <a:ea typeface="맑은 고딕"/>
            </a:endParaRPr>
          </a:p>
          <a:p>
            <a:pPr algn="l">
              <a:defRPr/>
            </a:pPr>
            <a:r>
              <a:rPr lang="ko-KR" altLang="ko-KR">
                <a:latin typeface="맑은 고딕"/>
                <a:ea typeface="맑은 고딕"/>
              </a:rPr>
              <a:t>- requset와 response 처리를 담당</a:t>
            </a:r>
            <a:endParaRPr lang="ko-KR" altLang="ko-KR">
              <a:latin typeface="맑은 고딕"/>
              <a:ea typeface="맑은 고딕"/>
            </a:endParaRPr>
          </a:p>
          <a:p>
            <a:pPr algn="l">
              <a:defRPr/>
            </a:pPr>
            <a:r>
              <a:rPr lang="ko-KR" altLang="ko-KR">
                <a:latin typeface="맑은 고딕"/>
                <a:ea typeface="맑은 고딕"/>
              </a:rPr>
              <a:t>- 조회 메서드</a:t>
            </a:r>
            <a:endParaRPr lang="ko-KR" altLang="ko-KR">
              <a:latin typeface="맑은 고딕"/>
              <a:ea typeface="맑은 고딕"/>
            </a:endParaRPr>
          </a:p>
          <a:p>
            <a:pPr algn="l">
              <a:defRPr/>
            </a:pPr>
            <a:r>
              <a:rPr lang="ko-KR" altLang="ko-KR">
                <a:latin typeface="맑은 고딕"/>
                <a:ea typeface="맑은 고딕"/>
              </a:rPr>
              <a:t> ㄴ 전체 유저 조회 (@GetMapping 사용)</a:t>
            </a:r>
            <a:endParaRPr lang="ko-KR" altLang="ko-KR">
              <a:latin typeface="맑은 고딕"/>
              <a:ea typeface="맑은 고딕"/>
            </a:endParaRPr>
          </a:p>
          <a:p>
            <a:pPr algn="l">
              <a:defRPr/>
            </a:pPr>
            <a:r>
              <a:rPr lang="ko-KR" altLang="ko-KR">
                <a:latin typeface="맑은 고딕"/>
                <a:ea typeface="맑은 고딕"/>
              </a:rPr>
              <a:t> ㄴ </a:t>
            </a:r>
            <a:r>
              <a:rPr lang="ko-KR" altLang="en-US">
                <a:latin typeface="맑은 고딕"/>
                <a:ea typeface="맑은 고딕"/>
              </a:rPr>
              <a:t>사용자</a:t>
            </a:r>
            <a:r>
              <a:rPr lang="ko-KR" altLang="ko-KR">
                <a:latin typeface="맑은 고딕"/>
                <a:ea typeface="맑은 고딕"/>
              </a:rPr>
              <a:t>별 유저 조회 (@GetMapping 사용)</a:t>
            </a:r>
            <a:endParaRPr lang="ko-KR" altLang="ko-KR">
              <a:latin typeface="맑은 고딕"/>
              <a:ea typeface="맑은 고딕"/>
            </a:endParaRPr>
          </a:p>
          <a:p>
            <a:pPr algn="l">
              <a:defRPr/>
            </a:pPr>
            <a:endParaRPr lang="ko-KR" altLang="en-US">
              <a:latin typeface="맑은 고딕"/>
              <a:ea typeface="맑은 고딕"/>
            </a:endParaRPr>
          </a:p>
          <a:p>
            <a:pPr algn="l">
              <a:defRPr/>
            </a:pPr>
            <a:r>
              <a:rPr lang="ko-KR" altLang="en-US" b="1">
                <a:latin typeface="맑은 고딕"/>
                <a:ea typeface="맑은 고딕"/>
              </a:rPr>
              <a:t>참고사항</a:t>
            </a:r>
            <a:endParaRPr lang="ko-KR" altLang="en-US">
              <a:latin typeface="맑은 고딕"/>
              <a:ea typeface="맑은 고딕"/>
            </a:endParaRPr>
          </a:p>
          <a:p>
            <a:pPr algn="l">
              <a:defRPr/>
            </a:pPr>
            <a:r>
              <a:rPr lang="ko-KR" altLang="en-US">
                <a:latin typeface="맑은 고딕"/>
                <a:ea typeface="맑은 고딕"/>
              </a:rPr>
              <a:t>@PathVariable</a:t>
            </a:r>
            <a:endParaRPr lang="ko-KR" altLang="en-US">
              <a:latin typeface="맑은 고딕"/>
              <a:ea typeface="맑은 고딕"/>
            </a:endParaRPr>
          </a:p>
          <a:p>
            <a:pPr algn="l">
              <a:defRPr/>
            </a:pPr>
            <a:r>
              <a:rPr lang="ko-KR" altLang="en-US">
                <a:latin typeface="맑은 고딕"/>
                <a:ea typeface="맑은 고딕"/>
              </a:rPr>
              <a:t>URL 경로의 변수 값을 메서드의 매개변수로 </a:t>
            </a:r>
            <a:endParaRPr lang="ko-KR" altLang="en-US">
              <a:latin typeface="맑은 고딕"/>
              <a:ea typeface="맑은 고딕"/>
            </a:endParaRPr>
          </a:p>
          <a:p>
            <a:pPr algn="l">
              <a:defRPr/>
            </a:pPr>
            <a:r>
              <a:rPr lang="ko-KR" altLang="en-US">
                <a:latin typeface="맑은 고딕"/>
                <a:ea typeface="맑은 고딕"/>
              </a:rPr>
              <a:t>바인딩하기 위해 사용</a:t>
            </a:r>
            <a:endParaRPr lang="ko-KR" altLang="en-US">
              <a:latin typeface="맑은 고딕"/>
              <a:ea typeface="맑은 고딕"/>
            </a:endParaRPr>
          </a:p>
        </p:txBody>
      </p:sp>
      <p:pic>
        <p:nvPicPr>
          <p:cNvPr id="10" name=""/>
          <p:cNvPicPr>
            <a:picLocks noChangeAspect="1"/>
          </p:cNvPicPr>
          <p:nvPr/>
        </p:nvPicPr>
        <p:blipFill rotWithShape="1">
          <a:blip r:embed="rId2"/>
          <a:stretch>
            <a:fillRect/>
          </a:stretch>
        </p:blipFill>
        <p:spPr>
          <a:xfrm>
            <a:off x="266042" y="2661530"/>
            <a:ext cx="4753354" cy="1862869"/>
          </a:xfrm>
          <a:prstGeom prst="rect">
            <a:avLst/>
          </a:prstGeom>
        </p:spPr>
      </p:pic>
      <p:pic>
        <p:nvPicPr>
          <p:cNvPr id="13" name=""/>
          <p:cNvPicPr>
            <a:picLocks noChangeAspect="1"/>
          </p:cNvPicPr>
          <p:nvPr/>
        </p:nvPicPr>
        <p:blipFill rotWithShape="1">
          <a:blip r:embed="rId3"/>
          <a:stretch>
            <a:fillRect/>
          </a:stretch>
        </p:blipFill>
        <p:spPr>
          <a:xfrm>
            <a:off x="266043" y="1246325"/>
            <a:ext cx="4753354" cy="1424730"/>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39000" y="521225"/>
            <a:ext cx="8513421" cy="572700"/>
          </a:xfrm>
        </p:spPr>
        <p:txBody>
          <a:bodyPr/>
          <a:lstStyle/>
          <a:p>
            <a:pPr algn="ctr">
              <a:defRPr/>
            </a:pPr>
            <a:r>
              <a:rPr lang="ko-KR" altLang="en-US">
                <a:latin typeface="맑은 고딕"/>
                <a:ea typeface="맑은 고딕"/>
              </a:rPr>
              <a:t>게시글 검색 </a:t>
            </a:r>
            <a:r>
              <a:rPr lang="en-US" altLang="ko-KR">
                <a:latin typeface="맑은 고딕"/>
                <a:ea typeface="맑은 고딕"/>
              </a:rPr>
              <a:t>API(controller)</a:t>
            </a:r>
            <a:br>
              <a:rPr lang="en-US" altLang="ko-KR">
                <a:ea typeface="맑은 고딕"/>
              </a:rPr>
            </a:br>
            <a:endParaRPr lang="en-US" altLang="ko-KR">
              <a:ea typeface="맑은 고딕"/>
            </a:endParaRPr>
          </a:p>
        </p:txBody>
      </p:sp>
      <p:sp>
        <p:nvSpPr>
          <p:cNvPr id="3" name="Google Shape;44;p5"/>
          <p:cNvSpPr>
            <a:spLocks noGrp="1"/>
          </p:cNvSpPr>
          <p:nvPr>
            <p:ph type="subTitle" idx="1"/>
          </p:nvPr>
        </p:nvSpPr>
        <p:spPr>
          <a:xfrm>
            <a:off x="5376483" y="1185343"/>
            <a:ext cx="3615117" cy="3484288"/>
          </a:xfrm>
        </p:spPr>
        <p:txBody>
          <a:bodyPr/>
          <a:lstStyle/>
          <a:p>
            <a:pPr algn="l">
              <a:defRPr/>
            </a:pPr>
            <a:r>
              <a:rPr lang="ko-KR" altLang="en-US" b="1">
                <a:latin typeface="맑은 고딕"/>
                <a:ea typeface="맑은 고딕"/>
              </a:rPr>
              <a:t>controller 계층</a:t>
            </a:r>
            <a:endParaRPr lang="ko-KR" altLang="en-US" b="1">
              <a:latin typeface="맑은 고딕"/>
              <a:ea typeface="맑은 고딕"/>
            </a:endParaRPr>
          </a:p>
          <a:p>
            <a:pPr algn="l">
              <a:defRPr/>
            </a:pPr>
            <a:r>
              <a:rPr lang="ko-KR" altLang="en-US">
                <a:latin typeface="맑은 고딕"/>
                <a:ea typeface="맑은 고딕"/>
              </a:rPr>
              <a:t>- requset와 response 처리를 담당</a:t>
            </a:r>
            <a:endParaRPr lang="ko-KR" altLang="en-US">
              <a:latin typeface="맑은 고딕"/>
              <a:ea typeface="맑은 고딕"/>
            </a:endParaRPr>
          </a:p>
          <a:p>
            <a:pPr algn="l">
              <a:defRPr/>
            </a:pPr>
            <a:r>
              <a:rPr lang="ko-KR" altLang="en-US">
                <a:latin typeface="맑은 고딕"/>
                <a:ea typeface="맑은 고딕"/>
              </a:rPr>
              <a:t>- 검색 메서드</a:t>
            </a:r>
            <a:endParaRPr lang="ko-KR" altLang="en-US">
              <a:latin typeface="맑은 고딕"/>
              <a:ea typeface="맑은 고딕"/>
            </a:endParaRPr>
          </a:p>
          <a:p>
            <a:pPr algn="l">
              <a:defRPr/>
            </a:pPr>
            <a:r>
              <a:rPr lang="ko-KR" altLang="en-US">
                <a:latin typeface="맑은 고딕"/>
                <a:ea typeface="맑은 고딕"/>
              </a:rPr>
              <a:t> ㄴ 제목으로 검색 (@GetMapping 사용)</a:t>
            </a:r>
            <a:endParaRPr lang="ko-KR" altLang="en-US">
              <a:latin typeface="맑은 고딕"/>
              <a:ea typeface="맑은 고딕"/>
            </a:endParaRPr>
          </a:p>
          <a:p>
            <a:pPr algn="l">
              <a:defRPr/>
            </a:pPr>
            <a:r>
              <a:rPr lang="ko-KR" altLang="en-US">
                <a:latin typeface="맑은 고딕"/>
                <a:ea typeface="맑은 고딕"/>
              </a:rPr>
              <a:t> ㄴ 내용으로 검색 (@GetMapping 사용)</a:t>
            </a:r>
            <a:endParaRPr lang="ko-KR" altLang="en-US">
              <a:latin typeface="맑은 고딕"/>
              <a:ea typeface="맑은 고딕"/>
            </a:endParaRPr>
          </a:p>
          <a:p>
            <a:pPr algn="l">
              <a:defRPr/>
            </a:pPr>
            <a:r>
              <a:rPr lang="ko-KR" altLang="en-US">
                <a:latin typeface="맑은 고딕"/>
                <a:ea typeface="맑은 고딕"/>
              </a:rPr>
              <a:t> ㄴ 닉네임으로 검색 (@GetMapping 사용)</a:t>
            </a:r>
            <a:endParaRPr lang="ko-KR" altLang="en-US">
              <a:latin typeface="맑은 고딕"/>
              <a:ea typeface="맑은 고딕"/>
            </a:endParaRPr>
          </a:p>
          <a:p>
            <a:pPr algn="l">
              <a:defRPr/>
            </a:pPr>
            <a:r>
              <a:rPr lang="ko-KR" altLang="en-US">
                <a:latin typeface="맑은 고딕"/>
                <a:ea typeface="맑은 고딕"/>
              </a:rPr>
              <a:t> ㄴ 제목과 내용으로 검색 (@GetMapping 사용)</a:t>
            </a:r>
            <a:endParaRPr lang="ko-KR" altLang="en-US">
              <a:latin typeface="맑은 고딕"/>
              <a:ea typeface="맑은 고딕"/>
            </a:endParaRPr>
          </a:p>
          <a:p>
            <a:pPr algn="l">
              <a:defRPr/>
            </a:pPr>
            <a:r>
              <a:rPr lang="ko-KR" altLang="en-US">
                <a:latin typeface="맑은 고딕"/>
                <a:ea typeface="맑은 고딕"/>
              </a:rPr>
              <a:t> ㄴ 전체 검색 (@GetMapping 사용)</a:t>
            </a:r>
            <a:endParaRPr lang="ko-KR" altLang="en-US">
              <a:latin typeface="맑은 고딕"/>
              <a:ea typeface="맑은 고딕"/>
            </a:endParaRPr>
          </a:p>
          <a:p>
            <a:pPr algn="l">
              <a:defRPr/>
            </a:pPr>
            <a:endParaRPr lang="ko-KR" altLang="en-US">
              <a:latin typeface="맑은 고딕"/>
              <a:ea typeface="맑은 고딕"/>
            </a:endParaRPr>
          </a:p>
        </p:txBody>
      </p:sp>
      <p:pic>
        <p:nvPicPr>
          <p:cNvPr id="10" name=""/>
          <p:cNvPicPr>
            <a:picLocks noChangeAspect="1"/>
          </p:cNvPicPr>
          <p:nvPr/>
        </p:nvPicPr>
        <p:blipFill rotWithShape="1">
          <a:blip r:embed="rId2"/>
          <a:stretch>
            <a:fillRect/>
          </a:stretch>
        </p:blipFill>
        <p:spPr>
          <a:xfrm>
            <a:off x="339000" y="1185343"/>
            <a:ext cx="5189883" cy="3484287"/>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39000" y="521225"/>
            <a:ext cx="8513422" cy="572700"/>
          </a:xfrm>
        </p:spPr>
        <p:txBody>
          <a:bodyPr/>
          <a:lstStyle/>
          <a:p>
            <a:pPr algn="ctr">
              <a:defRPr/>
            </a:pPr>
            <a:r>
              <a:rPr lang="ko-KR" altLang="en-US">
                <a:latin typeface="맑은 고딕"/>
                <a:ea typeface="맑은 고딕"/>
              </a:rPr>
              <a:t>게시글 검색 </a:t>
            </a:r>
            <a:r>
              <a:rPr lang="en-US" altLang="ko-KR">
                <a:latin typeface="맑은 고딕"/>
                <a:ea typeface="맑은 고딕"/>
              </a:rPr>
              <a:t>API(service)</a:t>
            </a:r>
            <a:br>
              <a:rPr lang="en-US" altLang="ko-KR">
                <a:ea typeface="맑은 고딕"/>
              </a:rPr>
            </a:br>
            <a:endParaRPr lang="en-US" altLang="ko-KR">
              <a:ea typeface="맑은 고딕"/>
            </a:endParaRPr>
          </a:p>
        </p:txBody>
      </p:sp>
      <p:sp>
        <p:nvSpPr>
          <p:cNvPr id="3" name="Google Shape;44;p5"/>
          <p:cNvSpPr>
            <a:spLocks noGrp="1"/>
          </p:cNvSpPr>
          <p:nvPr>
            <p:ph type="subTitle" idx="1"/>
          </p:nvPr>
        </p:nvSpPr>
        <p:spPr>
          <a:xfrm>
            <a:off x="5649710" y="1185343"/>
            <a:ext cx="3338322" cy="3484288"/>
          </a:xfrm>
        </p:spPr>
        <p:txBody>
          <a:bodyPr/>
          <a:lstStyle/>
          <a:p>
            <a:pPr algn="l">
              <a:defRPr/>
            </a:pPr>
            <a:r>
              <a:rPr lang="ko-KR" altLang="en-US" b="1">
                <a:latin typeface="맑은 고딕"/>
                <a:ea typeface="맑은 고딕"/>
              </a:rPr>
              <a:t>service 계층</a:t>
            </a:r>
            <a:endParaRPr lang="ko-KR" altLang="en-US" b="1">
              <a:latin typeface="맑은 고딕"/>
              <a:ea typeface="맑은 고딕"/>
            </a:endParaRPr>
          </a:p>
          <a:p>
            <a:pPr algn="l">
              <a:defRPr/>
            </a:pPr>
            <a:r>
              <a:rPr lang="ko-KR" altLang="en-US">
                <a:latin typeface="맑은 고딕"/>
                <a:ea typeface="맑은 고딕"/>
              </a:rPr>
              <a:t>- DB 접근 및 변환 로직 처리</a:t>
            </a:r>
            <a:endParaRPr lang="ko-KR" altLang="en-US">
              <a:latin typeface="맑은 고딕"/>
              <a:ea typeface="맑은 고딕"/>
            </a:endParaRPr>
          </a:p>
          <a:p>
            <a:pPr algn="l">
              <a:defRPr/>
            </a:pPr>
            <a:r>
              <a:rPr lang="ko-KR" altLang="en-US">
                <a:latin typeface="맑은 고딕"/>
                <a:ea typeface="맑은 고딕"/>
              </a:rPr>
              <a:t>- 검색 메서드</a:t>
            </a:r>
            <a:endParaRPr lang="ko-KR" altLang="en-US">
              <a:latin typeface="맑은 고딕"/>
              <a:ea typeface="맑은 고딕"/>
            </a:endParaRPr>
          </a:p>
          <a:p>
            <a:pPr algn="l">
              <a:defRPr/>
            </a:pPr>
            <a:r>
              <a:rPr lang="ko-KR" altLang="en-US">
                <a:latin typeface="맑은 고딕"/>
                <a:ea typeface="맑은 고딕"/>
              </a:rPr>
              <a:t> ㄴ 제목으로 게시글 검색</a:t>
            </a:r>
            <a:endParaRPr lang="ko-KR" altLang="en-US">
              <a:latin typeface="맑은 고딕"/>
              <a:ea typeface="맑은 고딕"/>
            </a:endParaRPr>
          </a:p>
          <a:p>
            <a:pPr algn="l">
              <a:defRPr/>
            </a:pPr>
            <a:r>
              <a:rPr lang="ko-KR" altLang="en-US">
                <a:latin typeface="맑은 고딕"/>
                <a:ea typeface="맑은 고딕"/>
              </a:rPr>
              <a:t> ㄴ 내용으로 게시글 검색</a:t>
            </a:r>
            <a:endParaRPr lang="ko-KR" altLang="en-US">
              <a:latin typeface="맑은 고딕"/>
              <a:ea typeface="맑은 고딕"/>
            </a:endParaRPr>
          </a:p>
          <a:p>
            <a:pPr algn="l">
              <a:defRPr/>
            </a:pPr>
            <a:r>
              <a:rPr lang="ko-KR" altLang="en-US">
                <a:latin typeface="맑은 고딕"/>
                <a:ea typeface="맑은 고딕"/>
              </a:rPr>
              <a:t> ㄴ 닉네임으로 게시글 검색</a:t>
            </a:r>
            <a:endParaRPr lang="ko-KR" altLang="en-US">
              <a:latin typeface="맑은 고딕"/>
              <a:ea typeface="맑은 고딕"/>
            </a:endParaRPr>
          </a:p>
          <a:p>
            <a:pPr algn="l">
              <a:defRPr/>
            </a:pPr>
            <a:r>
              <a:rPr lang="ko-KR" altLang="en-US">
                <a:latin typeface="맑은 고딕"/>
                <a:ea typeface="맑은 고딕"/>
              </a:rPr>
              <a:t> ㄴ 제목</a:t>
            </a:r>
            <a:r>
              <a:rPr lang="en-US" altLang="ko-KR">
                <a:latin typeface="맑은 고딕"/>
                <a:ea typeface="맑은 고딕"/>
              </a:rPr>
              <a:t>+</a:t>
            </a:r>
            <a:r>
              <a:rPr lang="ko-KR" altLang="en-US">
                <a:latin typeface="맑은 고딕"/>
                <a:ea typeface="맑은 고딕"/>
              </a:rPr>
              <a:t>내용으로 검색</a:t>
            </a:r>
            <a:endParaRPr lang="ko-KR" altLang="en-US">
              <a:latin typeface="맑은 고딕"/>
              <a:ea typeface="맑은 고딕"/>
            </a:endParaRPr>
          </a:p>
          <a:p>
            <a:pPr algn="l">
              <a:defRPr/>
            </a:pPr>
            <a:r>
              <a:rPr lang="ko-KR" altLang="en-US">
                <a:latin typeface="맑은 고딕"/>
                <a:ea typeface="맑은 고딕"/>
              </a:rPr>
              <a:t> ㄴ 전체 검색</a:t>
            </a: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p:txBody>
      </p:sp>
      <p:pic>
        <p:nvPicPr>
          <p:cNvPr id="11" name=""/>
          <p:cNvPicPr>
            <a:picLocks noChangeAspect="1"/>
          </p:cNvPicPr>
          <p:nvPr/>
        </p:nvPicPr>
        <p:blipFill rotWithShape="1">
          <a:blip r:embed="rId2"/>
          <a:stretch>
            <a:fillRect/>
          </a:stretch>
        </p:blipFill>
        <p:spPr>
          <a:xfrm>
            <a:off x="339000" y="1185343"/>
            <a:ext cx="5310710" cy="3337749"/>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39000" y="521225"/>
            <a:ext cx="8505280" cy="572700"/>
          </a:xfrm>
        </p:spPr>
        <p:txBody>
          <a:bodyPr/>
          <a:lstStyle/>
          <a:p>
            <a:pPr algn="ctr">
              <a:defRPr/>
            </a:pPr>
            <a:r>
              <a:rPr lang="ko-KR" altLang="en-US">
                <a:latin typeface="맑은 고딕"/>
                <a:ea typeface="맑은 고딕"/>
              </a:rPr>
              <a:t>게시글 추가 </a:t>
            </a:r>
            <a:r>
              <a:rPr lang="en-US" altLang="ko-KR">
                <a:latin typeface="맑은 고딕"/>
                <a:ea typeface="맑은 고딕"/>
              </a:rPr>
              <a:t>API(service + controller)</a:t>
            </a:r>
            <a:br>
              <a:rPr lang="en-US" altLang="ko-KR">
                <a:ea typeface="맑은 고딕"/>
              </a:rPr>
            </a:br>
            <a:endParaRPr lang="en-US" altLang="ko-KR">
              <a:ea typeface="맑은 고딕"/>
            </a:endParaRPr>
          </a:p>
        </p:txBody>
      </p:sp>
      <p:sp>
        <p:nvSpPr>
          <p:cNvPr id="3" name="Google Shape;44;p5"/>
          <p:cNvSpPr>
            <a:spLocks noGrp="1"/>
          </p:cNvSpPr>
          <p:nvPr>
            <p:ph type="subTitle" idx="1"/>
          </p:nvPr>
        </p:nvSpPr>
        <p:spPr>
          <a:xfrm>
            <a:off x="5071683" y="1236800"/>
            <a:ext cx="3872292" cy="4049575"/>
          </a:xfrm>
        </p:spPr>
        <p:txBody>
          <a:bodyPr/>
          <a:lstStyle/>
          <a:p>
            <a:pPr algn="l">
              <a:defRPr/>
            </a:pPr>
            <a:r>
              <a:rPr lang="en-US" altLang="ko-KR" b="1">
                <a:latin typeface="맑은 고딕"/>
                <a:ea typeface="맑은 고딕"/>
              </a:rPr>
              <a:t>s</a:t>
            </a:r>
            <a:r>
              <a:rPr lang="ko-KR" altLang="en-US" b="1">
                <a:latin typeface="맑은 고딕"/>
                <a:ea typeface="맑은 고딕"/>
              </a:rPr>
              <a:t>ervice 계층</a:t>
            </a:r>
            <a:endParaRPr lang="ko-KR" altLang="en-US">
              <a:latin typeface="맑은 고딕"/>
              <a:ea typeface="맑은 고딕"/>
            </a:endParaRPr>
          </a:p>
          <a:p>
            <a:pPr algn="l">
              <a:defRPr/>
            </a:pPr>
            <a:r>
              <a:rPr lang="ko-KR" altLang="en-US">
                <a:latin typeface="맑은 고딕"/>
                <a:ea typeface="맑은 고딕"/>
              </a:rPr>
              <a:t>- DB 접근 및 변환 로직 처리</a:t>
            </a:r>
            <a:endParaRPr lang="ko-KR" altLang="en-US">
              <a:latin typeface="맑은 고딕"/>
              <a:ea typeface="맑은 고딕"/>
            </a:endParaRPr>
          </a:p>
          <a:p>
            <a:pPr algn="l">
              <a:defRPr/>
            </a:pPr>
            <a:r>
              <a:rPr lang="ko-KR" altLang="en-US">
                <a:latin typeface="맑은 고딕"/>
                <a:ea typeface="맑은 고딕"/>
              </a:rPr>
              <a:t>- 게시글 추가 메서드</a:t>
            </a:r>
            <a:endParaRPr lang="ko-KR" altLang="en-US">
              <a:latin typeface="맑은 고딕"/>
              <a:ea typeface="맑은 고딕"/>
            </a:endParaRPr>
          </a:p>
          <a:p>
            <a:pPr algn="l">
              <a:defRPr/>
            </a:pPr>
            <a:endParaRPr lang="ko-KR" altLang="en-US">
              <a:latin typeface="맑은 고딕"/>
              <a:ea typeface="맑은 고딕"/>
            </a:endParaRPr>
          </a:p>
          <a:p>
            <a:pPr algn="l">
              <a:defRPr/>
            </a:pPr>
            <a:r>
              <a:rPr lang="ko-KR" altLang="en-US" b="1">
                <a:latin typeface="맑은 고딕"/>
                <a:ea typeface="맑은 고딕"/>
              </a:rPr>
              <a:t>controller 계층</a:t>
            </a:r>
            <a:endParaRPr lang="ko-KR" altLang="en-US">
              <a:latin typeface="맑은 고딕"/>
              <a:ea typeface="맑은 고딕"/>
            </a:endParaRPr>
          </a:p>
          <a:p>
            <a:pPr algn="l">
              <a:defRPr/>
            </a:pPr>
            <a:r>
              <a:rPr lang="ko-KR" altLang="en-US">
                <a:latin typeface="맑은 고딕"/>
                <a:ea typeface="맑은 고딕"/>
              </a:rPr>
              <a:t>- requset와 response 처리를 담당</a:t>
            </a:r>
            <a:endParaRPr lang="ko-KR" altLang="en-US">
              <a:latin typeface="맑은 고딕"/>
              <a:ea typeface="맑은 고딕"/>
            </a:endParaRPr>
          </a:p>
          <a:p>
            <a:pPr algn="l">
              <a:defRPr/>
            </a:pPr>
            <a:r>
              <a:rPr lang="ko-KR" altLang="en-US">
                <a:latin typeface="맑은 고딕"/>
                <a:ea typeface="맑은 고딕"/>
              </a:rPr>
              <a:t>- 추가메서드</a:t>
            </a:r>
            <a:r>
              <a:rPr lang="en-US" altLang="ko-KR">
                <a:latin typeface="맑은 고딕"/>
                <a:ea typeface="맑은 고딕"/>
              </a:rPr>
              <a:t>(@PostMapping</a:t>
            </a:r>
            <a:r>
              <a:rPr lang="ko-KR" altLang="en-US">
                <a:latin typeface="맑은 고딕"/>
                <a:ea typeface="맑은 고딕"/>
              </a:rPr>
              <a:t>사용</a:t>
            </a:r>
            <a:r>
              <a:rPr lang="en-US" altLang="ko-KR">
                <a:latin typeface="맑은 고딕"/>
                <a:ea typeface="맑은 고딕"/>
              </a:rPr>
              <a:t>)</a:t>
            </a:r>
            <a:endParaRPr lang="en-US" altLang="ko-KR">
              <a:latin typeface="맑은 고딕"/>
              <a:ea typeface="맑은 고딕"/>
            </a:endParaRPr>
          </a:p>
          <a:p>
            <a:pPr algn="l">
              <a:defRPr/>
            </a:pPr>
            <a:endParaRPr lang="ko-KR" altLang="en-US">
              <a:latin typeface="맑은 고딕"/>
              <a:ea typeface="맑은 고딕"/>
            </a:endParaRPr>
          </a:p>
          <a:p>
            <a:pPr algn="l">
              <a:defRPr/>
            </a:pPr>
            <a:r>
              <a:rPr lang="ko-KR" altLang="en-US" b="1">
                <a:latin typeface="맑은 고딕"/>
                <a:ea typeface="맑은 고딕"/>
              </a:rPr>
              <a:t>참고사항</a:t>
            </a:r>
            <a:endParaRPr lang="ko-KR" altLang="en-US">
              <a:latin typeface="맑은 고딕"/>
              <a:ea typeface="맑은 고딕"/>
            </a:endParaRPr>
          </a:p>
          <a:p>
            <a:pPr algn="l">
              <a:defRPr/>
            </a:pPr>
            <a:r>
              <a:rPr lang="ko-KR" altLang="en-US">
                <a:latin typeface="맑은 고딕"/>
                <a:ea typeface="맑은 고딕"/>
              </a:rPr>
              <a:t>@</a:t>
            </a:r>
            <a:r>
              <a:rPr lang="en-US" altLang="ko-KR">
                <a:latin typeface="맑은 고딕"/>
                <a:ea typeface="맑은 고딕"/>
              </a:rPr>
              <a:t>PostMapping</a:t>
            </a:r>
            <a:endParaRPr lang="en-US" altLang="ko-KR">
              <a:latin typeface="맑은 고딕"/>
              <a:ea typeface="맑은 고딕"/>
            </a:endParaRPr>
          </a:p>
          <a:p>
            <a:pPr algn="l">
              <a:defRPr/>
            </a:pPr>
            <a:r>
              <a:rPr lang="en-US" altLang="ko-KR">
                <a:latin typeface="맑은 고딕"/>
                <a:ea typeface="맑은 고딕"/>
              </a:rPr>
              <a:t>- HTTP POST</a:t>
            </a:r>
            <a:r>
              <a:rPr lang="ko-KR" altLang="en-US">
                <a:latin typeface="맑은 고딕"/>
                <a:ea typeface="맑은 고딕"/>
              </a:rPr>
              <a:t> 요청을 처리해주는 메서드</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주로 추가할 때 사용</a:t>
            </a:r>
            <a:endParaRPr lang="ko-KR" altLang="en-US">
              <a:latin typeface="맑은 고딕"/>
              <a:ea typeface="맑은 고딕"/>
            </a:endParaRPr>
          </a:p>
          <a:p>
            <a:pPr algn="l">
              <a:defRPr/>
            </a:pPr>
            <a:endParaRPr lang="ko-KR" altLang="en-US">
              <a:latin typeface="맑은 고딕"/>
              <a:ea typeface="맑은 고딕"/>
            </a:endParaRPr>
          </a:p>
          <a:p>
            <a:pPr algn="l">
              <a:defRPr/>
            </a:pPr>
            <a:r>
              <a:rPr lang="ko-KR" altLang="en-US">
                <a:latin typeface="맑은 고딕"/>
                <a:ea typeface="맑은 고딕"/>
              </a:rPr>
              <a:t>@Transactional</a:t>
            </a:r>
            <a:endParaRPr lang="ko-KR" altLang="en-US">
              <a:latin typeface="맑은 고딕"/>
              <a:ea typeface="맑은 고딕"/>
            </a:endParaRPr>
          </a:p>
          <a:p>
            <a:pPr algn="l">
              <a:defRPr/>
            </a:pPr>
            <a:r>
              <a:rPr lang="en-US" altLang="ko-KR">
                <a:latin typeface="맑은 고딕"/>
                <a:ea typeface="맑은 고딕"/>
              </a:rPr>
              <a:t>- DB</a:t>
            </a:r>
            <a:r>
              <a:rPr lang="ko-KR" altLang="en-US">
                <a:latin typeface="맑은 고딕"/>
                <a:ea typeface="맑은 고딕"/>
              </a:rPr>
              <a:t>에서 여러 작업을 하나의 묶음으로 처리하는 것</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예외가 발생할 경우 자동으로 롤백되므로</a:t>
            </a:r>
            <a:r>
              <a:rPr lang="en-US" altLang="ko-KR">
                <a:latin typeface="맑은 고딕"/>
                <a:ea typeface="맑은 고딕"/>
              </a:rPr>
              <a:t>,</a:t>
            </a:r>
            <a:r>
              <a:rPr lang="ko-KR" altLang="en-US">
                <a:latin typeface="맑은 고딕"/>
                <a:ea typeface="맑은 고딕"/>
              </a:rPr>
              <a:t> 데이터가 중간에 꼬이는 문제를 방지</a:t>
            </a:r>
            <a:endParaRPr lang="ko-KR" altLang="en-US">
              <a:latin typeface="맑은 고딕"/>
              <a:ea typeface="맑은 고딕"/>
            </a:endParaRPr>
          </a:p>
          <a:p>
            <a:pPr algn="l">
              <a:defRPr/>
            </a:pPr>
            <a:r>
              <a:rPr lang="en-US" altLang="ko-KR">
                <a:latin typeface="맑은 고딕"/>
                <a:ea typeface="맑은 고딕"/>
              </a:rPr>
              <a:t>@RequestBody :</a:t>
            </a:r>
            <a:r>
              <a:rPr lang="ko-KR" altLang="en-US">
                <a:latin typeface="맑은 고딕"/>
                <a:ea typeface="맑은 고딕"/>
              </a:rPr>
              <a:t> 클라이언트가 </a:t>
            </a:r>
            <a:r>
              <a:rPr lang="en-US" altLang="ko-KR">
                <a:latin typeface="맑은 고딕"/>
                <a:ea typeface="맑은 고딕"/>
              </a:rPr>
              <a:t>HTTP</a:t>
            </a:r>
            <a:r>
              <a:rPr lang="ko-KR" altLang="en-US">
                <a:latin typeface="맑은 고딕"/>
                <a:ea typeface="맑은 고딕"/>
              </a:rPr>
              <a:t> 요청 본문에 담아 보낸 메세지를 자바 객체로 변환</a:t>
            </a:r>
            <a:endParaRPr lang="ko-KR" altLang="en-US">
              <a:latin typeface="맑은 고딕"/>
              <a:ea typeface="맑은 고딕"/>
            </a:endParaRPr>
          </a:p>
        </p:txBody>
      </p:sp>
      <p:pic>
        <p:nvPicPr>
          <p:cNvPr id="10" name=""/>
          <p:cNvPicPr>
            <a:picLocks noChangeAspect="1"/>
          </p:cNvPicPr>
          <p:nvPr/>
        </p:nvPicPr>
        <p:blipFill rotWithShape="1">
          <a:blip r:embed="rId2"/>
          <a:stretch>
            <a:fillRect/>
          </a:stretch>
        </p:blipFill>
        <p:spPr>
          <a:xfrm>
            <a:off x="339000" y="1265375"/>
            <a:ext cx="4732683" cy="1120237"/>
          </a:xfrm>
          <a:prstGeom prst="rect">
            <a:avLst/>
          </a:prstGeom>
        </p:spPr>
      </p:pic>
      <p:pic>
        <p:nvPicPr>
          <p:cNvPr id="11" name=""/>
          <p:cNvPicPr>
            <a:picLocks noChangeAspect="1"/>
          </p:cNvPicPr>
          <p:nvPr/>
        </p:nvPicPr>
        <p:blipFill rotWithShape="1">
          <a:blip r:embed="rId3"/>
          <a:stretch>
            <a:fillRect/>
          </a:stretch>
        </p:blipFill>
        <p:spPr>
          <a:xfrm>
            <a:off x="338999" y="2376087"/>
            <a:ext cx="4732683" cy="1519793"/>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10425" y="521225"/>
            <a:ext cx="8562268" cy="572700"/>
          </a:xfrm>
        </p:spPr>
        <p:txBody>
          <a:bodyPr/>
          <a:lstStyle/>
          <a:p>
            <a:pPr algn="ctr">
              <a:defRPr/>
            </a:pPr>
            <a:r>
              <a:rPr lang="ko-KR" altLang="en-US">
                <a:latin typeface="맑은 고딕"/>
                <a:ea typeface="맑은 고딕"/>
              </a:rPr>
              <a:t>게시글 수정 </a:t>
            </a:r>
            <a:r>
              <a:rPr lang="en-US" altLang="ko-KR">
                <a:latin typeface="맑은 고딕"/>
                <a:ea typeface="맑은 고딕"/>
              </a:rPr>
              <a:t>API(service + controller)</a:t>
            </a:r>
            <a:br>
              <a:rPr lang="en-US" altLang="ko-KR">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4343400" y="1213704"/>
            <a:ext cx="5192743" cy="3667124"/>
          </a:xfrm>
        </p:spPr>
        <p:txBody>
          <a:bodyPr/>
          <a:lstStyle/>
          <a:p>
            <a:pPr algn="l">
              <a:defRPr/>
            </a:pPr>
            <a:r>
              <a:rPr lang="ko-KR" altLang="en-US" b="1">
                <a:latin typeface="맑은 고딕"/>
                <a:ea typeface="맑은 고딕"/>
              </a:rPr>
              <a:t>service 계층</a:t>
            </a:r>
            <a:endParaRPr lang="ko-KR" altLang="en-US" b="1">
              <a:latin typeface="맑은 고딕"/>
              <a:ea typeface="맑은 고딕"/>
            </a:endParaRPr>
          </a:p>
          <a:p>
            <a:pPr algn="l">
              <a:defRPr/>
            </a:pPr>
            <a:r>
              <a:rPr lang="ko-KR" altLang="en-US">
                <a:latin typeface="맑은 고딕"/>
                <a:ea typeface="맑은 고딕"/>
              </a:rPr>
              <a:t>- DB 접근 및 변환 로직 처리</a:t>
            </a:r>
            <a:endParaRPr lang="ko-KR" altLang="en-US">
              <a:latin typeface="맑은 고딕"/>
              <a:ea typeface="맑은 고딕"/>
            </a:endParaRPr>
          </a:p>
          <a:p>
            <a:pPr algn="l">
              <a:defRPr/>
            </a:pPr>
            <a:r>
              <a:rPr lang="ko-KR" altLang="en-US">
                <a:latin typeface="맑은 고딕"/>
                <a:ea typeface="맑은 고딕"/>
              </a:rPr>
              <a:t>- 게시글 수정메서드</a:t>
            </a:r>
            <a:endParaRPr lang="ko-KR" altLang="en-US">
              <a:latin typeface="맑은 고딕"/>
              <a:ea typeface="맑은 고딕"/>
            </a:endParaRPr>
          </a:p>
          <a:p>
            <a:pPr algn="l">
              <a:defRPr/>
            </a:pPr>
            <a:endParaRPr lang="ko-KR" altLang="en-US">
              <a:latin typeface="맑은 고딕"/>
              <a:ea typeface="맑은 고딕"/>
            </a:endParaRPr>
          </a:p>
          <a:p>
            <a:pPr algn="l">
              <a:defRPr/>
            </a:pPr>
            <a:r>
              <a:rPr lang="ko-KR" altLang="en-US" b="1">
                <a:latin typeface="맑은 고딕"/>
                <a:ea typeface="맑은 고딕"/>
              </a:rPr>
              <a:t>controller 계층</a:t>
            </a:r>
            <a:endParaRPr lang="ko-KR" altLang="en-US" b="1">
              <a:latin typeface="맑은 고딕"/>
              <a:ea typeface="맑은 고딕"/>
            </a:endParaRPr>
          </a:p>
          <a:p>
            <a:pPr algn="l">
              <a:defRPr/>
            </a:pPr>
            <a:r>
              <a:rPr lang="ko-KR" altLang="en-US">
                <a:latin typeface="맑은 고딕"/>
                <a:ea typeface="맑은 고딕"/>
              </a:rPr>
              <a:t>- requset와 response 처리를 담당</a:t>
            </a:r>
            <a:endParaRPr lang="ko-KR" altLang="en-US">
              <a:latin typeface="맑은 고딕"/>
              <a:ea typeface="맑은 고딕"/>
            </a:endParaRPr>
          </a:p>
          <a:p>
            <a:pPr algn="l">
              <a:defRPr/>
            </a:pPr>
            <a:r>
              <a:rPr lang="ko-KR" altLang="en-US">
                <a:latin typeface="맑은 고딕"/>
                <a:ea typeface="맑은 고딕"/>
              </a:rPr>
              <a:t>- 수정메서드</a:t>
            </a:r>
            <a:r>
              <a:rPr lang="en-US" altLang="ko-KR">
                <a:latin typeface="맑은 고딕"/>
                <a:ea typeface="맑은 고딕"/>
              </a:rPr>
              <a:t>(@PutMapping </a:t>
            </a:r>
            <a:r>
              <a:rPr lang="ko-KR" altLang="en-US">
                <a:latin typeface="맑은 고딕"/>
                <a:ea typeface="맑은 고딕"/>
              </a:rPr>
              <a:t>사용</a:t>
            </a:r>
            <a:r>
              <a:rPr lang="en-US" altLang="ko-KR">
                <a:latin typeface="맑은 고딕"/>
                <a:ea typeface="맑은 고딕"/>
              </a:rPr>
              <a:t>)</a:t>
            </a:r>
            <a:endParaRPr lang="en-US" altLang="ko-KR">
              <a:latin typeface="맑은 고딕"/>
              <a:ea typeface="맑은 고딕"/>
            </a:endParaRPr>
          </a:p>
          <a:p>
            <a:pPr algn="l">
              <a:defRPr/>
            </a:pPr>
            <a:r>
              <a:rPr lang="ko-KR" altLang="en-US">
                <a:latin typeface="맑은 고딕"/>
                <a:ea typeface="맑은 고딕"/>
              </a:rPr>
              <a:t>  ㄴ수정 될 수 있는 내용만 </a:t>
            </a:r>
            <a:r>
              <a:rPr lang="en-US" altLang="ko-KR">
                <a:latin typeface="맑은 고딕"/>
                <a:ea typeface="맑은 고딕"/>
              </a:rPr>
              <a:t>DB</a:t>
            </a:r>
            <a:r>
              <a:rPr lang="ko-KR" altLang="en-US">
                <a:latin typeface="맑은 고딕"/>
                <a:ea typeface="맑은 고딕"/>
              </a:rPr>
              <a:t>에 저장할 수 있도록 기능 추가</a:t>
            </a:r>
            <a:endParaRPr lang="ko-KR" altLang="en-US">
              <a:latin typeface="맑은 고딕"/>
              <a:ea typeface="맑은 고딕"/>
            </a:endParaRPr>
          </a:p>
          <a:p>
            <a:pPr algn="l">
              <a:defRPr/>
            </a:pPr>
            <a:endParaRPr lang="ko-KR" altLang="en-US">
              <a:latin typeface="맑은 고딕"/>
              <a:ea typeface="맑은 고딕"/>
            </a:endParaRPr>
          </a:p>
          <a:p>
            <a:pPr algn="l">
              <a:defRPr/>
            </a:pPr>
            <a:r>
              <a:rPr lang="ko-KR" altLang="en-US" b="1">
                <a:latin typeface="맑은 고딕"/>
                <a:ea typeface="맑은 고딕"/>
              </a:rPr>
              <a:t>참고사항</a:t>
            </a:r>
            <a:endParaRPr lang="ko-KR" altLang="en-US" b="1">
              <a:latin typeface="맑은 고딕"/>
              <a:ea typeface="맑은 고딕"/>
            </a:endParaRPr>
          </a:p>
          <a:p>
            <a:pPr algn="l">
              <a:defRPr/>
            </a:pPr>
            <a:r>
              <a:rPr lang="ko-KR" altLang="en-US">
                <a:latin typeface="맑은 고딕"/>
                <a:ea typeface="맑은 고딕"/>
              </a:rPr>
              <a:t>@</a:t>
            </a:r>
            <a:r>
              <a:rPr lang="en-US" altLang="ko-KR">
                <a:latin typeface="맑은 고딕"/>
                <a:ea typeface="맑은 고딕"/>
              </a:rPr>
              <a:t>PostMapping</a:t>
            </a:r>
            <a:endParaRPr lang="en-US" altLang="ko-KR">
              <a:latin typeface="맑은 고딕"/>
              <a:ea typeface="맑은 고딕"/>
            </a:endParaRPr>
          </a:p>
          <a:p>
            <a:pPr algn="l">
              <a:defRPr/>
            </a:pPr>
            <a:r>
              <a:rPr lang="en-US" altLang="ko-KR">
                <a:latin typeface="맑은 고딕"/>
                <a:ea typeface="맑은 고딕"/>
              </a:rPr>
              <a:t>- HTTP PUT</a:t>
            </a:r>
            <a:r>
              <a:rPr lang="ko-KR" altLang="en-US">
                <a:latin typeface="맑은 고딕"/>
                <a:ea typeface="맑은 고딕"/>
              </a:rPr>
              <a:t>요청을 처리해주는 메서드</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주로 수정할 때 사용</a:t>
            </a: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p:txBody>
      </p:sp>
      <p:pic>
        <p:nvPicPr>
          <p:cNvPr id="8" name=""/>
          <p:cNvPicPr>
            <a:picLocks noChangeAspect="1"/>
          </p:cNvPicPr>
          <p:nvPr/>
        </p:nvPicPr>
        <p:blipFill rotWithShape="1">
          <a:blip r:embed="rId2"/>
          <a:stretch>
            <a:fillRect/>
          </a:stretch>
        </p:blipFill>
        <p:spPr>
          <a:xfrm>
            <a:off x="341690" y="1213704"/>
            <a:ext cx="4087435" cy="1219305"/>
          </a:xfrm>
          <a:prstGeom prst="rect">
            <a:avLst/>
          </a:prstGeom>
        </p:spPr>
      </p:pic>
      <p:pic>
        <p:nvPicPr>
          <p:cNvPr id="9" name=""/>
          <p:cNvPicPr>
            <a:picLocks noChangeAspect="1"/>
          </p:cNvPicPr>
          <p:nvPr/>
        </p:nvPicPr>
        <p:blipFill rotWithShape="1">
          <a:blip r:embed="rId3"/>
          <a:stretch>
            <a:fillRect/>
          </a:stretch>
        </p:blipFill>
        <p:spPr>
          <a:xfrm>
            <a:off x="341690" y="2413960"/>
            <a:ext cx="4087435" cy="1950372"/>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500924" y="521225"/>
            <a:ext cx="8363177" cy="572700"/>
          </a:xfrm>
        </p:spPr>
        <p:txBody>
          <a:bodyPr/>
          <a:lstStyle/>
          <a:p>
            <a:pPr algn="ctr">
              <a:defRPr/>
            </a:pPr>
            <a:r>
              <a:rPr lang="ko-KR" altLang="en-US">
                <a:latin typeface="맑은 고딕"/>
                <a:ea typeface="맑은 고딕"/>
              </a:rPr>
              <a:t>게시글 삭제 </a:t>
            </a:r>
            <a:r>
              <a:rPr lang="en-US" altLang="ko-KR">
                <a:latin typeface="맑은 고딕"/>
                <a:ea typeface="맑은 고딕"/>
              </a:rPr>
              <a:t>API(service + controller)</a:t>
            </a:r>
            <a:br>
              <a:rPr lang="en-US" altLang="ko-KR">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4648115" y="1249046"/>
            <a:ext cx="4110153" cy="3392419"/>
          </a:xfrm>
        </p:spPr>
        <p:txBody>
          <a:bodyPr/>
          <a:lstStyle/>
          <a:p>
            <a:pPr algn="l">
              <a:defRPr/>
            </a:pPr>
            <a:r>
              <a:rPr lang="ko-KR" altLang="en-US" b="1">
                <a:latin typeface="맑은 고딕"/>
                <a:ea typeface="맑은 고딕"/>
              </a:rPr>
              <a:t>service 계층</a:t>
            </a:r>
            <a:endParaRPr lang="ko-KR" altLang="en-US">
              <a:latin typeface="맑은 고딕"/>
              <a:ea typeface="맑은 고딕"/>
            </a:endParaRPr>
          </a:p>
          <a:p>
            <a:pPr algn="l">
              <a:defRPr/>
            </a:pPr>
            <a:r>
              <a:rPr lang="ko-KR" altLang="en-US">
                <a:latin typeface="맑은 고딕"/>
                <a:ea typeface="맑은 고딕"/>
              </a:rPr>
              <a:t>- DB 접근 및 변환 로직 처리</a:t>
            </a:r>
            <a:endParaRPr lang="ko-KR" altLang="en-US">
              <a:latin typeface="맑은 고딕"/>
              <a:ea typeface="맑은 고딕"/>
            </a:endParaRPr>
          </a:p>
          <a:p>
            <a:pPr algn="l">
              <a:defRPr/>
            </a:pPr>
            <a:r>
              <a:rPr lang="ko-KR" altLang="en-US">
                <a:latin typeface="맑은 고딕"/>
                <a:ea typeface="맑은 고딕"/>
              </a:rPr>
              <a:t>- 게시글 삭제메서드</a:t>
            </a:r>
            <a:endParaRPr lang="ko-KR" altLang="en-US">
              <a:latin typeface="맑은 고딕"/>
              <a:ea typeface="맑은 고딕"/>
            </a:endParaRPr>
          </a:p>
          <a:p>
            <a:pPr algn="l">
              <a:defRPr/>
            </a:pPr>
            <a:endParaRPr lang="ko-KR" altLang="en-US">
              <a:latin typeface="맑은 고딕"/>
              <a:ea typeface="맑은 고딕"/>
            </a:endParaRPr>
          </a:p>
          <a:p>
            <a:pPr algn="l">
              <a:defRPr/>
            </a:pPr>
            <a:r>
              <a:rPr lang="ko-KR" altLang="en-US" b="1">
                <a:latin typeface="맑은 고딕"/>
                <a:ea typeface="맑은 고딕"/>
              </a:rPr>
              <a:t>controller 계층</a:t>
            </a:r>
            <a:endParaRPr lang="ko-KR" altLang="en-US">
              <a:latin typeface="맑은 고딕"/>
              <a:ea typeface="맑은 고딕"/>
            </a:endParaRPr>
          </a:p>
          <a:p>
            <a:pPr algn="l">
              <a:defRPr/>
            </a:pPr>
            <a:r>
              <a:rPr lang="ko-KR" altLang="en-US">
                <a:latin typeface="맑은 고딕"/>
                <a:ea typeface="맑은 고딕"/>
              </a:rPr>
              <a:t>- requset와 response 처리를 담당</a:t>
            </a:r>
            <a:endParaRPr lang="ko-KR" altLang="en-US">
              <a:latin typeface="맑은 고딕"/>
              <a:ea typeface="맑은 고딕"/>
            </a:endParaRPr>
          </a:p>
          <a:p>
            <a:pPr algn="l">
              <a:defRPr/>
            </a:pPr>
            <a:r>
              <a:rPr lang="ko-KR" altLang="en-US">
                <a:latin typeface="맑은 고딕"/>
                <a:ea typeface="맑은 고딕"/>
              </a:rPr>
              <a:t>- 삭제메서드</a:t>
            </a:r>
            <a:r>
              <a:rPr lang="en-US" altLang="ko-KR">
                <a:latin typeface="맑은 고딕"/>
                <a:ea typeface="맑은 고딕"/>
              </a:rPr>
              <a:t>(@DeleteMapping </a:t>
            </a:r>
            <a:r>
              <a:rPr lang="ko-KR" altLang="en-US">
                <a:latin typeface="맑은 고딕"/>
                <a:ea typeface="맑은 고딕"/>
              </a:rPr>
              <a:t>사용</a:t>
            </a:r>
            <a:r>
              <a:rPr lang="en-US" altLang="ko-KR">
                <a:latin typeface="맑은 고딕"/>
                <a:ea typeface="맑은 고딕"/>
              </a:rPr>
              <a:t>)</a:t>
            </a:r>
            <a:endParaRPr lang="en-US" altLang="ko-KR">
              <a:latin typeface="맑은 고딕"/>
              <a:ea typeface="맑은 고딕"/>
            </a:endParaRPr>
          </a:p>
          <a:p>
            <a:pPr algn="l">
              <a:defRPr/>
            </a:pPr>
            <a:r>
              <a:rPr lang="ko-KR" altLang="en-US">
                <a:latin typeface="맑은 고딕"/>
                <a:ea typeface="맑은 고딕"/>
              </a:rPr>
              <a:t>  ㄴ삭제시 </a:t>
            </a:r>
            <a:r>
              <a:rPr lang="en-US" altLang="ko-KR">
                <a:latin typeface="맑은 고딕"/>
                <a:ea typeface="맑은 고딕"/>
              </a:rPr>
              <a:t>DB</a:t>
            </a:r>
            <a:r>
              <a:rPr lang="ko-KR" altLang="en-US">
                <a:latin typeface="맑은 고딕"/>
                <a:ea typeface="맑은 고딕"/>
              </a:rPr>
              <a:t>에서 자동삭제 되도록 기능 추가</a:t>
            </a:r>
            <a:endParaRPr lang="ko-KR" altLang="en-US">
              <a:latin typeface="맑은 고딕"/>
              <a:ea typeface="맑은 고딕"/>
            </a:endParaRPr>
          </a:p>
          <a:p>
            <a:pPr algn="l">
              <a:defRPr/>
            </a:pPr>
            <a:endParaRPr lang="ko-KR" altLang="en-US">
              <a:latin typeface="맑은 고딕"/>
              <a:ea typeface="맑은 고딕"/>
            </a:endParaRPr>
          </a:p>
          <a:p>
            <a:pPr algn="l">
              <a:defRPr/>
            </a:pPr>
            <a:r>
              <a:rPr lang="ko-KR" altLang="en-US" b="1">
                <a:latin typeface="맑은 고딕"/>
                <a:ea typeface="맑은 고딕"/>
              </a:rPr>
              <a:t>참고사항</a:t>
            </a:r>
            <a:endParaRPr lang="ko-KR" altLang="en-US">
              <a:latin typeface="맑은 고딕"/>
              <a:ea typeface="맑은 고딕"/>
            </a:endParaRPr>
          </a:p>
          <a:p>
            <a:pPr algn="l">
              <a:defRPr/>
            </a:pPr>
            <a:r>
              <a:rPr lang="en-US" altLang="ko-KR">
                <a:latin typeface="맑은 고딕"/>
                <a:ea typeface="맑은 고딕"/>
              </a:rPr>
              <a:t>@DeleteMapping </a:t>
            </a:r>
            <a:endParaRPr lang="en-US" altLang="ko-KR">
              <a:latin typeface="맑은 고딕"/>
              <a:ea typeface="맑은 고딕"/>
            </a:endParaRPr>
          </a:p>
          <a:p>
            <a:pPr algn="l">
              <a:defRPr/>
            </a:pPr>
            <a:r>
              <a:rPr lang="en-US" altLang="ko-KR">
                <a:latin typeface="맑은 고딕"/>
                <a:ea typeface="맑은 고딕"/>
              </a:rPr>
              <a:t>- HTTP DELETE</a:t>
            </a:r>
            <a:r>
              <a:rPr lang="ko-KR" altLang="en-US">
                <a:latin typeface="맑은 고딕"/>
                <a:ea typeface="맑은 고딕"/>
              </a:rPr>
              <a:t> 요청 처리해주는 메서드</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주로 삭제할 때 사용</a:t>
            </a: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p:txBody>
      </p:sp>
      <p:pic>
        <p:nvPicPr>
          <p:cNvPr id="8" name=""/>
          <p:cNvPicPr>
            <a:picLocks noChangeAspect="1"/>
          </p:cNvPicPr>
          <p:nvPr/>
        </p:nvPicPr>
        <p:blipFill rotWithShape="1">
          <a:blip r:embed="rId2"/>
          <a:stretch>
            <a:fillRect/>
          </a:stretch>
        </p:blipFill>
        <p:spPr>
          <a:xfrm>
            <a:off x="546757" y="1249046"/>
            <a:ext cx="4116523" cy="1932245"/>
          </a:xfrm>
          <a:prstGeom prst="rect">
            <a:avLst/>
          </a:prstGeom>
        </p:spPr>
      </p:pic>
      <p:pic>
        <p:nvPicPr>
          <p:cNvPr id="9" name=""/>
          <p:cNvPicPr>
            <a:picLocks noChangeAspect="1"/>
          </p:cNvPicPr>
          <p:nvPr/>
        </p:nvPicPr>
        <p:blipFill rotWithShape="1">
          <a:blip r:embed="rId3"/>
          <a:stretch>
            <a:fillRect/>
          </a:stretch>
        </p:blipFill>
        <p:spPr>
          <a:xfrm>
            <a:off x="546758" y="3162242"/>
            <a:ext cx="4116523" cy="1479223"/>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00900" y="549800"/>
            <a:ext cx="8538384" cy="572700"/>
          </a:xfrm>
        </p:spPr>
        <p:txBody>
          <a:bodyPr/>
          <a:lstStyle/>
          <a:p>
            <a:pPr algn="ctr">
              <a:defRPr/>
            </a:pPr>
            <a:r>
              <a:rPr lang="en-US" altLang="ko-KR">
                <a:latin typeface="맑은 고딕"/>
                <a:ea typeface="맑은 고딕"/>
              </a:rPr>
              <a:t>CommentEntity</a:t>
            </a:r>
            <a:r>
              <a:rPr lang="ko-KR" altLang="en-US">
                <a:latin typeface="맑은 고딕"/>
                <a:ea typeface="맑은 고딕"/>
              </a:rPr>
              <a:t> </a:t>
            </a:r>
            <a:br>
              <a:rPr lang="en-US" altLang="ko-KR">
                <a:ea typeface="맑은 고딕"/>
              </a:rPr>
            </a:br>
            <a:br>
              <a:rPr lang="en-US" altLang="ko-KR">
                <a:ea typeface="맑은 고딕"/>
              </a:rPr>
            </a:br>
            <a:endParaRPr lang="en-US" altLang="ko-KR">
              <a:ea typeface="맑은 고딕"/>
            </a:endParaRPr>
          </a:p>
        </p:txBody>
      </p:sp>
      <p:sp>
        <p:nvSpPr>
          <p:cNvPr id="3" name="Google Shape;44;p5"/>
          <p:cNvSpPr>
            <a:spLocks noGrp="1"/>
          </p:cNvSpPr>
          <p:nvPr>
            <p:ph type="subTitle" idx="1"/>
          </p:nvPr>
        </p:nvSpPr>
        <p:spPr>
          <a:xfrm>
            <a:off x="5147321" y="1225447"/>
            <a:ext cx="3691963" cy="3029168"/>
          </a:xfrm>
        </p:spPr>
        <p:txBody>
          <a:bodyPr/>
          <a:lstStyle/>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comId :</a:t>
            </a:r>
            <a:r>
              <a:rPr lang="ko-KR" altLang="en-US">
                <a:latin typeface="맑은 고딕"/>
                <a:ea typeface="맑은 고딕"/>
              </a:rPr>
              <a:t> 댓글 고유 번호</a:t>
            </a:r>
            <a:endParaRPr lang="ko-KR" altLang="en-US">
              <a:latin typeface="맑은 고딕"/>
              <a:ea typeface="맑은 고딕"/>
            </a:endParaRPr>
          </a:p>
          <a:p>
            <a:pPr algn="l">
              <a:defRPr/>
            </a:pPr>
            <a:r>
              <a:rPr lang="en-US" altLang="ko-KR">
                <a:latin typeface="맑은 고딕"/>
                <a:ea typeface="맑은 고딕"/>
              </a:rPr>
              <a:t>- board: </a:t>
            </a:r>
            <a:r>
              <a:rPr lang="ko-KR" altLang="en-US">
                <a:latin typeface="맑은 고딕"/>
                <a:ea typeface="맑은 고딕"/>
              </a:rPr>
              <a:t>게시판 고유 번호</a:t>
            </a:r>
            <a:r>
              <a:rPr lang="en-US" altLang="ko-KR">
                <a:latin typeface="맑은 고딕"/>
                <a:ea typeface="맑은 고딕"/>
              </a:rPr>
              <a:t>(bod_num</a:t>
            </a:r>
            <a:r>
              <a:rPr lang="ko-KR" altLang="en-US">
                <a:latin typeface="맑은 고딕"/>
                <a:ea typeface="맑은 고딕"/>
              </a:rPr>
              <a:t> 참조</a:t>
            </a:r>
            <a:r>
              <a:rPr lang="en-US" altLang="ko-KR">
                <a:latin typeface="맑은 고딕"/>
                <a:ea typeface="맑은 고딕"/>
              </a:rPr>
              <a:t>)</a:t>
            </a:r>
            <a:endParaRPr lang="en-US" altLang="ko-KR">
              <a:latin typeface="맑은 고딕"/>
              <a:ea typeface="맑은 고딕"/>
            </a:endParaRPr>
          </a:p>
          <a:p>
            <a:pPr algn="l">
              <a:defRPr/>
            </a:pPr>
            <a:r>
              <a:rPr lang="en-US" altLang="ko-KR">
                <a:latin typeface="맑은 고딕"/>
                <a:ea typeface="맑은 고딕"/>
              </a:rPr>
              <a:t>- nong :</a:t>
            </a:r>
            <a:r>
              <a:rPr lang="ko-KR" altLang="en-US">
                <a:latin typeface="맑은 고딕"/>
                <a:ea typeface="맑은 고딕"/>
              </a:rPr>
              <a:t> 닉네임</a:t>
            </a:r>
            <a:r>
              <a:rPr lang="en-US" altLang="ko-KR">
                <a:latin typeface="맑은 고딕"/>
                <a:ea typeface="맑은 고딕"/>
              </a:rPr>
              <a:t>(userNick</a:t>
            </a:r>
            <a:r>
              <a:rPr lang="ko-KR" altLang="en-US">
                <a:latin typeface="맑은 고딕"/>
                <a:ea typeface="맑은 고딕"/>
              </a:rPr>
              <a:t> 참조</a:t>
            </a:r>
            <a:r>
              <a:rPr lang="en-US" altLang="ko-KR">
                <a:latin typeface="맑은 고딕"/>
                <a:ea typeface="맑은 고딕"/>
              </a:rPr>
              <a:t>)</a:t>
            </a:r>
            <a:endParaRPr lang="en-US" altLang="ko-KR">
              <a:latin typeface="맑은 고딕"/>
              <a:ea typeface="맑은 고딕"/>
            </a:endParaRPr>
          </a:p>
          <a:p>
            <a:pPr algn="l">
              <a:defRPr/>
            </a:pPr>
            <a:r>
              <a:rPr lang="en-US" altLang="ko-KR">
                <a:latin typeface="맑은 고딕"/>
                <a:ea typeface="맑은 고딕"/>
              </a:rPr>
              <a:t>- content :</a:t>
            </a:r>
            <a:r>
              <a:rPr lang="ko-KR" altLang="en-US">
                <a:latin typeface="맑은 고딕"/>
                <a:ea typeface="맑은 고딕"/>
              </a:rPr>
              <a:t> 댓글 내용</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createDate :</a:t>
            </a:r>
            <a:r>
              <a:rPr lang="ko-KR" altLang="en-US">
                <a:latin typeface="맑은 고딕"/>
                <a:ea typeface="맑은 고딕"/>
              </a:rPr>
              <a:t> 작성시간</a:t>
            </a:r>
            <a:endParaRPr lang="ko-KR" altLang="en-US">
              <a:latin typeface="맑은 고딕"/>
              <a:ea typeface="맑은 고딕"/>
            </a:endParaRPr>
          </a:p>
          <a:p>
            <a:pPr algn="l">
              <a:defRPr/>
            </a:pPr>
            <a:r>
              <a:rPr lang="en-US" altLang="ko-KR">
                <a:latin typeface="맑은 고딕"/>
                <a:ea typeface="맑은 고딕"/>
              </a:rPr>
              <a:t>-updateDate :</a:t>
            </a:r>
            <a:r>
              <a:rPr lang="ko-KR" altLang="en-US">
                <a:latin typeface="맑은 고딕"/>
                <a:ea typeface="맑은 고딕"/>
              </a:rPr>
              <a:t> 수정시간</a:t>
            </a:r>
            <a:endParaRPr lang="ko-KR" altLang="en-US">
              <a:latin typeface="맑은 고딕"/>
              <a:ea typeface="맑은 고딕"/>
            </a:endParaRPr>
          </a:p>
          <a:p>
            <a:pPr algn="l">
              <a:defRPr/>
            </a:pPr>
            <a:endParaRPr lang="ko-KR" altLang="en-US">
              <a:latin typeface="맑은 고딕"/>
              <a:ea typeface="맑은 고딕"/>
            </a:endParaRPr>
          </a:p>
          <a:p>
            <a:pPr algn="l">
              <a:defRPr/>
            </a:pPr>
            <a:r>
              <a:rPr lang="ko-KR" altLang="en-US" b="1">
                <a:latin typeface="맑은 고딕"/>
                <a:ea typeface="맑은 고딕"/>
              </a:rPr>
              <a:t>참고사항</a:t>
            </a:r>
            <a:endParaRPr lang="ko-KR" altLang="en-US" b="1">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@ManyToOne :</a:t>
            </a:r>
            <a:r>
              <a:rPr lang="ko-KR" altLang="en-US">
                <a:latin typeface="맑은 고딕"/>
                <a:ea typeface="맑은 고딕"/>
              </a:rPr>
              <a:t> 다대일 관계</a:t>
            </a:r>
            <a:endParaRPr lang="ko-KR" altLang="en-US">
              <a:latin typeface="맑은 고딕"/>
              <a:ea typeface="맑은 고딕"/>
            </a:endParaRPr>
          </a:p>
          <a:p>
            <a:pPr algn="l">
              <a:defRPr/>
            </a:pPr>
            <a:r>
              <a:rPr lang="en-US" altLang="ko-KR">
                <a:latin typeface="맑은 고딕"/>
                <a:ea typeface="맑은 고딕"/>
              </a:rPr>
              <a:t>- @JoinColumn</a:t>
            </a:r>
            <a:r>
              <a:rPr lang="ko-KR" altLang="en-US">
                <a:latin typeface="맑은 고딕"/>
                <a:ea typeface="맑은 고딕"/>
              </a:rPr>
              <a:t> </a:t>
            </a:r>
            <a:r>
              <a:rPr lang="en-US" altLang="ko-KR">
                <a:latin typeface="맑은 고딕"/>
                <a:ea typeface="맑은 고딕"/>
              </a:rPr>
              <a:t>:</a:t>
            </a:r>
            <a:r>
              <a:rPr lang="ko-KR" altLang="en-US">
                <a:latin typeface="맑은 고딕"/>
                <a:ea typeface="맑은 고딕"/>
              </a:rPr>
              <a:t> 외래 키 지정</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name = :</a:t>
            </a:r>
            <a:r>
              <a:rPr lang="ko-KR" altLang="en-US">
                <a:latin typeface="맑은 고딕"/>
                <a:ea typeface="맑은 고딕"/>
              </a:rPr>
              <a:t> 현재 테이블에 생성될 외래 키 컬럼 이름</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referencedColumnName = 참조 대상 테이블의 기준 컬럼 이름</a:t>
            </a:r>
            <a:endParaRPr lang="ko-KR" altLang="en-US">
              <a:latin typeface="맑은 고딕"/>
              <a:ea typeface="맑은 고딕"/>
            </a:endParaRPr>
          </a:p>
          <a:p>
            <a:pPr algn="l">
              <a:defRPr/>
            </a:pPr>
            <a:r>
              <a:rPr lang="en-US" altLang="ko-KR">
                <a:latin typeface="맑은 고딕"/>
                <a:ea typeface="맑은 고딕"/>
              </a:rPr>
              <a:t>-nullable</a:t>
            </a:r>
            <a:r>
              <a:rPr lang="ko-KR" altLang="en-US">
                <a:latin typeface="맑은 고딕"/>
                <a:ea typeface="맑은 고딕"/>
              </a:rPr>
              <a:t> </a:t>
            </a: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false : </a:t>
            </a:r>
            <a:r>
              <a:rPr lang="ko-KR" altLang="en-US">
                <a:latin typeface="맑은 고딕"/>
                <a:ea typeface="맑은 고딕"/>
              </a:rPr>
              <a:t>외래 키 컬럼 값이 반드시 존재</a:t>
            </a:r>
            <a:endParaRPr lang="ko-KR" altLang="en-US">
              <a:latin typeface="맑은 고딕"/>
              <a:ea typeface="맑은 고딕"/>
            </a:endParaRPr>
          </a:p>
          <a:p>
            <a:pPr algn="l">
              <a:defRPr/>
            </a:pPr>
            <a:endParaRPr lang="ko-KR" altLang="en-US">
              <a:latin typeface="맑은 고딕"/>
              <a:ea typeface="맑은 고딕"/>
            </a:endParaRPr>
          </a:p>
        </p:txBody>
      </p:sp>
      <p:pic>
        <p:nvPicPr>
          <p:cNvPr id="4" name=""/>
          <p:cNvPicPr>
            <a:picLocks noChangeAspect="1"/>
          </p:cNvPicPr>
          <p:nvPr/>
        </p:nvPicPr>
        <p:blipFill rotWithShape="1">
          <a:blip r:embed="rId2"/>
          <a:stretch>
            <a:fillRect/>
          </a:stretch>
        </p:blipFill>
        <p:spPr>
          <a:xfrm>
            <a:off x="365830" y="1215922"/>
            <a:ext cx="4781491" cy="3029168"/>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272325" y="521225"/>
            <a:ext cx="8562268" cy="572700"/>
          </a:xfrm>
        </p:spPr>
        <p:txBody>
          <a:bodyPr/>
          <a:lstStyle/>
          <a:p>
            <a:pPr algn="ctr">
              <a:defRPr/>
            </a:pPr>
            <a:r>
              <a:rPr lang="en-US" altLang="ko-KR">
                <a:latin typeface="맑은 고딕"/>
                <a:ea typeface="맑은 고딕"/>
              </a:rPr>
              <a:t>CommentDTO</a:t>
            </a:r>
            <a:r>
              <a:rPr lang="ko-KR" altLang="en-US">
                <a:latin typeface="맑은 고딕"/>
                <a:ea typeface="맑은 고딕"/>
              </a:rPr>
              <a:t> </a:t>
            </a:r>
            <a:br>
              <a:rPr lang="en-US" altLang="ko-KR">
                <a:ea typeface="맑은 고딕"/>
              </a:rPr>
            </a:br>
            <a:br>
              <a:rPr lang="en-US" altLang="ko-KR">
                <a:ea typeface="맑은 고딕"/>
              </a:rPr>
            </a:br>
            <a:endParaRPr lang="en-US" altLang="ko-KR">
              <a:ea typeface="맑은 고딕"/>
            </a:endParaRPr>
          </a:p>
        </p:txBody>
      </p:sp>
      <p:sp>
        <p:nvSpPr>
          <p:cNvPr id="3" name="Google Shape;44;p5"/>
          <p:cNvSpPr>
            <a:spLocks noGrp="1"/>
          </p:cNvSpPr>
          <p:nvPr>
            <p:ph type="subTitle" idx="1"/>
          </p:nvPr>
        </p:nvSpPr>
        <p:spPr>
          <a:xfrm>
            <a:off x="4663281" y="1093925"/>
            <a:ext cx="4273694" cy="3667124"/>
          </a:xfrm>
        </p:spPr>
        <p:txBody>
          <a:bodyPr/>
          <a:lstStyle/>
          <a:p>
            <a:pPr algn="l">
              <a:defRPr/>
            </a:pPr>
            <a:r>
              <a:rPr lang="en-US" altLang="ko-KR" b="1">
                <a:latin typeface="맑은 고딕"/>
                <a:ea typeface="맑은 고딕"/>
              </a:rPr>
              <a:t>CommentDTO</a:t>
            </a:r>
            <a:r>
              <a:rPr lang="ko-KR" altLang="en-US" b="1">
                <a:latin typeface="맑은 고딕"/>
                <a:ea typeface="맑은 고딕"/>
              </a:rPr>
              <a:t>클래스</a:t>
            </a:r>
            <a:endParaRPr lang="ko-KR" altLang="en-US">
              <a:latin typeface="맑은 고딕"/>
              <a:ea typeface="맑은 고딕"/>
            </a:endParaRPr>
          </a:p>
          <a:p>
            <a:pPr algn="l">
              <a:defRPr/>
            </a:pPr>
            <a:r>
              <a:rPr lang="en-US" altLang="ko-KR">
                <a:latin typeface="맑은 고딕"/>
                <a:ea typeface="맑은 고딕"/>
              </a:rPr>
              <a:t>-CommentEntity </a:t>
            </a:r>
            <a:r>
              <a:rPr lang="ko-KR" altLang="en-US">
                <a:latin typeface="맑은 고딕"/>
                <a:ea typeface="맑은 고딕"/>
              </a:rPr>
              <a:t>변수 설정 값 똑같이 선언</a:t>
            </a:r>
            <a:endParaRPr lang="ko-KR" altLang="en-US">
              <a:latin typeface="맑은 고딕"/>
              <a:ea typeface="맑은 고딕"/>
            </a:endParaRPr>
          </a:p>
          <a:p>
            <a:pPr algn="l">
              <a:defRPr/>
            </a:pPr>
            <a:endParaRPr lang="ko-KR" altLang="en-US">
              <a:latin typeface="맑은 고딕"/>
              <a:ea typeface="맑은 고딕"/>
            </a:endParaRPr>
          </a:p>
          <a:p>
            <a:pPr algn="l">
              <a:defRPr/>
            </a:pPr>
            <a:r>
              <a:rPr lang="en-US" altLang="ko-KR" b="1">
                <a:latin typeface="맑은 고딕"/>
                <a:ea typeface="맑은 고딕"/>
              </a:rPr>
              <a:t>CommentDTO</a:t>
            </a:r>
            <a:r>
              <a:rPr lang="ko-KR" altLang="en-US" b="1">
                <a:latin typeface="맑은 고딕"/>
                <a:ea typeface="맑은 고딕"/>
              </a:rPr>
              <a:t> 생성자</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CommentEntity</a:t>
            </a:r>
            <a:r>
              <a:rPr lang="ko-KR" altLang="en-US">
                <a:latin typeface="맑은 고딕"/>
                <a:ea typeface="맑은 고딕"/>
              </a:rPr>
              <a:t> 값을 </a:t>
            </a:r>
            <a:r>
              <a:rPr lang="en-US" altLang="ko-KR">
                <a:latin typeface="맑은 고딕"/>
                <a:ea typeface="맑은 고딕"/>
              </a:rPr>
              <a:t>CommentDTO</a:t>
            </a:r>
            <a:r>
              <a:rPr lang="ko-KR" altLang="en-US">
                <a:latin typeface="맑은 고딕"/>
                <a:ea typeface="맑은 고딕"/>
              </a:rPr>
              <a:t> 생성자로 명시</a:t>
            </a:r>
            <a:endParaRPr lang="ko-KR" altLang="en-US">
              <a:latin typeface="맑은 고딕"/>
              <a:ea typeface="맑은 고딕"/>
            </a:endParaRPr>
          </a:p>
          <a:p>
            <a:pPr algn="l">
              <a:defRPr/>
            </a:pPr>
            <a:endParaRPr lang="en-US" altLang="ko-KR">
              <a:latin typeface="맑은 고딕"/>
              <a:ea typeface="맑은 고딕"/>
            </a:endParaRPr>
          </a:p>
          <a:p>
            <a:pPr algn="l">
              <a:defRPr/>
            </a:pPr>
            <a:r>
              <a:rPr lang="en-US" altLang="ko-KR" b="1">
                <a:latin typeface="맑은 고딕"/>
                <a:ea typeface="맑은 고딕"/>
              </a:rPr>
              <a:t>toEntity</a:t>
            </a:r>
            <a:r>
              <a:rPr lang="ko-KR" altLang="en-US" b="1">
                <a:latin typeface="맑은 고딕"/>
                <a:ea typeface="맑은 고딕"/>
              </a:rPr>
              <a:t> 메서드</a:t>
            </a:r>
            <a:r>
              <a:rPr lang="en-US" altLang="ko-KR" b="1">
                <a:latin typeface="맑은 고딕"/>
                <a:ea typeface="맑은 고딕"/>
              </a:rPr>
              <a:t> </a:t>
            </a:r>
            <a:endParaRPr lang="en-US" altLang="ko-KR">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CommentDTO</a:t>
            </a:r>
            <a:r>
              <a:rPr lang="ko-KR" altLang="en-US">
                <a:latin typeface="맑은 고딕"/>
                <a:ea typeface="맑은 고딕"/>
              </a:rPr>
              <a:t> 값을 </a:t>
            </a:r>
            <a:r>
              <a:rPr lang="en-US" altLang="ko-KR">
                <a:latin typeface="맑은 고딕"/>
                <a:ea typeface="맑은 고딕"/>
              </a:rPr>
              <a:t>CommentEntity </a:t>
            </a:r>
            <a:r>
              <a:rPr lang="ko-KR" altLang="en-US">
                <a:latin typeface="맑은 고딕"/>
                <a:ea typeface="맑은 고딕"/>
              </a:rPr>
              <a:t>변환하는 과정</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CommentEntity </a:t>
            </a:r>
            <a:r>
              <a:rPr lang="ko-KR" altLang="en-US">
                <a:latin typeface="맑은 고딕"/>
                <a:ea typeface="맑은 고딕"/>
              </a:rPr>
              <a:t>타입으로 설정 후 </a:t>
            </a:r>
            <a:r>
              <a:rPr lang="en-US" altLang="ko-KR">
                <a:latin typeface="맑은 고딕"/>
                <a:ea typeface="맑은 고딕"/>
              </a:rPr>
              <a:t>return </a:t>
            </a:r>
            <a:r>
              <a:rPr lang="ko-KR" altLang="en-US">
                <a:latin typeface="맑은 고딕"/>
                <a:ea typeface="맑은 고딕"/>
              </a:rPr>
              <a:t>안에 </a:t>
            </a:r>
            <a:endParaRPr lang="ko-KR" altLang="en-US">
              <a:latin typeface="맑은 고딕"/>
              <a:ea typeface="맑은 고딕"/>
            </a:endParaRPr>
          </a:p>
          <a:p>
            <a:pPr algn="l">
              <a:defRPr/>
            </a:pPr>
            <a:r>
              <a:rPr lang="ko-KR" altLang="en-US">
                <a:latin typeface="맑은 고딕"/>
                <a:ea typeface="맑은 고딕"/>
              </a:rPr>
              <a:t>  </a:t>
            </a:r>
            <a:r>
              <a:rPr lang="en-US" altLang="ko-KR">
                <a:latin typeface="맑은 고딕"/>
                <a:ea typeface="맑은 고딕"/>
              </a:rPr>
              <a:t>builder</a:t>
            </a:r>
            <a:r>
              <a:rPr lang="ko-KR" altLang="en-US">
                <a:latin typeface="맑은 고딕"/>
                <a:ea typeface="맑은 고딕"/>
              </a:rPr>
              <a:t> 패턴으로</a:t>
            </a:r>
            <a:r>
              <a:rPr lang="en-US" altLang="ko-KR">
                <a:latin typeface="맑은 고딕"/>
                <a:ea typeface="맑은 고딕"/>
              </a:rPr>
              <a:t> CommentDTO</a:t>
            </a:r>
            <a:r>
              <a:rPr lang="ko-KR" altLang="en-US">
                <a:latin typeface="맑은 고딕"/>
                <a:ea typeface="맑은 고딕"/>
              </a:rPr>
              <a:t> </a:t>
            </a:r>
            <a:r>
              <a:rPr lang="en-US" altLang="ko-KR">
                <a:latin typeface="맑은 고딕"/>
                <a:ea typeface="맑은 고딕"/>
              </a:rPr>
              <a:t>CommentEntity </a:t>
            </a:r>
            <a:r>
              <a:rPr lang="ko-KR" altLang="en-US">
                <a:latin typeface="맑은 고딕"/>
                <a:ea typeface="맑은 고딕"/>
              </a:rPr>
              <a:t>명시됨</a:t>
            </a:r>
            <a:endParaRPr lang="ko-KR" altLang="en-US">
              <a:latin typeface="맑은 고딕"/>
              <a:ea typeface="맑은 고딕"/>
            </a:endParaRPr>
          </a:p>
        </p:txBody>
      </p:sp>
      <p:pic>
        <p:nvPicPr>
          <p:cNvPr id="4" name=""/>
          <p:cNvPicPr>
            <a:picLocks noChangeAspect="1"/>
          </p:cNvPicPr>
          <p:nvPr/>
        </p:nvPicPr>
        <p:blipFill rotWithShape="1">
          <a:blip r:embed="rId2"/>
          <a:stretch>
            <a:fillRect/>
          </a:stretch>
        </p:blipFill>
        <p:spPr>
          <a:xfrm>
            <a:off x="339117" y="1093925"/>
            <a:ext cx="4324163" cy="3721274"/>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429867" y="618917"/>
            <a:ext cx="8391306" cy="572700"/>
          </a:xfrm>
        </p:spPr>
        <p:txBody>
          <a:bodyPr/>
          <a:lstStyle/>
          <a:p>
            <a:pPr algn="ctr">
              <a:defRPr/>
            </a:pPr>
            <a:r>
              <a:rPr lang="en-US" altLang="ko-KR">
                <a:latin typeface="맑은 고딕"/>
                <a:ea typeface="맑은 고딕"/>
              </a:rPr>
              <a:t>CommentRepository</a:t>
            </a:r>
            <a:br>
              <a:rPr lang="en-US" altLang="ko-KR"/>
            </a:br>
            <a:endParaRPr lang="en-US" altLang="ko-KR"/>
          </a:p>
        </p:txBody>
      </p:sp>
      <p:sp>
        <p:nvSpPr>
          <p:cNvPr id="3" name="Google Shape;44;p5"/>
          <p:cNvSpPr>
            <a:spLocks noGrp="1"/>
          </p:cNvSpPr>
          <p:nvPr>
            <p:ph type="subTitle" idx="1"/>
          </p:nvPr>
        </p:nvSpPr>
        <p:spPr>
          <a:xfrm>
            <a:off x="4739479" y="1340544"/>
            <a:ext cx="4176001" cy="3469350"/>
          </a:xfrm>
        </p:spPr>
        <p:txBody>
          <a:bodyPr/>
          <a:lstStyle/>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extends JpaRepository&lt;CommentEntity, Long&gt;</a:t>
            </a:r>
            <a:endPar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JpaRepository</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 상속</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   ㄴ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JPA</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에서 제공하는 기본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CRUD</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 기능을 포함</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1" i="0" u="none" strike="noStrike" kern="0" cap="none" spc="0" normalizeH="0" baseline="0" mc:Ignorable="hp" hp:hslEmbossed="0">
                <a:solidFill>
                  <a:srgbClr val="24282a"/>
                </a:solidFill>
                <a:latin typeface="맑은 고딕"/>
                <a:ea typeface="맑은 고딕"/>
              </a:rPr>
              <a:t>참고사항</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-findBy** : **</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을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entity</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에서 찾고 반환타입에 맞게 추출</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-deleteBy** : **</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을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entity</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에서 삭제 됐는지 확인 후 반환</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p:txBody>
      </p:sp>
      <p:pic>
        <p:nvPicPr>
          <p:cNvPr id="4" name=""/>
          <p:cNvPicPr>
            <a:picLocks noChangeAspect="1"/>
          </p:cNvPicPr>
          <p:nvPr/>
        </p:nvPicPr>
        <p:blipFill rotWithShape="1">
          <a:blip r:embed="rId2"/>
          <a:stretch>
            <a:fillRect/>
          </a:stretch>
        </p:blipFill>
        <p:spPr>
          <a:xfrm>
            <a:off x="429867" y="1340544"/>
            <a:ext cx="4309612" cy="1939474"/>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529500" y="521225"/>
            <a:ext cx="8309895" cy="572700"/>
          </a:xfrm>
        </p:spPr>
        <p:txBody>
          <a:bodyPr/>
          <a:lstStyle/>
          <a:p>
            <a:pPr algn="ctr">
              <a:defRPr/>
            </a:pPr>
            <a:r>
              <a:rPr lang="ko-KR" altLang="en-US">
                <a:latin typeface="맑은 고딕"/>
                <a:ea typeface="맑은 고딕"/>
              </a:rPr>
              <a:t>댓글 조회 </a:t>
            </a:r>
            <a:r>
              <a:rPr lang="en-US" altLang="ko-KR">
                <a:latin typeface="맑은 고딕"/>
                <a:ea typeface="맑은 고딕"/>
              </a:rPr>
              <a:t>API(Controller +Service)</a:t>
            </a:r>
            <a:br>
              <a:rPr lang="en-US" altLang="ko-KR">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4572000" y="1007568"/>
            <a:ext cx="3994544" cy="4050207"/>
          </a:xfrm>
        </p:spPr>
        <p:txBody>
          <a:bodyPr/>
          <a:lstStyle/>
          <a:p>
            <a:pPr algn="l">
              <a:defRPr/>
            </a:pPr>
            <a:endParaRPr lang="ko-KR" altLang="ko-KR" sz="900">
              <a:latin typeface="맑은 고딕"/>
              <a:ea typeface="맑은 고딕"/>
            </a:endParaRPr>
          </a:p>
          <a:p>
            <a:pPr algn="l">
              <a:defRPr/>
            </a:pPr>
            <a:r>
              <a:rPr lang="ko-KR" altLang="ko-KR" sz="900" b="1">
                <a:latin typeface="맑은 고딕"/>
                <a:ea typeface="맑은 고딕"/>
              </a:rPr>
              <a:t>controller 계층</a:t>
            </a:r>
            <a:endParaRPr lang="ko-KR" altLang="ko-KR" sz="900" b="1">
              <a:latin typeface="맑은 고딕"/>
              <a:ea typeface="맑은 고딕"/>
            </a:endParaRPr>
          </a:p>
          <a:p>
            <a:pPr algn="l">
              <a:defRPr/>
            </a:pPr>
            <a:r>
              <a:rPr lang="ko-KR" altLang="ko-KR" sz="900">
                <a:latin typeface="맑은 고딕"/>
                <a:ea typeface="맑은 고딕"/>
              </a:rPr>
              <a:t>- requset와 response 처리를 담당</a:t>
            </a:r>
            <a:endParaRPr lang="ko-KR" altLang="ko-KR" sz="900">
              <a:latin typeface="맑은 고딕"/>
              <a:ea typeface="맑은 고딕"/>
            </a:endParaRPr>
          </a:p>
          <a:p>
            <a:pPr algn="l">
              <a:defRPr/>
            </a:pPr>
            <a:r>
              <a:rPr lang="ko-KR" altLang="ko-KR" sz="900">
                <a:latin typeface="맑은 고딕"/>
                <a:ea typeface="맑은 고딕"/>
              </a:rPr>
              <a:t>- 조회 메서드</a:t>
            </a:r>
            <a:endParaRPr lang="ko-KR" altLang="ko-KR" sz="900">
              <a:latin typeface="맑은 고딕"/>
              <a:ea typeface="맑은 고딕"/>
            </a:endParaRPr>
          </a:p>
          <a:p>
            <a:pPr algn="l">
              <a:defRPr/>
            </a:pPr>
            <a:r>
              <a:rPr lang="ko-KR" altLang="ko-KR" sz="900">
                <a:latin typeface="맑은 고딕"/>
                <a:ea typeface="맑은 고딕"/>
              </a:rPr>
              <a:t> ㄴ 전체 </a:t>
            </a:r>
            <a:r>
              <a:rPr lang="ko-KR" altLang="en-US" sz="900">
                <a:latin typeface="맑은 고딕"/>
                <a:ea typeface="맑은 고딕"/>
              </a:rPr>
              <a:t>댓글 </a:t>
            </a:r>
            <a:r>
              <a:rPr lang="ko-KR" altLang="ko-KR" sz="900">
                <a:latin typeface="맑은 고딕"/>
                <a:ea typeface="맑은 고딕"/>
              </a:rPr>
              <a:t>조회 (@GetMapping 사용)</a:t>
            </a:r>
            <a:endParaRPr lang="ko-KR" altLang="ko-KR" sz="900">
              <a:latin typeface="맑은 고딕"/>
              <a:ea typeface="맑은 고딕"/>
            </a:endParaRPr>
          </a:p>
          <a:p>
            <a:pPr algn="l">
              <a:defRPr/>
            </a:pPr>
            <a:r>
              <a:rPr lang="ko-KR" altLang="ko-KR" sz="900">
                <a:latin typeface="맑은 고딕"/>
                <a:ea typeface="맑은 고딕"/>
              </a:rPr>
              <a:t> </a:t>
            </a:r>
            <a:endParaRPr lang="ko-KR" altLang="ko-KR" sz="900">
              <a:latin typeface="맑은 고딕"/>
              <a:ea typeface="맑은 고딕"/>
            </a:endParaRPr>
          </a:p>
          <a:p>
            <a:pPr algn="l">
              <a:defRPr/>
            </a:pPr>
            <a:r>
              <a:rPr lang="en-US" altLang="ko-KR" sz="900" b="1">
                <a:latin typeface="맑은 고딕"/>
                <a:ea typeface="맑은 고딕"/>
              </a:rPr>
              <a:t>service</a:t>
            </a:r>
            <a:r>
              <a:rPr lang="ko-KR" altLang="en-US" sz="900" b="1">
                <a:latin typeface="맑은 고딕"/>
                <a:ea typeface="맑은 고딕"/>
              </a:rPr>
              <a:t> 계층</a:t>
            </a:r>
            <a:endParaRPr lang="ko-KR" altLang="en-US" sz="900">
              <a:latin typeface="맑은 고딕"/>
              <a:ea typeface="맑은 고딕"/>
            </a:endParaRPr>
          </a:p>
          <a:p>
            <a:pPr algn="l">
              <a:defRPr/>
            </a:pPr>
            <a:r>
              <a:rPr lang="en-US" altLang="ko-KR" sz="900">
                <a:latin typeface="맑은 고딕"/>
                <a:ea typeface="맑은 고딕"/>
              </a:rPr>
              <a:t>- DB </a:t>
            </a:r>
            <a:r>
              <a:rPr lang="ko-KR" altLang="en-US" sz="900">
                <a:latin typeface="맑은 고딕"/>
                <a:ea typeface="맑은 고딕"/>
              </a:rPr>
              <a:t>접근 및 변환 로직 처리</a:t>
            </a:r>
            <a:endParaRPr lang="ko-KR" altLang="en-US" sz="900">
              <a:latin typeface="맑은 고딕"/>
              <a:ea typeface="맑은 고딕"/>
            </a:endParaRPr>
          </a:p>
          <a:p>
            <a:pPr algn="l">
              <a:defRPr/>
            </a:pPr>
            <a:r>
              <a:rPr lang="ko-KR" altLang="en-US" sz="900">
                <a:latin typeface="맑은 고딕"/>
                <a:ea typeface="맑은 고딕"/>
              </a:rPr>
              <a:t>조회 메서드</a:t>
            </a:r>
            <a:endParaRPr lang="ko-KR" altLang="en-US" sz="900">
              <a:latin typeface="맑은 고딕"/>
              <a:ea typeface="맑은 고딕"/>
            </a:endParaRPr>
          </a:p>
          <a:p>
            <a:pPr algn="l">
              <a:defRPr/>
            </a:pPr>
            <a:r>
              <a:rPr lang="en-US" altLang="ko-KR" sz="900">
                <a:latin typeface="맑은 고딕"/>
                <a:ea typeface="맑은 고딕"/>
              </a:rPr>
              <a:t>-</a:t>
            </a:r>
            <a:r>
              <a:rPr lang="ko-KR" altLang="en-US" sz="900">
                <a:latin typeface="맑은 고딕"/>
                <a:ea typeface="맑은 고딕"/>
              </a:rPr>
              <a:t> 전체 댓글 기능</a:t>
            </a:r>
            <a:endParaRPr lang="ko-KR" altLang="en-US" sz="900">
              <a:latin typeface="맑은 고딕"/>
              <a:ea typeface="맑은 고딕"/>
            </a:endParaRPr>
          </a:p>
          <a:p>
            <a:pPr algn="l">
              <a:defRPr/>
            </a:pPr>
            <a:endParaRPr lang="ko-KR" altLang="en-US" sz="900">
              <a:latin typeface="맑은 고딕"/>
              <a:ea typeface="맑은 고딕"/>
            </a:endParaRPr>
          </a:p>
          <a:p>
            <a:pPr algn="l">
              <a:defRPr/>
            </a:pPr>
            <a:r>
              <a:rPr lang="ko-KR" altLang="en-US" sz="900" b="1">
                <a:latin typeface="맑은 고딕"/>
                <a:ea typeface="맑은 고딕"/>
              </a:rPr>
              <a:t>참고사항</a:t>
            </a:r>
            <a:endParaRPr lang="ko-KR" altLang="en-US" sz="900">
              <a:latin typeface="맑은 고딕"/>
              <a:ea typeface="맑은 고딕"/>
            </a:endParaRPr>
          </a:p>
          <a:p>
            <a:pPr algn="l">
              <a:defRPr/>
            </a:pPr>
            <a:r>
              <a:rPr lang="ko-KR" altLang="en-US" sz="900">
                <a:latin typeface="맑은 고딕"/>
                <a:ea typeface="맑은 고딕"/>
              </a:rPr>
              <a:t>@PathVariable</a:t>
            </a:r>
            <a:endParaRPr lang="ko-KR" altLang="en-US" sz="900">
              <a:latin typeface="맑은 고딕"/>
              <a:ea typeface="맑은 고딕"/>
            </a:endParaRPr>
          </a:p>
          <a:p>
            <a:pPr algn="l">
              <a:defRPr/>
            </a:pPr>
            <a:r>
              <a:rPr lang="ko-KR" altLang="en-US" sz="900">
                <a:latin typeface="맑은 고딕"/>
                <a:ea typeface="맑은 고딕"/>
              </a:rPr>
              <a:t>URL 경로의 변수 값을 메서드의 매개변수로 </a:t>
            </a:r>
            <a:endParaRPr lang="ko-KR" altLang="en-US" sz="900">
              <a:latin typeface="맑은 고딕"/>
              <a:ea typeface="맑은 고딕"/>
            </a:endParaRPr>
          </a:p>
          <a:p>
            <a:pPr algn="l">
              <a:defRPr/>
            </a:pPr>
            <a:r>
              <a:rPr lang="ko-KR" altLang="en-US" sz="900">
                <a:latin typeface="맑은 고딕"/>
                <a:ea typeface="맑은 고딕"/>
              </a:rPr>
              <a:t>바인딩하기 위해 사용</a:t>
            </a:r>
            <a:endParaRPr lang="ko-KR" altLang="en-US" sz="900">
              <a:latin typeface="맑은 고딕"/>
              <a:ea typeface="맑은 고딕"/>
            </a:endParaRPr>
          </a:p>
          <a:p>
            <a:pPr algn="l">
              <a:defRPr/>
            </a:pPr>
            <a:endParaRPr lang="ko-KR" altLang="en-US" sz="900">
              <a:latin typeface="맑은 고딕"/>
              <a:ea typeface="맑은 고딕"/>
            </a:endParaRPr>
          </a:p>
          <a:p>
            <a:pPr algn="l">
              <a:defRPr/>
            </a:pPr>
            <a:r>
              <a:rPr lang="en-US" altLang="ko-KR" sz="900">
                <a:latin typeface="맑은 고딕"/>
                <a:ea typeface="맑은 고딕"/>
              </a:rPr>
              <a:t>stream() :</a:t>
            </a:r>
            <a:r>
              <a:rPr lang="ko-KR" altLang="en-US" sz="900">
                <a:latin typeface="맑은 고딕"/>
                <a:ea typeface="맑은 고딕"/>
              </a:rPr>
              <a:t> 스트림으로 변환</a:t>
            </a:r>
            <a:endParaRPr lang="ko-KR" altLang="en-US" sz="900">
              <a:latin typeface="맑은 고딕"/>
              <a:ea typeface="맑은 고딕"/>
            </a:endParaRPr>
          </a:p>
          <a:p>
            <a:pPr algn="l">
              <a:defRPr/>
            </a:pPr>
            <a:r>
              <a:rPr lang="ko-KR" altLang="en-US" sz="900">
                <a:latin typeface="맑은 고딕"/>
                <a:ea typeface="맑은 고딕"/>
              </a:rPr>
              <a:t>   ㄴ 리스트의 각 요소를 하나씩 처리 할 수 있다</a:t>
            </a:r>
            <a:r>
              <a:rPr lang="en-US" altLang="ko-KR" sz="900">
                <a:latin typeface="맑은 고딕"/>
                <a:ea typeface="맑은 고딕"/>
              </a:rPr>
              <a:t>.</a:t>
            </a:r>
            <a:endParaRPr lang="en-US" altLang="ko-KR" sz="900">
              <a:latin typeface="맑은 고딕"/>
              <a:ea typeface="맑은 고딕"/>
            </a:endParaRPr>
          </a:p>
          <a:p>
            <a:pPr algn="l">
              <a:defRPr/>
            </a:pPr>
            <a:endParaRPr lang="en-US" altLang="ko-KR" sz="900">
              <a:latin typeface="맑은 고딕"/>
              <a:ea typeface="맑은 고딕"/>
            </a:endParaRPr>
          </a:p>
          <a:p>
            <a:pPr algn="l">
              <a:defRPr/>
            </a:pPr>
            <a:r>
              <a:rPr lang="en-US" altLang="ko-KR" sz="900">
                <a:latin typeface="맑은 고딕"/>
                <a:ea typeface="맑은 고딕"/>
              </a:rPr>
              <a:t>map(CommentDTO ::new) </a:t>
            </a:r>
            <a:endParaRPr lang="en-US" altLang="ko-KR" sz="900">
              <a:latin typeface="맑은 고딕"/>
              <a:ea typeface="맑은 고딕"/>
            </a:endParaRPr>
          </a:p>
          <a:p>
            <a:pPr algn="l">
              <a:defRPr/>
            </a:pPr>
            <a:r>
              <a:rPr lang="en-US" altLang="ko-KR" sz="900">
                <a:latin typeface="맑은 고딕"/>
                <a:ea typeface="맑은 고딕"/>
              </a:rPr>
              <a:t>-</a:t>
            </a:r>
            <a:r>
              <a:rPr lang="ko-KR" altLang="en-US" sz="900">
                <a:latin typeface="맑은 고딕"/>
                <a:ea typeface="맑은 고딕"/>
              </a:rPr>
              <a:t> 스트림의</a:t>
            </a:r>
            <a:r>
              <a:rPr lang="en-US" altLang="ko-KR" sz="900">
                <a:latin typeface="맑은 고딕"/>
                <a:ea typeface="맑은 고딕"/>
              </a:rPr>
              <a:t> </a:t>
            </a:r>
            <a:r>
              <a:rPr lang="ko-KR" altLang="en-US" sz="900">
                <a:latin typeface="맑은 고딕"/>
                <a:ea typeface="맑은 고딕"/>
              </a:rPr>
              <a:t>각 요소를 </a:t>
            </a:r>
            <a:r>
              <a:rPr lang="en-US" altLang="ko-KR" sz="900">
                <a:latin typeface="맑은 고딕"/>
                <a:ea typeface="맑은 고딕"/>
              </a:rPr>
              <a:t>CommentDTO</a:t>
            </a:r>
            <a:r>
              <a:rPr lang="ko-KR" altLang="en-US" sz="900">
                <a:latin typeface="맑은 고딕"/>
                <a:ea typeface="맑은 고딕"/>
              </a:rPr>
              <a:t>의 생성자를 호출하여 새 객체로 변환</a:t>
            </a:r>
            <a:endParaRPr lang="ko-KR" altLang="en-US" sz="900">
              <a:latin typeface="맑은 고딕"/>
              <a:ea typeface="맑은 고딕"/>
            </a:endParaRPr>
          </a:p>
          <a:p>
            <a:pPr algn="l">
              <a:defRPr/>
            </a:pPr>
            <a:endParaRPr lang="ko-KR" altLang="en-US" sz="900">
              <a:latin typeface="맑은 고딕"/>
              <a:ea typeface="맑은 고딕"/>
            </a:endParaRPr>
          </a:p>
          <a:p>
            <a:pPr algn="l">
              <a:defRPr/>
            </a:pPr>
            <a:r>
              <a:rPr lang="en-US" altLang="ko-KR" sz="900">
                <a:latin typeface="맑은 고딕"/>
                <a:ea typeface="맑은 고딕"/>
              </a:rPr>
              <a:t>.collect(Collectors.toList())</a:t>
            </a:r>
            <a:endParaRPr lang="en-US" altLang="ko-KR" sz="900">
              <a:latin typeface="맑은 고딕"/>
              <a:ea typeface="맑은 고딕"/>
            </a:endParaRPr>
          </a:p>
          <a:p>
            <a:pPr algn="l">
              <a:defRPr/>
            </a:pPr>
            <a:r>
              <a:rPr lang="en-US" altLang="ko-KR" sz="900">
                <a:latin typeface="맑은 고딕"/>
                <a:ea typeface="맑은 고딕"/>
              </a:rPr>
              <a:t>-</a:t>
            </a:r>
            <a:r>
              <a:rPr lang="ko-KR" altLang="en-US" sz="900">
                <a:latin typeface="맑은 고딕"/>
                <a:ea typeface="맑은 고딕"/>
              </a:rPr>
              <a:t>변환된 스트림 결과를 리스트로 수집</a:t>
            </a:r>
            <a:endParaRPr lang="ko-KR" altLang="en-US" sz="900">
              <a:latin typeface="맑은 고딕"/>
              <a:ea typeface="맑은 고딕"/>
            </a:endParaRPr>
          </a:p>
          <a:p>
            <a:pPr algn="l">
              <a:defRPr/>
            </a:pPr>
            <a:r>
              <a:rPr lang="en-US" altLang="ko-KR" sz="900">
                <a:latin typeface="맑은 고딕"/>
                <a:ea typeface="맑은 고딕"/>
              </a:rPr>
              <a:t>-</a:t>
            </a:r>
            <a:r>
              <a:rPr lang="ko-KR" altLang="en-US" sz="900">
                <a:latin typeface="맑은 고딕"/>
                <a:ea typeface="맑은 고딕"/>
              </a:rPr>
              <a:t> 최종적으로 </a:t>
            </a:r>
            <a:r>
              <a:rPr lang="en-US" altLang="ko-KR" sz="900">
                <a:latin typeface="맑은 고딕"/>
                <a:ea typeface="맑은 고딕"/>
              </a:rPr>
              <a:t>List&lt;CommentDTO&gt;</a:t>
            </a:r>
            <a:r>
              <a:rPr lang="ko-KR" altLang="en-US" sz="900">
                <a:latin typeface="맑은 고딕"/>
                <a:ea typeface="맑은 고딕"/>
              </a:rPr>
              <a:t>를 반환</a:t>
            </a:r>
            <a:endParaRPr lang="ko-KR" altLang="en-US" sz="900">
              <a:latin typeface="맑은 고딕"/>
              <a:ea typeface="맑은 고딕"/>
            </a:endParaRPr>
          </a:p>
        </p:txBody>
      </p:sp>
      <p:pic>
        <p:nvPicPr>
          <p:cNvPr id="4" name=""/>
          <p:cNvPicPr>
            <a:picLocks noChangeAspect="1"/>
          </p:cNvPicPr>
          <p:nvPr/>
        </p:nvPicPr>
        <p:blipFill rotWithShape="1">
          <a:blip r:embed="rId2"/>
          <a:stretch>
            <a:fillRect/>
          </a:stretch>
        </p:blipFill>
        <p:spPr>
          <a:xfrm>
            <a:off x="549038" y="1193615"/>
            <a:ext cx="4022961" cy="1378134"/>
          </a:xfrm>
          <a:prstGeom prst="rect">
            <a:avLst/>
          </a:prstGeom>
        </p:spPr>
      </p:pic>
      <p:pic>
        <p:nvPicPr>
          <p:cNvPr id="5" name=""/>
          <p:cNvPicPr>
            <a:picLocks noChangeAspect="1"/>
          </p:cNvPicPr>
          <p:nvPr/>
        </p:nvPicPr>
        <p:blipFill rotWithShape="1">
          <a:blip r:embed="rId3"/>
          <a:stretch>
            <a:fillRect/>
          </a:stretch>
        </p:blipFill>
        <p:spPr>
          <a:xfrm>
            <a:off x="549038" y="2571750"/>
            <a:ext cx="4022961" cy="1233857"/>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500925" y="521225"/>
            <a:ext cx="8326177" cy="572700"/>
          </a:xfrm>
        </p:spPr>
        <p:txBody>
          <a:bodyPr/>
          <a:lstStyle/>
          <a:p>
            <a:pPr algn="ctr">
              <a:defRPr/>
            </a:pPr>
            <a:r>
              <a:rPr lang="ko-KR" altLang="en-US">
                <a:latin typeface="맑은 고딕"/>
                <a:ea typeface="맑은 고딕"/>
              </a:rPr>
              <a:t>댓글 추가 </a:t>
            </a:r>
            <a:r>
              <a:rPr lang="en-US" altLang="ko-KR">
                <a:latin typeface="맑은 고딕"/>
                <a:ea typeface="맑은 고딕"/>
              </a:rPr>
              <a:t>API(service + controller)</a:t>
            </a:r>
            <a:br>
              <a:rPr lang="en-US" altLang="ko-KR">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4572000" y="1258199"/>
            <a:ext cx="4364975" cy="3502849"/>
          </a:xfrm>
        </p:spPr>
        <p:txBody>
          <a:bodyPr/>
          <a:lstStyle/>
          <a:p>
            <a:pPr algn="l">
              <a:defRPr/>
            </a:pPr>
            <a:r>
              <a:rPr lang="ko-KR" altLang="ko-KR" b="1">
                <a:latin typeface="맑은 고딕"/>
                <a:ea typeface="맑은 고딕"/>
              </a:rPr>
              <a:t>controller 계층</a:t>
            </a:r>
            <a:endParaRPr lang="ko-KR" altLang="ko-KR" b="1">
              <a:latin typeface="맑은 고딕"/>
              <a:ea typeface="맑은 고딕"/>
            </a:endParaRPr>
          </a:p>
          <a:p>
            <a:pPr algn="l">
              <a:defRPr/>
            </a:pPr>
            <a:r>
              <a:rPr lang="ko-KR" altLang="ko-KR">
                <a:latin typeface="맑은 고딕"/>
                <a:ea typeface="맑은 고딕"/>
              </a:rPr>
              <a:t>- requset와 response 처리를 담당</a:t>
            </a:r>
            <a:endParaRPr lang="ko-KR" altLang="ko-KR">
              <a:latin typeface="맑은 고딕"/>
              <a:ea typeface="맑은 고딕"/>
            </a:endParaRPr>
          </a:p>
          <a:p>
            <a:pPr algn="l">
              <a:defRPr/>
            </a:pPr>
            <a:r>
              <a:rPr lang="ko-KR" altLang="ko-KR">
                <a:latin typeface="맑은 고딕"/>
                <a:ea typeface="맑은 고딕"/>
              </a:rPr>
              <a:t>- </a:t>
            </a:r>
            <a:r>
              <a:rPr lang="ko-KR" altLang="en-US">
                <a:latin typeface="맑은 고딕"/>
                <a:ea typeface="맑은 고딕"/>
              </a:rPr>
              <a:t>댓글 추가 </a:t>
            </a:r>
            <a:r>
              <a:rPr lang="ko-KR" altLang="ko-KR">
                <a:latin typeface="맑은 고딕"/>
                <a:ea typeface="맑은 고딕"/>
              </a:rPr>
              <a:t>메서드(@</a:t>
            </a:r>
            <a:r>
              <a:rPr lang="en-US" altLang="ko-KR">
                <a:latin typeface="맑은 고딕"/>
                <a:ea typeface="맑은 고딕"/>
              </a:rPr>
              <a:t>PostMapping</a:t>
            </a:r>
            <a:r>
              <a:rPr lang="ko-KR" altLang="ko-KR">
                <a:latin typeface="맑은 고딕"/>
                <a:ea typeface="맑은 고딕"/>
              </a:rPr>
              <a:t>사용</a:t>
            </a:r>
            <a:r>
              <a:rPr lang="en-US" altLang="ko-KR">
                <a:latin typeface="맑은 고딕"/>
                <a:ea typeface="맑은 고딕"/>
              </a:rPr>
              <a:t>)</a:t>
            </a:r>
            <a:endParaRPr lang="en-US" altLang="ko-KR">
              <a:latin typeface="맑은 고딕"/>
              <a:ea typeface="맑은 고딕"/>
            </a:endParaRPr>
          </a:p>
          <a:p>
            <a:pPr algn="l">
              <a:defRPr/>
            </a:pPr>
            <a:endParaRPr lang="en-US" altLang="ko-KR">
              <a:latin typeface="맑은 고딕"/>
              <a:ea typeface="맑은 고딕"/>
            </a:endParaRPr>
          </a:p>
          <a:p>
            <a:pPr algn="l">
              <a:defRPr/>
            </a:pPr>
            <a:r>
              <a:rPr lang="en-US" altLang="ko-KR" b="1">
                <a:latin typeface="맑은 고딕"/>
                <a:ea typeface="맑은 고딕"/>
              </a:rPr>
              <a:t>service</a:t>
            </a:r>
            <a:r>
              <a:rPr lang="ko-KR" altLang="en-US" b="1">
                <a:latin typeface="맑은 고딕"/>
                <a:ea typeface="맑은 고딕"/>
              </a:rPr>
              <a:t> 계층</a:t>
            </a:r>
            <a:endParaRPr lang="ko-KR" altLang="en-US">
              <a:latin typeface="맑은 고딕"/>
              <a:ea typeface="맑은 고딕"/>
            </a:endParaRPr>
          </a:p>
          <a:p>
            <a:pPr algn="l">
              <a:defRPr/>
            </a:pPr>
            <a:r>
              <a:rPr lang="en-US" altLang="ko-KR">
                <a:latin typeface="맑은 고딕"/>
                <a:ea typeface="맑은 고딕"/>
              </a:rPr>
              <a:t>- dto</a:t>
            </a:r>
            <a:r>
              <a:rPr lang="ko-KR" altLang="en-US">
                <a:latin typeface="맑은 고딕"/>
                <a:ea typeface="맑은 고딕"/>
              </a:rPr>
              <a:t> 명시</a:t>
            </a:r>
            <a:endParaRPr lang="ko-KR" altLang="en-US">
              <a:latin typeface="맑은 고딕"/>
              <a:ea typeface="맑은 고딕"/>
            </a:endParaRPr>
          </a:p>
          <a:p>
            <a:pPr algn="l">
              <a:defRPr/>
            </a:pPr>
            <a:r>
              <a:rPr lang="en-US" altLang="ko-KR">
                <a:latin typeface="맑은 고딕"/>
                <a:ea typeface="맑은 고딕"/>
              </a:rPr>
              <a:t>- repository</a:t>
            </a:r>
            <a:r>
              <a:rPr lang="ko-KR" altLang="en-US">
                <a:latin typeface="맑은 고딕"/>
                <a:ea typeface="맑은 고딕"/>
              </a:rPr>
              <a:t>에서 확인 후 로직 처리</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toEntity</a:t>
            </a:r>
            <a:r>
              <a:rPr lang="ko-KR" altLang="en-US">
                <a:latin typeface="맑은 고딕"/>
                <a:ea typeface="맑은 고딕"/>
              </a:rPr>
              <a:t>로 변환 후 </a:t>
            </a:r>
            <a:r>
              <a:rPr lang="en-US" altLang="ko-KR">
                <a:latin typeface="맑은 고딕"/>
                <a:ea typeface="맑은 고딕"/>
              </a:rPr>
              <a:t>repository</a:t>
            </a:r>
            <a:r>
              <a:rPr lang="ko-KR" altLang="en-US">
                <a:latin typeface="맑은 고딕"/>
                <a:ea typeface="맑은 고딕"/>
              </a:rPr>
              <a:t>에 댓글 저장</a:t>
            </a:r>
            <a:endParaRPr lang="ko-KR" altLang="en-US">
              <a:latin typeface="맑은 고딕"/>
              <a:ea typeface="맑은 고딕"/>
            </a:endParaRPr>
          </a:p>
          <a:p>
            <a:pPr algn="l">
              <a:defRPr/>
            </a:pPr>
            <a:endParaRPr lang="ko-KR" altLang="en-US">
              <a:latin typeface="맑은 고딕"/>
              <a:ea typeface="맑은 고딕"/>
            </a:endParaRPr>
          </a:p>
          <a:p>
            <a:pPr algn="l">
              <a:defRPr/>
            </a:pPr>
            <a:r>
              <a:rPr lang="ko-KR" altLang="en-US" b="1">
                <a:latin typeface="맑은 고딕"/>
                <a:ea typeface="맑은 고딕"/>
              </a:rPr>
              <a:t>참고사항</a:t>
            </a:r>
            <a:endParaRPr lang="ko-KR" altLang="en-US">
              <a:latin typeface="맑은 고딕"/>
              <a:ea typeface="맑은 고딕"/>
            </a:endParaRPr>
          </a:p>
          <a:p>
            <a:pPr algn="l">
              <a:defRPr/>
            </a:pPr>
            <a:r>
              <a:rPr lang="en-US" altLang="ko-KR">
                <a:latin typeface="맑은 고딕"/>
                <a:ea typeface="맑은 고딕"/>
              </a:rPr>
              <a:t>@RequestBody :</a:t>
            </a:r>
            <a:endParaRPr lang="en-US" altLang="ko-KR">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HTTP</a:t>
            </a:r>
            <a:r>
              <a:rPr lang="ko-KR" altLang="en-US">
                <a:latin typeface="맑은 고딕"/>
                <a:ea typeface="맑은 고딕"/>
              </a:rPr>
              <a:t> 요청의 </a:t>
            </a:r>
            <a:r>
              <a:rPr lang="en-US" altLang="ko-KR">
                <a:latin typeface="맑은 고딕"/>
                <a:ea typeface="맑은 고딕"/>
              </a:rPr>
              <a:t>body</a:t>
            </a:r>
            <a:r>
              <a:rPr lang="ko-KR" altLang="en-US">
                <a:latin typeface="맑은 고딕"/>
                <a:ea typeface="맑은 고딕"/>
              </a:rPr>
              <a:t>에 있는 데이터를 자바 객체로 변환</a:t>
            </a:r>
            <a:endParaRPr lang="ko-KR" altLang="en-US">
              <a:latin typeface="맑은 고딕"/>
              <a:ea typeface="맑은 고딕"/>
            </a:endParaRPr>
          </a:p>
        </p:txBody>
      </p:sp>
      <p:pic>
        <p:nvPicPr>
          <p:cNvPr id="4" name=""/>
          <p:cNvPicPr>
            <a:picLocks noChangeAspect="1"/>
          </p:cNvPicPr>
          <p:nvPr/>
        </p:nvPicPr>
        <p:blipFill rotWithShape="1">
          <a:blip r:embed="rId2"/>
          <a:stretch>
            <a:fillRect/>
          </a:stretch>
        </p:blipFill>
        <p:spPr>
          <a:xfrm>
            <a:off x="345610" y="1258199"/>
            <a:ext cx="4226389" cy="937563"/>
          </a:xfrm>
          <a:prstGeom prst="rect">
            <a:avLst/>
          </a:prstGeom>
        </p:spPr>
      </p:pic>
      <p:pic>
        <p:nvPicPr>
          <p:cNvPr id="5" name=""/>
          <p:cNvPicPr>
            <a:picLocks noChangeAspect="1"/>
          </p:cNvPicPr>
          <p:nvPr/>
        </p:nvPicPr>
        <p:blipFill rotWithShape="1">
          <a:blip r:embed="rId3"/>
          <a:stretch>
            <a:fillRect/>
          </a:stretch>
        </p:blipFill>
        <p:spPr>
          <a:xfrm>
            <a:off x="345610" y="2129087"/>
            <a:ext cx="4226390" cy="2647222"/>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449390" y="602635"/>
            <a:ext cx="8383164" cy="572700"/>
          </a:xfrm>
        </p:spPr>
        <p:txBody>
          <a:bodyPr/>
          <a:lstStyle/>
          <a:p>
            <a:pPr algn="ctr">
              <a:defRPr/>
            </a:pPr>
            <a:r>
              <a:rPr lang="ko-KR" altLang="en-US">
                <a:latin typeface="맑은 고딕"/>
                <a:ea typeface="맑은 고딕"/>
              </a:rPr>
              <a:t>댓글 수정</a:t>
            </a:r>
            <a:r>
              <a:rPr lang="en-US" altLang="ko-KR">
                <a:latin typeface="맑은 고딕"/>
                <a:ea typeface="맑은 고딕"/>
              </a:rPr>
              <a:t> API(service + controller)</a:t>
            </a:r>
            <a:br>
              <a:rPr lang="en-US" altLang="ko-KR">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4572000" y="1384925"/>
            <a:ext cx="4364975" cy="3376124"/>
          </a:xfrm>
        </p:spPr>
        <p:txBody>
          <a:bodyPr/>
          <a:lstStyle/>
          <a:p>
            <a:pPr algn="l">
              <a:defRPr/>
            </a:pPr>
            <a:r>
              <a:rPr lang="ko-KR" altLang="ko-KR" b="1">
                <a:latin typeface="맑은 고딕"/>
                <a:ea typeface="맑은 고딕"/>
              </a:rPr>
              <a:t>controller 계층</a:t>
            </a:r>
            <a:endParaRPr lang="ko-KR" altLang="ko-KR" b="1">
              <a:latin typeface="맑은 고딕"/>
              <a:ea typeface="맑은 고딕"/>
            </a:endParaRPr>
          </a:p>
          <a:p>
            <a:pPr algn="l">
              <a:defRPr/>
            </a:pPr>
            <a:r>
              <a:rPr lang="ko-KR" altLang="ko-KR">
                <a:latin typeface="맑은 고딕"/>
                <a:ea typeface="맑은 고딕"/>
              </a:rPr>
              <a:t>- requset와 response 처리를 담당</a:t>
            </a:r>
            <a:endParaRPr lang="ko-KR" altLang="ko-KR">
              <a:latin typeface="맑은 고딕"/>
              <a:ea typeface="맑은 고딕"/>
            </a:endParaRPr>
          </a:p>
          <a:p>
            <a:pPr algn="l">
              <a:defRPr/>
            </a:pPr>
            <a:r>
              <a:rPr lang="ko-KR" altLang="ko-KR">
                <a:latin typeface="맑은 고딕"/>
                <a:ea typeface="맑은 고딕"/>
              </a:rPr>
              <a:t>- </a:t>
            </a:r>
            <a:r>
              <a:rPr lang="ko-KR" altLang="en-US">
                <a:latin typeface="맑은 고딕"/>
                <a:ea typeface="맑은 고딕"/>
              </a:rPr>
              <a:t>수정 메서드</a:t>
            </a:r>
            <a:endParaRPr lang="ko-KR" altLang="en-US">
              <a:latin typeface="맑은 고딕"/>
              <a:ea typeface="맑은 고딕"/>
            </a:endParaRPr>
          </a:p>
          <a:p>
            <a:pPr algn="l">
              <a:defRPr/>
            </a:pPr>
            <a:r>
              <a:rPr lang="ko-KR" altLang="en-US">
                <a:latin typeface="맑은 고딕"/>
                <a:ea typeface="맑은 고딕"/>
              </a:rPr>
              <a:t>   ㄴ </a:t>
            </a:r>
            <a:r>
              <a:rPr lang="en-US" altLang="ko-KR">
                <a:latin typeface="맑은 고딕"/>
                <a:ea typeface="맑은 고딕"/>
              </a:rPr>
              <a:t>comId</a:t>
            </a:r>
            <a:r>
              <a:rPr lang="ko-KR" altLang="en-US">
                <a:latin typeface="맑은 고딕"/>
                <a:ea typeface="맑은 고딕"/>
              </a:rPr>
              <a:t>로 매개변수로 받고 </a:t>
            </a:r>
            <a:r>
              <a:rPr lang="en-US" altLang="ko-KR">
                <a:latin typeface="맑은 고딕"/>
                <a:ea typeface="맑은 고딕"/>
              </a:rPr>
              <a:t>body</a:t>
            </a:r>
            <a:r>
              <a:rPr lang="ko-KR" altLang="en-US">
                <a:latin typeface="맑은 고딕"/>
                <a:ea typeface="맑은 고딕"/>
              </a:rPr>
              <a:t>에 있는 데이터를 </a:t>
            </a:r>
            <a:r>
              <a:rPr lang="en-US" altLang="ko-KR">
                <a:latin typeface="맑은 고딕"/>
                <a:ea typeface="맑은 고딕"/>
              </a:rPr>
              <a:t>dto</a:t>
            </a:r>
            <a:r>
              <a:rPr lang="ko-KR" altLang="en-US">
                <a:latin typeface="맑은 고딕"/>
                <a:ea typeface="맑은 고딕"/>
              </a:rPr>
              <a:t>로 받아옴</a:t>
            </a:r>
            <a:r>
              <a:rPr lang="en-US" altLang="ko-KR">
                <a:latin typeface="맑은 고딕"/>
                <a:ea typeface="맑은 고딕"/>
              </a:rPr>
              <a:t>(@PostMaing</a:t>
            </a:r>
            <a:r>
              <a:rPr lang="ko-KR" altLang="en-US">
                <a:latin typeface="맑은 고딕"/>
                <a:ea typeface="맑은 고딕"/>
              </a:rPr>
              <a:t> 사용</a:t>
            </a:r>
            <a:r>
              <a:rPr lang="en-US" altLang="ko-KR">
                <a:latin typeface="맑은 고딕"/>
                <a:ea typeface="맑은 고딕"/>
              </a:rPr>
              <a:t>)</a:t>
            </a:r>
            <a:endParaRPr lang="en-US" altLang="ko-KR">
              <a:latin typeface="맑은 고딕"/>
              <a:ea typeface="맑은 고딕"/>
            </a:endParaRPr>
          </a:p>
          <a:p>
            <a:pPr algn="l">
              <a:defRPr/>
            </a:pPr>
            <a:endParaRPr lang="ko-KR" altLang="ko-KR">
              <a:latin typeface="맑은 고딕"/>
              <a:ea typeface="맑은 고딕"/>
            </a:endParaRPr>
          </a:p>
          <a:p>
            <a:pPr algn="l">
              <a:defRPr/>
            </a:pPr>
            <a:r>
              <a:rPr lang="en-US" altLang="ko-KR" b="1">
                <a:latin typeface="맑은 고딕"/>
                <a:ea typeface="맑은 고딕"/>
              </a:rPr>
              <a:t>service</a:t>
            </a:r>
            <a:r>
              <a:rPr lang="ko-KR" altLang="en-US" b="1">
                <a:latin typeface="맑은 고딕"/>
                <a:ea typeface="맑은 고딕"/>
              </a:rPr>
              <a:t> 계층</a:t>
            </a:r>
            <a:endParaRPr lang="ko-KR" altLang="en-US">
              <a:latin typeface="맑은 고딕"/>
              <a:ea typeface="맑은 고딕"/>
            </a:endParaRPr>
          </a:p>
          <a:p>
            <a:pPr algn="l">
              <a:defRPr/>
            </a:pPr>
            <a:r>
              <a:rPr lang="en-US" altLang="ko-KR">
                <a:latin typeface="맑은 고딕"/>
                <a:ea typeface="맑은 고딕"/>
              </a:rPr>
              <a:t>- DB </a:t>
            </a:r>
            <a:r>
              <a:rPr lang="ko-KR" altLang="en-US">
                <a:latin typeface="맑은 고딕"/>
                <a:ea typeface="맑은 고딕"/>
              </a:rPr>
              <a:t>접근 및 변환 로직 처리</a:t>
            </a:r>
            <a:endParaRPr lang="ko-KR" altLang="en-US">
              <a:latin typeface="맑은 고딕"/>
              <a:ea typeface="맑은 고딕"/>
            </a:endParaRPr>
          </a:p>
          <a:p>
            <a:pPr algn="l">
              <a:defRPr/>
            </a:pPr>
            <a:r>
              <a:rPr lang="ko-KR" altLang="en-US">
                <a:latin typeface="맑은 고딕"/>
                <a:ea typeface="맑은 고딕"/>
              </a:rPr>
              <a:t>수정메서드</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댓글 조회 후 문제가 없다면 댓글 수정 및 시간 업데이트</a:t>
            </a:r>
            <a:endParaRPr lang="ko-KR" altLang="en-US">
              <a:latin typeface="맑은 고딕"/>
              <a:ea typeface="맑은 고딕"/>
            </a:endParaRPr>
          </a:p>
          <a:p>
            <a:pPr algn="l">
              <a:defRPr/>
            </a:pPr>
            <a:endParaRPr lang="en-US" altLang="ko-KR">
              <a:latin typeface="맑은 고딕"/>
              <a:ea typeface="맑은 고딕"/>
            </a:endParaRPr>
          </a:p>
          <a:p>
            <a:pPr algn="l">
              <a:defRPr/>
            </a:pPr>
            <a:r>
              <a:rPr lang="ko-KR" altLang="en-US">
                <a:latin typeface="맑은 고딕"/>
                <a:ea typeface="맑은 고딕"/>
              </a:rPr>
              <a:t> </a:t>
            </a:r>
            <a:endParaRPr lang="ko-KR" altLang="en-US">
              <a:latin typeface="맑은 고딕"/>
              <a:ea typeface="맑은 고딕"/>
            </a:endParaRPr>
          </a:p>
          <a:p>
            <a:pPr algn="l">
              <a:defRPr/>
            </a:pPr>
            <a:r>
              <a:rPr lang="ko-KR" altLang="en-US" b="1">
                <a:latin typeface="맑은 고딕"/>
                <a:ea typeface="맑은 고딕"/>
              </a:rPr>
              <a:t>참고사항</a:t>
            </a:r>
            <a:endParaRPr lang="ko-KR" altLang="en-US">
              <a:latin typeface="맑은 고딕"/>
              <a:ea typeface="맑은 고딕"/>
            </a:endParaRPr>
          </a:p>
          <a:p>
            <a:pPr algn="l">
              <a:defRPr/>
            </a:pPr>
            <a:r>
              <a:rPr lang="ko-KR" altLang="en-US">
                <a:latin typeface="맑은 고딕"/>
                <a:ea typeface="맑은 고딕"/>
              </a:rPr>
              <a:t>@PathVariable </a:t>
            </a:r>
            <a:r>
              <a:rPr lang="en-US" altLang="ko-KR">
                <a:latin typeface="맑은 고딕"/>
                <a:ea typeface="맑은 고딕"/>
              </a:rPr>
              <a:t>:</a:t>
            </a:r>
            <a:r>
              <a:rPr lang="ko-KR" altLang="en-US">
                <a:latin typeface="맑은 고딕"/>
                <a:ea typeface="맑은 고딕"/>
              </a:rPr>
              <a:t> </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URL 경로의 변수 값을 메서드의 매개변수로 </a:t>
            </a:r>
            <a:endParaRPr lang="ko-KR" altLang="en-US">
              <a:latin typeface="맑은 고딕"/>
              <a:ea typeface="맑은 고딕"/>
            </a:endParaRPr>
          </a:p>
          <a:p>
            <a:pPr algn="l">
              <a:defRPr/>
            </a:pPr>
            <a:r>
              <a:rPr lang="ko-KR" altLang="en-US">
                <a:latin typeface="맑은 고딕"/>
                <a:ea typeface="맑은 고딕"/>
              </a:rPr>
              <a:t>바인딩하기 위해 사용</a:t>
            </a:r>
            <a:endParaRPr lang="ko-KR" altLang="en-US">
              <a:latin typeface="맑은 고딕"/>
              <a:ea typeface="맑은 고딕"/>
            </a:endParaRPr>
          </a:p>
          <a:p>
            <a:pPr algn="l">
              <a:defRPr/>
            </a:pPr>
            <a:r>
              <a:rPr lang="en-US" altLang="ko-KR">
                <a:latin typeface="맑은 고딕"/>
                <a:ea typeface="맑은 고딕"/>
              </a:rPr>
              <a:t>@RequestBody :</a:t>
            </a:r>
            <a:endParaRPr lang="en-US" altLang="ko-KR">
              <a:latin typeface="맑은 고딕"/>
              <a:ea typeface="맑은 고딕"/>
            </a:endParaRPr>
          </a:p>
          <a:p>
            <a:pPr algn="l">
              <a:defRPr/>
            </a:pPr>
            <a:r>
              <a:rPr lang="en-US" altLang="ko-KR">
                <a:latin typeface="맑은 고딕"/>
                <a:ea typeface="맑은 고딕"/>
              </a:rPr>
              <a:t>- HTTP</a:t>
            </a:r>
            <a:r>
              <a:rPr lang="ko-KR" altLang="en-US">
                <a:latin typeface="맑은 고딕"/>
                <a:ea typeface="맑은 고딕"/>
              </a:rPr>
              <a:t> 요청의 </a:t>
            </a:r>
            <a:r>
              <a:rPr lang="en-US" altLang="ko-KR">
                <a:latin typeface="맑은 고딕"/>
                <a:ea typeface="맑은 고딕"/>
              </a:rPr>
              <a:t>body</a:t>
            </a:r>
            <a:r>
              <a:rPr lang="ko-KR" altLang="en-US">
                <a:latin typeface="맑은 고딕"/>
                <a:ea typeface="맑은 고딕"/>
              </a:rPr>
              <a:t>에 있는 데이터를 자바 객체로 변환</a:t>
            </a:r>
            <a:endParaRPr lang="ko-KR" altLang="en-US">
              <a:latin typeface="맑은 고딕"/>
              <a:ea typeface="맑은 고딕"/>
            </a:endParaRPr>
          </a:p>
        </p:txBody>
      </p:sp>
      <p:pic>
        <p:nvPicPr>
          <p:cNvPr id="4" name=""/>
          <p:cNvPicPr>
            <a:picLocks noChangeAspect="1"/>
          </p:cNvPicPr>
          <p:nvPr/>
        </p:nvPicPr>
        <p:blipFill rotWithShape="1">
          <a:blip r:embed="rId2"/>
          <a:stretch>
            <a:fillRect/>
          </a:stretch>
        </p:blipFill>
        <p:spPr>
          <a:xfrm>
            <a:off x="449390" y="1384925"/>
            <a:ext cx="4122610" cy="900686"/>
          </a:xfrm>
          <a:prstGeom prst="rect">
            <a:avLst/>
          </a:prstGeom>
        </p:spPr>
      </p:pic>
      <p:pic>
        <p:nvPicPr>
          <p:cNvPr id="5" name=""/>
          <p:cNvPicPr>
            <a:picLocks noChangeAspect="1"/>
          </p:cNvPicPr>
          <p:nvPr/>
        </p:nvPicPr>
        <p:blipFill rotWithShape="1">
          <a:blip r:embed="rId3"/>
          <a:stretch>
            <a:fillRect/>
          </a:stretch>
        </p:blipFill>
        <p:spPr>
          <a:xfrm>
            <a:off x="449390" y="2266561"/>
            <a:ext cx="4122610" cy="1493268"/>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92553" y="517073"/>
            <a:ext cx="8439548" cy="572700"/>
          </a:xfrm>
        </p:spPr>
        <p:txBody>
          <a:bodyPr/>
          <a:lstStyle/>
          <a:p>
            <a:pPr algn="ctr">
              <a:defRPr/>
            </a:pPr>
            <a:r>
              <a:rPr lang="ko-KR" altLang="en-US">
                <a:latin typeface="맑은 고딕"/>
                <a:ea typeface="맑은 고딕"/>
              </a:rPr>
              <a:t>댓글 삭제</a:t>
            </a:r>
            <a:r>
              <a:rPr lang="en-US" altLang="ko-KR">
                <a:latin typeface="맑은 고딕"/>
                <a:ea typeface="맑은 고딕"/>
              </a:rPr>
              <a:t> API(service + controller)</a:t>
            </a:r>
            <a:br>
              <a:rPr lang="en-US" altLang="ko-KR">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4701033" y="1234218"/>
            <a:ext cx="3837031" cy="3510548"/>
          </a:xfrm>
        </p:spPr>
        <p:txBody>
          <a:bodyPr/>
          <a:lstStyle/>
          <a:p>
            <a:pPr algn="l">
              <a:defRPr/>
            </a:pPr>
            <a:r>
              <a:rPr lang="ko-KR" altLang="en-US" b="1">
                <a:latin typeface="맑은 고딕"/>
                <a:ea typeface="맑은 고딕"/>
              </a:rPr>
              <a:t>service 계층</a:t>
            </a:r>
            <a:endParaRPr lang="ko-KR" altLang="en-US">
              <a:latin typeface="맑은 고딕"/>
              <a:ea typeface="맑은 고딕"/>
            </a:endParaRPr>
          </a:p>
          <a:p>
            <a:pPr algn="l">
              <a:defRPr/>
            </a:pPr>
            <a:r>
              <a:rPr lang="ko-KR" altLang="en-US">
                <a:latin typeface="맑은 고딕"/>
                <a:ea typeface="맑은 고딕"/>
              </a:rPr>
              <a:t>- DB 접근 및 변환 로직 처리</a:t>
            </a:r>
            <a:endParaRPr lang="ko-KR" altLang="en-US">
              <a:latin typeface="맑은 고딕"/>
              <a:ea typeface="맑은 고딕"/>
            </a:endParaRPr>
          </a:p>
          <a:p>
            <a:pPr algn="l">
              <a:defRPr/>
            </a:pPr>
            <a:r>
              <a:rPr lang="ko-KR" altLang="en-US">
                <a:latin typeface="맑은 고딕"/>
                <a:ea typeface="맑은 고딕"/>
              </a:rPr>
              <a:t>- 댓글 삭제 메서드</a:t>
            </a:r>
            <a:endParaRPr lang="ko-KR" altLang="en-US">
              <a:latin typeface="맑은 고딕"/>
              <a:ea typeface="맑은 고딕"/>
            </a:endParaRPr>
          </a:p>
          <a:p>
            <a:pPr algn="l">
              <a:defRPr/>
            </a:pPr>
            <a:endParaRPr lang="ko-KR" altLang="en-US">
              <a:latin typeface="맑은 고딕"/>
              <a:ea typeface="맑은 고딕"/>
            </a:endParaRPr>
          </a:p>
          <a:p>
            <a:pPr algn="l">
              <a:defRPr/>
            </a:pPr>
            <a:r>
              <a:rPr lang="ko-KR" altLang="en-US" b="1">
                <a:latin typeface="맑은 고딕"/>
                <a:ea typeface="맑은 고딕"/>
              </a:rPr>
              <a:t>controller 계층</a:t>
            </a:r>
            <a:endParaRPr lang="ko-KR" altLang="en-US">
              <a:latin typeface="맑은 고딕"/>
              <a:ea typeface="맑은 고딕"/>
            </a:endParaRPr>
          </a:p>
          <a:p>
            <a:pPr algn="l">
              <a:defRPr/>
            </a:pPr>
            <a:r>
              <a:rPr lang="ko-KR" altLang="en-US">
                <a:latin typeface="맑은 고딕"/>
                <a:ea typeface="맑은 고딕"/>
              </a:rPr>
              <a:t>- requset와 response 처리를 담당</a:t>
            </a:r>
            <a:endParaRPr lang="ko-KR" altLang="en-US">
              <a:latin typeface="맑은 고딕"/>
              <a:ea typeface="맑은 고딕"/>
            </a:endParaRPr>
          </a:p>
          <a:p>
            <a:pPr algn="l">
              <a:defRPr/>
            </a:pPr>
            <a:r>
              <a:rPr lang="ko-KR" altLang="en-US">
                <a:latin typeface="맑은 고딕"/>
                <a:ea typeface="맑은 고딕"/>
              </a:rPr>
              <a:t>- 삭제메서드</a:t>
            </a:r>
            <a:r>
              <a:rPr lang="en-US" altLang="ko-KR">
                <a:latin typeface="맑은 고딕"/>
                <a:ea typeface="맑은 고딕"/>
              </a:rPr>
              <a:t>(@DeleteMapping </a:t>
            </a:r>
            <a:r>
              <a:rPr lang="ko-KR" altLang="en-US">
                <a:latin typeface="맑은 고딕"/>
                <a:ea typeface="맑은 고딕"/>
              </a:rPr>
              <a:t>사용</a:t>
            </a:r>
            <a:r>
              <a:rPr lang="en-US" altLang="ko-KR">
                <a:latin typeface="맑은 고딕"/>
                <a:ea typeface="맑은 고딕"/>
              </a:rPr>
              <a:t>)</a:t>
            </a:r>
            <a:endParaRPr lang="en-US" altLang="ko-KR">
              <a:latin typeface="맑은 고딕"/>
              <a:ea typeface="맑은 고딕"/>
            </a:endParaRPr>
          </a:p>
          <a:p>
            <a:pPr algn="l">
              <a:defRPr/>
            </a:pPr>
            <a:r>
              <a:rPr lang="ko-KR" altLang="en-US">
                <a:latin typeface="맑은 고딕"/>
                <a:ea typeface="맑은 고딕"/>
              </a:rPr>
              <a:t>  ㄴ삭제시 </a:t>
            </a:r>
            <a:r>
              <a:rPr lang="en-US" altLang="ko-KR">
                <a:latin typeface="맑은 고딕"/>
                <a:ea typeface="맑은 고딕"/>
              </a:rPr>
              <a:t>DB</a:t>
            </a:r>
            <a:r>
              <a:rPr lang="ko-KR" altLang="en-US">
                <a:latin typeface="맑은 고딕"/>
                <a:ea typeface="맑은 고딕"/>
              </a:rPr>
              <a:t>에서 자동삭제 되도록 기능 추가</a:t>
            </a:r>
            <a:endParaRPr lang="ko-KR" altLang="en-US">
              <a:latin typeface="맑은 고딕"/>
              <a:ea typeface="맑은 고딕"/>
            </a:endParaRPr>
          </a:p>
          <a:p>
            <a:pPr algn="l">
              <a:defRPr/>
            </a:pPr>
            <a:endParaRPr lang="ko-KR" altLang="en-US">
              <a:latin typeface="맑은 고딕"/>
              <a:ea typeface="맑은 고딕"/>
            </a:endParaRPr>
          </a:p>
          <a:p>
            <a:pPr algn="l">
              <a:defRPr/>
            </a:pPr>
            <a:r>
              <a:rPr lang="ko-KR" altLang="en-US" b="1">
                <a:latin typeface="맑은 고딕"/>
                <a:ea typeface="맑은 고딕"/>
              </a:rPr>
              <a:t>참고사항</a:t>
            </a:r>
            <a:endParaRPr lang="ko-KR" altLang="en-US">
              <a:latin typeface="맑은 고딕"/>
              <a:ea typeface="맑은 고딕"/>
            </a:endParaRPr>
          </a:p>
          <a:p>
            <a:pPr algn="l">
              <a:defRPr/>
            </a:pPr>
            <a:r>
              <a:rPr lang="en-US" altLang="ko-KR">
                <a:latin typeface="맑은 고딕"/>
                <a:ea typeface="맑은 고딕"/>
              </a:rPr>
              <a:t>@DeleteMapping </a:t>
            </a:r>
            <a:endParaRPr lang="en-US" altLang="ko-KR">
              <a:latin typeface="맑은 고딕"/>
              <a:ea typeface="맑은 고딕"/>
            </a:endParaRPr>
          </a:p>
          <a:p>
            <a:pPr algn="l">
              <a:defRPr/>
            </a:pPr>
            <a:r>
              <a:rPr lang="en-US" altLang="ko-KR">
                <a:latin typeface="맑은 고딕"/>
                <a:ea typeface="맑은 고딕"/>
              </a:rPr>
              <a:t>- HTTP DELETE</a:t>
            </a:r>
            <a:r>
              <a:rPr lang="ko-KR" altLang="en-US">
                <a:latin typeface="맑은 고딕"/>
                <a:ea typeface="맑은 고딕"/>
              </a:rPr>
              <a:t> 요청 처리해주는 메서드</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주로 삭제할 때 사용</a:t>
            </a: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p:txBody>
      </p:sp>
      <p:pic>
        <p:nvPicPr>
          <p:cNvPr id="8" name=""/>
          <p:cNvPicPr>
            <a:picLocks noChangeAspect="1"/>
          </p:cNvPicPr>
          <p:nvPr/>
        </p:nvPicPr>
        <p:blipFill rotWithShape="1">
          <a:blip r:embed="rId2"/>
          <a:stretch>
            <a:fillRect/>
          </a:stretch>
        </p:blipFill>
        <p:spPr>
          <a:xfrm>
            <a:off x="421128" y="1234218"/>
            <a:ext cx="3996702" cy="917313"/>
          </a:xfrm>
          <a:prstGeom prst="rect">
            <a:avLst/>
          </a:prstGeom>
        </p:spPr>
      </p:pic>
      <p:pic>
        <p:nvPicPr>
          <p:cNvPr id="9" name=""/>
          <p:cNvPicPr>
            <a:picLocks noChangeAspect="1"/>
          </p:cNvPicPr>
          <p:nvPr/>
        </p:nvPicPr>
        <p:blipFill rotWithShape="1">
          <a:blip r:embed="rId3"/>
          <a:stretch>
            <a:fillRect/>
          </a:stretch>
        </p:blipFill>
        <p:spPr>
          <a:xfrm>
            <a:off x="421128" y="2151532"/>
            <a:ext cx="3996702" cy="1021681"/>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401800" y="561930"/>
            <a:ext cx="8413694" cy="572700"/>
          </a:xfrm>
        </p:spPr>
        <p:txBody>
          <a:bodyPr/>
          <a:lstStyle/>
          <a:p>
            <a:pPr algn="ctr">
              <a:defRPr/>
            </a:pPr>
            <a:r>
              <a:rPr lang="en-US" altLang="ko-KR">
                <a:latin typeface="맑은 고딕"/>
                <a:ea typeface="맑은 고딕"/>
              </a:rPr>
              <a:t>ParentCommentEntity</a:t>
            </a:r>
            <a:br>
              <a:rPr lang="en-US" altLang="ko-KR">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4977866" y="1264887"/>
            <a:ext cx="3959108" cy="3496162"/>
          </a:xfrm>
        </p:spPr>
        <p:txBody>
          <a:bodyPr/>
          <a:lstStyle/>
          <a:p>
            <a:pPr algn="l">
              <a:defRPr/>
            </a:pPr>
            <a:r>
              <a:rPr lang="en-US" altLang="ko-KR" sz="1100">
                <a:latin typeface="맑은 고딕"/>
                <a:ea typeface="맑은 고딕"/>
              </a:rPr>
              <a:t>@Id :</a:t>
            </a:r>
            <a:r>
              <a:rPr lang="ko-KR" altLang="en-US" sz="1100">
                <a:latin typeface="맑은 고딕"/>
                <a:ea typeface="맑은 고딕"/>
              </a:rPr>
              <a:t> 이 엔티티가 기본키 임을 나타냄</a:t>
            </a:r>
            <a:endParaRPr lang="ko-KR" altLang="en-US" sz="1100">
              <a:latin typeface="맑은 고딕"/>
              <a:ea typeface="맑은 고딕"/>
            </a:endParaRPr>
          </a:p>
          <a:p>
            <a:pPr algn="l">
              <a:defRPr/>
            </a:pPr>
            <a:r>
              <a:rPr lang="en-US" altLang="ko-KR" sz="1100">
                <a:latin typeface="맑은 고딕"/>
                <a:ea typeface="맑은 고딕"/>
              </a:rPr>
              <a:t>@GeneratedValue(strategyGenerationType.IDENTITY)</a:t>
            </a:r>
            <a:r>
              <a:rPr lang="ko-KR" altLang="en-US" sz="1100">
                <a:latin typeface="맑은 고딕"/>
                <a:ea typeface="맑은 고딕"/>
              </a:rPr>
              <a:t> </a:t>
            </a:r>
            <a:r>
              <a:rPr lang="en-US" altLang="ko-KR" sz="1100">
                <a:latin typeface="맑은 고딕"/>
                <a:ea typeface="맑은 고딕"/>
              </a:rPr>
              <a:t>:</a:t>
            </a:r>
            <a:r>
              <a:rPr lang="ko-KR" altLang="en-US" sz="1100">
                <a:latin typeface="맑은 고딕"/>
                <a:ea typeface="맑은 고딕"/>
              </a:rPr>
              <a:t> </a:t>
            </a:r>
            <a:endParaRPr lang="ko-KR" altLang="en-US" sz="1100">
              <a:latin typeface="맑은 고딕"/>
              <a:ea typeface="맑은 고딕"/>
            </a:endParaRPr>
          </a:p>
          <a:p>
            <a:pPr algn="l">
              <a:defRPr/>
            </a:pPr>
            <a:r>
              <a:rPr lang="ko-KR" altLang="en-US" sz="1100">
                <a:latin typeface="맑은 고딕"/>
                <a:ea typeface="맑은 고딕"/>
              </a:rPr>
              <a:t> </a:t>
            </a:r>
            <a:r>
              <a:rPr lang="en-US" altLang="ko-KR" sz="1100">
                <a:latin typeface="맑은 고딕"/>
                <a:ea typeface="맑은 고딕"/>
              </a:rPr>
              <a:t>-</a:t>
            </a:r>
            <a:r>
              <a:rPr lang="ko-KR" altLang="en-US" sz="1100">
                <a:latin typeface="맑은 고딕"/>
                <a:ea typeface="맑은 고딕"/>
              </a:rPr>
              <a:t> 자동 번호 부여</a:t>
            </a:r>
            <a:endParaRPr lang="ko-KR" altLang="en-US" sz="1100">
              <a:latin typeface="맑은 고딕"/>
              <a:ea typeface="맑은 고딕"/>
            </a:endParaRPr>
          </a:p>
          <a:p>
            <a:pPr algn="l">
              <a:defRPr/>
            </a:pPr>
            <a:endParaRPr lang="ko-KR" altLang="en-US" sz="1100">
              <a:latin typeface="맑은 고딕"/>
              <a:ea typeface="맑은 고딕"/>
            </a:endParaRPr>
          </a:p>
          <a:p>
            <a:pPr algn="l">
              <a:defRPr/>
            </a:pPr>
            <a:r>
              <a:rPr lang="en-US" altLang="ko-KR" sz="1100">
                <a:latin typeface="맑은 고딕"/>
                <a:ea typeface="맑은 고딕"/>
              </a:rPr>
              <a:t>@ManyToOne : </a:t>
            </a:r>
            <a:r>
              <a:rPr lang="ko-KR" altLang="en-US" sz="1100">
                <a:latin typeface="맑은 고딕"/>
                <a:ea typeface="맑은 고딕"/>
              </a:rPr>
              <a:t>다대일 관계 형성</a:t>
            </a:r>
            <a:endParaRPr lang="ko-KR" altLang="en-US" sz="1100">
              <a:latin typeface="맑은 고딕"/>
              <a:ea typeface="맑은 고딕"/>
            </a:endParaRPr>
          </a:p>
          <a:p>
            <a:pPr algn="l">
              <a:defRPr/>
            </a:pPr>
            <a:r>
              <a:rPr lang="en-US" altLang="ko-KR" sz="1100">
                <a:latin typeface="맑은 고딕"/>
                <a:ea typeface="맑은 고딕"/>
              </a:rPr>
              <a:t>@JoinColumn</a:t>
            </a:r>
            <a:r>
              <a:rPr lang="ko-KR" altLang="en-US" sz="1100">
                <a:latin typeface="맑은 고딕"/>
                <a:ea typeface="맑은 고딕"/>
              </a:rPr>
              <a:t> </a:t>
            </a:r>
            <a:r>
              <a:rPr lang="en-US" altLang="ko-KR" sz="1100">
                <a:latin typeface="맑은 고딕"/>
                <a:ea typeface="맑은 고딕"/>
              </a:rPr>
              <a:t>:</a:t>
            </a:r>
            <a:r>
              <a:rPr lang="ko-KR" altLang="en-US" sz="1100">
                <a:latin typeface="맑은 고딕"/>
                <a:ea typeface="맑은 고딕"/>
              </a:rPr>
              <a:t> 외래 키 지정</a:t>
            </a:r>
            <a:endParaRPr lang="ko-KR" altLang="en-US" sz="1100">
              <a:latin typeface="맑은 고딕"/>
              <a:ea typeface="맑은 고딕"/>
            </a:endParaRPr>
          </a:p>
          <a:p>
            <a:pPr algn="l">
              <a:defRPr/>
            </a:pPr>
            <a:r>
              <a:rPr lang="en-US" altLang="ko-KR" sz="1100">
                <a:latin typeface="맑은 고딕"/>
                <a:ea typeface="맑은 고딕"/>
              </a:rPr>
              <a:t>-</a:t>
            </a:r>
            <a:r>
              <a:rPr lang="ko-KR" altLang="en-US" sz="1100">
                <a:latin typeface="맑은 고딕"/>
                <a:ea typeface="맑은 고딕"/>
              </a:rPr>
              <a:t> </a:t>
            </a:r>
            <a:r>
              <a:rPr lang="en-US" altLang="ko-KR" sz="1100">
                <a:latin typeface="맑은 고딕"/>
                <a:ea typeface="맑은 고딕"/>
              </a:rPr>
              <a:t>name = :</a:t>
            </a:r>
            <a:r>
              <a:rPr lang="ko-KR" altLang="en-US" sz="1100">
                <a:latin typeface="맑은 고딕"/>
                <a:ea typeface="맑은 고딕"/>
              </a:rPr>
              <a:t> 현재 테이블에 생성될 외래 키 컬럼 이름</a:t>
            </a:r>
            <a:endParaRPr lang="ko-KR" altLang="en-US" sz="1100">
              <a:latin typeface="맑은 고딕"/>
              <a:ea typeface="맑은 고딕"/>
            </a:endParaRPr>
          </a:p>
          <a:p>
            <a:pPr algn="l">
              <a:defRPr/>
            </a:pPr>
            <a:r>
              <a:rPr lang="en-US" altLang="ko-KR" sz="1100">
                <a:latin typeface="맑은 고딕"/>
                <a:ea typeface="맑은 고딕"/>
              </a:rPr>
              <a:t>-</a:t>
            </a:r>
            <a:r>
              <a:rPr lang="ko-KR" altLang="en-US" sz="1100">
                <a:latin typeface="맑은 고딕"/>
                <a:ea typeface="맑은 고딕"/>
              </a:rPr>
              <a:t> referencedColumnName = </a:t>
            </a:r>
            <a:endParaRPr lang="ko-KR" altLang="en-US" sz="1100">
              <a:latin typeface="맑은 고딕"/>
              <a:ea typeface="맑은 고딕"/>
            </a:endParaRPr>
          </a:p>
          <a:p>
            <a:pPr algn="l">
              <a:defRPr/>
            </a:pPr>
            <a:r>
              <a:rPr lang="ko-KR" altLang="en-US" sz="1100">
                <a:latin typeface="맑은 고딕"/>
                <a:ea typeface="맑은 고딕"/>
              </a:rPr>
              <a:t>   참조 대상 테이블의 기준 컬럼 이름</a:t>
            </a:r>
            <a:endParaRPr lang="ko-KR" altLang="en-US" sz="1100">
              <a:latin typeface="맑은 고딕"/>
              <a:ea typeface="맑은 고딕"/>
            </a:endParaRPr>
          </a:p>
          <a:p>
            <a:pPr algn="l">
              <a:defRPr/>
            </a:pPr>
            <a:endParaRPr lang="ko-KR" altLang="en-US" sz="1100">
              <a:latin typeface="맑은 고딕"/>
              <a:ea typeface="맑은 고딕"/>
            </a:endParaRPr>
          </a:p>
          <a:p>
            <a:pPr algn="l">
              <a:defRPr/>
            </a:pPr>
            <a:r>
              <a:rPr lang="en-US" altLang="ko-KR" sz="1100">
                <a:latin typeface="맑은 고딕"/>
                <a:ea typeface="맑은 고딕"/>
              </a:rPr>
              <a:t>- nullable</a:t>
            </a:r>
            <a:r>
              <a:rPr lang="ko-KR" altLang="en-US" sz="1100">
                <a:latin typeface="맑은 고딕"/>
                <a:ea typeface="맑은 고딕"/>
              </a:rPr>
              <a:t> </a:t>
            </a:r>
            <a:r>
              <a:rPr lang="en-US" altLang="ko-KR" sz="1100">
                <a:latin typeface="맑은 고딕"/>
                <a:ea typeface="맑은 고딕"/>
              </a:rPr>
              <a:t>=</a:t>
            </a:r>
            <a:r>
              <a:rPr lang="ko-KR" altLang="en-US" sz="1100">
                <a:latin typeface="맑은 고딕"/>
                <a:ea typeface="맑은 고딕"/>
              </a:rPr>
              <a:t> </a:t>
            </a:r>
            <a:r>
              <a:rPr lang="en-US" altLang="ko-KR" sz="1100">
                <a:latin typeface="맑은 고딕"/>
                <a:ea typeface="맑은 고딕"/>
              </a:rPr>
              <a:t>false : </a:t>
            </a:r>
            <a:r>
              <a:rPr lang="ko-KR" altLang="en-US" sz="1100">
                <a:latin typeface="맑은 고딕"/>
                <a:ea typeface="맑은 고딕"/>
              </a:rPr>
              <a:t>외래 키 컬럼 값이 반드시 존재</a:t>
            </a:r>
            <a:endParaRPr lang="ko-KR" altLang="en-US" sz="1100">
              <a:latin typeface="맑은 고딕"/>
              <a:ea typeface="맑은 고딕"/>
            </a:endParaRPr>
          </a:p>
          <a:p>
            <a:pPr algn="l">
              <a:defRPr/>
            </a:pPr>
            <a:endParaRPr lang="en-US" altLang="ko-KR" sz="1100">
              <a:latin typeface="맑은 고딕"/>
              <a:ea typeface="맑은 고딕"/>
            </a:endParaRPr>
          </a:p>
        </p:txBody>
      </p:sp>
      <p:pic>
        <p:nvPicPr>
          <p:cNvPr id="8" name=""/>
          <p:cNvPicPr>
            <a:picLocks noChangeAspect="1"/>
          </p:cNvPicPr>
          <p:nvPr/>
        </p:nvPicPr>
        <p:blipFill rotWithShape="1">
          <a:blip r:embed="rId2"/>
          <a:stretch>
            <a:fillRect/>
          </a:stretch>
        </p:blipFill>
        <p:spPr>
          <a:xfrm>
            <a:off x="401800" y="1264887"/>
            <a:ext cx="4698182" cy="2861471"/>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45512" y="521224"/>
            <a:ext cx="8478823" cy="572700"/>
          </a:xfrm>
        </p:spPr>
        <p:txBody>
          <a:bodyPr/>
          <a:lstStyle/>
          <a:p>
            <a:pPr algn="ctr">
              <a:defRPr/>
            </a:pPr>
            <a:r>
              <a:rPr lang="en-US" altLang="ko-KR">
                <a:latin typeface="맑은 고딕"/>
                <a:ea typeface="맑은 고딕"/>
              </a:rPr>
              <a:t>ParentCommentDTO</a:t>
            </a:r>
            <a:br>
              <a:rPr lang="en-US" altLang="ko-KR">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4451760" y="1232322"/>
            <a:ext cx="4529746" cy="3667124"/>
          </a:xfrm>
        </p:spPr>
        <p:txBody>
          <a:bodyPr/>
          <a:lstStyle/>
          <a:p>
            <a:pPr algn="l">
              <a:defRPr/>
            </a:pPr>
            <a:r>
              <a:rPr lang="en-US" altLang="ko-KR" b="1">
                <a:latin typeface="맑은 고딕"/>
                <a:ea typeface="맑은 고딕"/>
              </a:rPr>
              <a:t>ParentCommentDTO </a:t>
            </a:r>
            <a:r>
              <a:rPr lang="ko-KR" altLang="en-US" b="1">
                <a:latin typeface="맑은 고딕"/>
                <a:ea typeface="맑은 고딕"/>
              </a:rPr>
              <a:t>클래스</a:t>
            </a:r>
            <a:endParaRPr lang="ko-KR" altLang="en-US" b="1">
              <a:latin typeface="맑은 고딕"/>
              <a:ea typeface="맑은 고딕"/>
            </a:endParaRPr>
          </a:p>
          <a:p>
            <a:pPr algn="l">
              <a:defRPr/>
            </a:pPr>
            <a:r>
              <a:rPr lang="en-US" altLang="ko-KR">
                <a:latin typeface="맑은 고딕"/>
                <a:ea typeface="맑은 고딕"/>
              </a:rPr>
              <a:t>- ParentCommentEntity</a:t>
            </a:r>
            <a:r>
              <a:rPr lang="ko-KR" altLang="en-US">
                <a:latin typeface="맑은 고딕"/>
                <a:ea typeface="맑은 고딕"/>
              </a:rPr>
              <a:t> 변수 설정 값 똑같이 선언</a:t>
            </a:r>
            <a:endParaRPr lang="ko-KR" altLang="en-US">
              <a:latin typeface="맑은 고딕"/>
              <a:ea typeface="맑은 고딕"/>
            </a:endParaRPr>
          </a:p>
          <a:p>
            <a:pPr algn="l">
              <a:defRPr/>
            </a:pPr>
            <a:endParaRPr lang="ko-KR" altLang="en-US">
              <a:latin typeface="맑은 고딕"/>
              <a:ea typeface="맑은 고딕"/>
            </a:endParaRPr>
          </a:p>
          <a:p>
            <a:pPr algn="l">
              <a:defRPr/>
            </a:pPr>
            <a:r>
              <a:rPr lang="en-US" altLang="ko-KR" b="1">
                <a:latin typeface="맑은 고딕"/>
                <a:ea typeface="맑은 고딕"/>
              </a:rPr>
              <a:t>ParentCommentDTO </a:t>
            </a:r>
            <a:r>
              <a:rPr lang="ko-KR" altLang="en-US" b="1">
                <a:latin typeface="맑은 고딕"/>
                <a:ea typeface="맑은 고딕"/>
              </a:rPr>
              <a:t>생성자</a:t>
            </a:r>
            <a:endParaRPr lang="ko-KR" altLang="en-US">
              <a:latin typeface="맑은 고딕"/>
              <a:ea typeface="맑은 고딕"/>
            </a:endParaRPr>
          </a:p>
          <a:p>
            <a:pPr algn="l">
              <a:defRPr/>
            </a:pPr>
            <a:r>
              <a:rPr lang="en-US" altLang="ko-KR" sz="1100">
                <a:latin typeface="맑은 고딕"/>
                <a:ea typeface="맑은 고딕"/>
              </a:rPr>
              <a:t>-</a:t>
            </a:r>
            <a:r>
              <a:rPr lang="ko-KR" altLang="en-US" sz="1100">
                <a:latin typeface="맑은 고딕"/>
                <a:ea typeface="맑은 고딕"/>
              </a:rPr>
              <a:t> </a:t>
            </a:r>
            <a:r>
              <a:rPr lang="en-US" altLang="ko-KR" sz="1100">
                <a:latin typeface="맑은 고딕"/>
                <a:ea typeface="맑은 고딕"/>
              </a:rPr>
              <a:t>ParentCommentEntity</a:t>
            </a:r>
            <a:r>
              <a:rPr lang="ko-KR" altLang="en-US" sz="1100">
                <a:latin typeface="맑은 고딕"/>
                <a:ea typeface="맑은 고딕"/>
              </a:rPr>
              <a:t> 값을 </a:t>
            </a:r>
            <a:r>
              <a:rPr lang="en-US" altLang="ko-KR" sz="1100">
                <a:latin typeface="맑은 고딕"/>
                <a:ea typeface="맑은 고딕"/>
              </a:rPr>
              <a:t>ParentCommentDTO </a:t>
            </a:r>
            <a:r>
              <a:rPr lang="ko-KR" altLang="en-US" sz="1100">
                <a:latin typeface="맑은 고딕"/>
                <a:ea typeface="맑은 고딕"/>
              </a:rPr>
              <a:t>생성자로 명시</a:t>
            </a:r>
            <a:endParaRPr lang="ko-KR" altLang="en-US" sz="1100">
              <a:latin typeface="맑은 고딕"/>
              <a:ea typeface="맑은 고딕"/>
            </a:endParaRPr>
          </a:p>
          <a:p>
            <a:pPr algn="l">
              <a:defRPr/>
            </a:pPr>
            <a:endParaRPr lang="ko-KR" altLang="en-US" sz="1000">
              <a:latin typeface="맑은 고딕"/>
              <a:ea typeface="맑은 고딕"/>
            </a:endParaRPr>
          </a:p>
          <a:p>
            <a:pPr algn="l">
              <a:defRPr/>
            </a:pPr>
            <a:r>
              <a:rPr lang="ko-KR" altLang="en-US">
                <a:latin typeface="맑은 고딕"/>
                <a:ea typeface="맑은 고딕"/>
              </a:rPr>
              <a:t>수정 기능이 없으므로 </a:t>
            </a:r>
            <a:r>
              <a:rPr lang="en-US" altLang="ko-KR">
                <a:latin typeface="맑은 고딕"/>
                <a:ea typeface="맑은 고딕"/>
              </a:rPr>
              <a:t>toEntity</a:t>
            </a:r>
            <a:r>
              <a:rPr lang="ko-KR" altLang="en-US">
                <a:latin typeface="맑은 고딕"/>
                <a:ea typeface="맑은 고딕"/>
              </a:rPr>
              <a:t> 메서드 생략</a:t>
            </a:r>
            <a:endParaRPr lang="ko-KR" altLang="en-US">
              <a:latin typeface="맑은 고딕"/>
              <a:ea typeface="맑은 고딕"/>
            </a:endParaRPr>
          </a:p>
          <a:p>
            <a:pPr algn="l">
              <a:defRPr/>
            </a:pPr>
            <a:endParaRPr lang="ko-KR" altLang="en-US" sz="1000">
              <a:latin typeface="맑은 고딕"/>
              <a:ea typeface="맑은 고딕"/>
            </a:endParaRPr>
          </a:p>
          <a:p>
            <a:pPr algn="l">
              <a:defRPr/>
            </a:pPr>
            <a:endParaRPr lang="ko-KR" altLang="en-US" sz="1000">
              <a:latin typeface="맑은 고딕"/>
              <a:ea typeface="맑은 고딕"/>
            </a:endParaRPr>
          </a:p>
        </p:txBody>
      </p:sp>
      <p:pic>
        <p:nvPicPr>
          <p:cNvPr id="8" name=""/>
          <p:cNvPicPr>
            <a:picLocks noChangeAspect="1"/>
          </p:cNvPicPr>
          <p:nvPr/>
        </p:nvPicPr>
        <p:blipFill rotWithShape="1">
          <a:blip r:embed="rId2"/>
          <a:stretch>
            <a:fillRect/>
          </a:stretch>
        </p:blipFill>
        <p:spPr>
          <a:xfrm>
            <a:off x="433886" y="1232322"/>
            <a:ext cx="4138113" cy="3072652"/>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61795" y="529366"/>
            <a:ext cx="8438117" cy="572700"/>
          </a:xfrm>
        </p:spPr>
        <p:txBody>
          <a:bodyPr/>
          <a:lstStyle/>
          <a:p>
            <a:pPr algn="ctr">
              <a:defRPr/>
            </a:pPr>
            <a:r>
              <a:rPr lang="en-US" altLang="ko-KR">
                <a:latin typeface="맑은 고딕"/>
                <a:ea typeface="맑은 고딕"/>
              </a:rPr>
              <a:t>ParentCommentRepository</a:t>
            </a:r>
            <a:br>
              <a:rPr lang="en-US" altLang="ko-KR">
                <a:ea typeface="맑은 고딕"/>
              </a:rPr>
            </a:br>
            <a:br>
              <a:rPr lang="en-US" altLang="ko-KR">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616887" y="2865437"/>
            <a:ext cx="6488645" cy="1827252"/>
          </a:xfrm>
        </p:spPr>
        <p:txBody>
          <a:bodyPr/>
          <a:lstStyle/>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extends JpaRepository&lt;ParentCommentEntity, Long&gt;</a:t>
            </a:r>
            <a:endPar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JpaRepository</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 상속</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   ㄴ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JPA</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에서 제공하는 기본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CRUD</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 기능을 포함</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1" i="0" u="none" strike="noStrike" kern="0" cap="none" spc="0" normalizeH="0" baseline="0" mc:Ignorable="hp" hp:hslEmbossed="0">
                <a:solidFill>
                  <a:srgbClr val="24282a"/>
                </a:solidFill>
                <a:latin typeface="맑은 고딕"/>
                <a:ea typeface="맑은 고딕"/>
              </a:rPr>
              <a:t>참고사항</a:t>
            </a:r>
            <a:endParaRPr xmlns:mc="http://schemas.openxmlformats.org/markup-compatibility/2006" xmlns:hp="http://schemas.haansoft.com/office/presentation/8.0" kumimoji="0" lang="ko-KR" altLang="en-US" b="1"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-findBy** : **</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을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entity</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에서 찾고 반환타입에 맞게 추출</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-deleteBy** : **</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을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entity</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에서 삭제 됐는지 확인 후 반환</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p:txBody>
      </p:sp>
      <p:pic>
        <p:nvPicPr>
          <p:cNvPr id="8" name=""/>
          <p:cNvPicPr>
            <a:picLocks noChangeAspect="1"/>
          </p:cNvPicPr>
          <p:nvPr/>
        </p:nvPicPr>
        <p:blipFill rotWithShape="1">
          <a:blip r:embed="rId2"/>
          <a:stretch>
            <a:fillRect/>
          </a:stretch>
        </p:blipFill>
        <p:spPr>
          <a:xfrm>
            <a:off x="810599" y="1332483"/>
            <a:ext cx="6441473" cy="1410229"/>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90556" y="610776"/>
            <a:ext cx="8438117" cy="572700"/>
          </a:xfrm>
        </p:spPr>
        <p:txBody>
          <a:bodyPr/>
          <a:lstStyle/>
          <a:p>
            <a:pPr algn="ctr">
              <a:defRPr/>
            </a:pPr>
            <a:r>
              <a:rPr lang="ko-KR" altLang="en-US">
                <a:latin typeface="맑은 고딕"/>
                <a:ea typeface="맑은 고딕"/>
              </a:rPr>
              <a:t>대댓글 조회 </a:t>
            </a:r>
            <a:r>
              <a:rPr lang="en-US" altLang="ko-KR">
                <a:latin typeface="맑은 고딕"/>
                <a:ea typeface="맑은 고딕"/>
              </a:rPr>
              <a:t> API(service + controller)</a:t>
            </a:r>
            <a:br>
              <a:rPr lang="en-US" altLang="ko-KR">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4913367" y="1032936"/>
            <a:ext cx="4004004" cy="3317059"/>
          </a:xfrm>
        </p:spPr>
        <p:txBody>
          <a:bodyPr/>
          <a:lstStyle/>
          <a:p>
            <a:pPr algn="l">
              <a:defRPr/>
            </a:pPr>
            <a:endParaRPr lang="ko-KR" altLang="ko-KR">
              <a:latin typeface="맑은 고딕"/>
              <a:ea typeface="맑은 고딕"/>
            </a:endParaRPr>
          </a:p>
          <a:p>
            <a:pPr algn="l">
              <a:defRPr/>
            </a:pPr>
            <a:r>
              <a:rPr lang="ko-KR" altLang="ko-KR" b="1">
                <a:latin typeface="맑은 고딕"/>
                <a:ea typeface="맑은 고딕"/>
              </a:rPr>
              <a:t>controller 계층</a:t>
            </a:r>
            <a:endParaRPr lang="ko-KR" altLang="ko-KR" b="1">
              <a:latin typeface="맑은 고딕"/>
              <a:ea typeface="맑은 고딕"/>
            </a:endParaRPr>
          </a:p>
          <a:p>
            <a:pPr algn="l">
              <a:defRPr/>
            </a:pPr>
            <a:r>
              <a:rPr lang="ko-KR" altLang="ko-KR">
                <a:latin typeface="맑은 고딕"/>
                <a:ea typeface="맑은 고딕"/>
              </a:rPr>
              <a:t>- requset와 response 처리를 담당</a:t>
            </a:r>
            <a:endParaRPr lang="ko-KR" altLang="ko-KR">
              <a:latin typeface="맑은 고딕"/>
              <a:ea typeface="맑은 고딕"/>
            </a:endParaRPr>
          </a:p>
          <a:p>
            <a:pPr algn="l">
              <a:defRPr/>
            </a:pPr>
            <a:r>
              <a:rPr lang="ko-KR" altLang="ko-KR">
                <a:latin typeface="맑은 고딕"/>
                <a:ea typeface="맑은 고딕"/>
              </a:rPr>
              <a:t>- 조회 메서드</a:t>
            </a:r>
            <a:endParaRPr lang="ko-KR" altLang="ko-KR">
              <a:latin typeface="맑은 고딕"/>
              <a:ea typeface="맑은 고딕"/>
            </a:endParaRPr>
          </a:p>
          <a:p>
            <a:pPr algn="l">
              <a:defRPr/>
            </a:pPr>
            <a:r>
              <a:rPr lang="ko-KR" altLang="ko-KR">
                <a:latin typeface="맑은 고딕"/>
                <a:ea typeface="맑은 고딕"/>
              </a:rPr>
              <a:t> ㄴ 전체 </a:t>
            </a:r>
            <a:r>
              <a:rPr lang="ko-KR" altLang="en-US">
                <a:latin typeface="맑은 고딕"/>
                <a:ea typeface="맑은 고딕"/>
              </a:rPr>
              <a:t>대댓글 </a:t>
            </a:r>
            <a:r>
              <a:rPr lang="ko-KR" altLang="ko-KR">
                <a:latin typeface="맑은 고딕"/>
                <a:ea typeface="맑은 고딕"/>
              </a:rPr>
              <a:t>조회 (@GetMapping 사용)</a:t>
            </a:r>
            <a:endParaRPr lang="ko-KR" altLang="ko-KR">
              <a:latin typeface="맑은 고딕"/>
              <a:ea typeface="맑은 고딕"/>
            </a:endParaRPr>
          </a:p>
          <a:p>
            <a:pPr algn="l">
              <a:defRPr/>
            </a:pPr>
            <a:r>
              <a:rPr lang="ko-KR" altLang="ko-KR">
                <a:latin typeface="맑은 고딕"/>
                <a:ea typeface="맑은 고딕"/>
              </a:rPr>
              <a:t> </a:t>
            </a:r>
            <a:endParaRPr lang="ko-KR" altLang="ko-KR">
              <a:latin typeface="맑은 고딕"/>
              <a:ea typeface="맑은 고딕"/>
            </a:endParaRPr>
          </a:p>
          <a:p>
            <a:pPr algn="l">
              <a:defRPr/>
            </a:pPr>
            <a:r>
              <a:rPr lang="en-US" altLang="ko-KR" b="1">
                <a:latin typeface="맑은 고딕"/>
                <a:ea typeface="맑은 고딕"/>
              </a:rPr>
              <a:t>service</a:t>
            </a:r>
            <a:r>
              <a:rPr lang="ko-KR" altLang="en-US" b="1">
                <a:latin typeface="맑은 고딕"/>
                <a:ea typeface="맑은 고딕"/>
              </a:rPr>
              <a:t> 계층</a:t>
            </a:r>
            <a:endParaRPr lang="ko-KR" altLang="en-US">
              <a:latin typeface="맑은 고딕"/>
              <a:ea typeface="맑은 고딕"/>
            </a:endParaRPr>
          </a:p>
          <a:p>
            <a:pPr algn="l">
              <a:defRPr/>
            </a:pPr>
            <a:r>
              <a:rPr lang="en-US" altLang="ko-KR">
                <a:latin typeface="맑은 고딕"/>
                <a:ea typeface="맑은 고딕"/>
              </a:rPr>
              <a:t>- DB </a:t>
            </a:r>
            <a:r>
              <a:rPr lang="ko-KR" altLang="en-US">
                <a:latin typeface="맑은 고딕"/>
                <a:ea typeface="맑은 고딕"/>
              </a:rPr>
              <a:t>접근 및 변환 로직 처리</a:t>
            </a:r>
            <a:endParaRPr lang="ko-KR" altLang="en-US">
              <a:latin typeface="맑은 고딕"/>
              <a:ea typeface="맑은 고딕"/>
            </a:endParaRPr>
          </a:p>
          <a:p>
            <a:pPr algn="l">
              <a:defRPr/>
            </a:pPr>
            <a:r>
              <a:rPr lang="ko-KR" altLang="en-US">
                <a:latin typeface="맑은 고딕"/>
                <a:ea typeface="맑은 고딕"/>
              </a:rPr>
              <a:t>조회 메서드</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전체 대댓글 기능</a:t>
            </a:r>
            <a:endParaRPr lang="ko-KR" altLang="en-US">
              <a:latin typeface="맑은 고딕"/>
              <a:ea typeface="맑은 고딕"/>
            </a:endParaRPr>
          </a:p>
          <a:p>
            <a:pPr algn="l">
              <a:defRPr/>
            </a:pPr>
            <a:endParaRPr lang="ko-KR" altLang="en-US">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1" i="0" u="none" strike="noStrike" kern="0" cap="none" spc="0" normalizeH="0" baseline="0" mc:Ignorable="hp" hp:hslEmbossed="0">
                <a:solidFill>
                  <a:srgbClr val="24282a"/>
                </a:solidFill>
                <a:latin typeface="맑은 고딕"/>
                <a:ea typeface="맑은 고딕"/>
              </a:rPr>
              <a:t>참고사항</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@PathVariable</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URL 경로의 변수 값을 메서드의 매개변수로 </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바인딩하기 위해 사용</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p:txBody>
      </p:sp>
      <p:sp>
        <p:nvSpPr>
          <p:cNvPr id="11" name="Google Shape;44;p5"/>
          <p:cNvSpPr>
            <a:spLocks noGrp="1"/>
          </p:cNvSpPr>
          <p:nvPr>
            <p:ph type="subTitle" idx="2"/>
          </p:nvPr>
        </p:nvSpPr>
        <p:spPr>
          <a:xfrm>
            <a:off x="314356" y="3289604"/>
            <a:ext cx="4004004" cy="1512965"/>
          </a:xfrm>
          <a:noFill/>
          <a:ln>
            <a:noFill/>
          </a:ln>
        </p:spPr>
        <p:txBody>
          <a:bodyPr wrap="square" lIns="91424" tIns="91424" rIns="91424" bIns="91424" anchor="t" anchorCtr="0">
            <a:noAutofit/>
          </a:bodyPr>
          <a:lstStyle/>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900" b="0" i="0" u="none" strike="noStrike" kern="0" cap="none" spc="0" normalizeH="0" baseline="0" mc:Ignorable="hp" hp:hslEmbossed="0">
                <a:solidFill>
                  <a:srgbClr val="24282a"/>
                </a:solidFill>
                <a:latin typeface="맑은 고딕"/>
                <a:ea typeface="맑은 고딕"/>
              </a:rPr>
              <a:t>stream() :</a:t>
            </a:r>
            <a:r>
              <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rPr>
              <a:t> 스트림으로 변환</a:t>
            </a:r>
            <a:endPar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rPr>
              <a:t>   ㄴ 리스트의 각 요소를 하나씩 처리 할 수 있다</a:t>
            </a:r>
            <a:r>
              <a:rPr xmlns:mc="http://schemas.openxmlformats.org/markup-compatibility/2006" xmlns:hp="http://schemas.haansoft.com/office/presentation/8.0" kumimoji="0" lang="en-US" altLang="ko-KR" sz="900" b="0" i="0" u="none" strike="noStrike" kern="0" cap="none" spc="0" normalizeH="0" baseline="0" mc:Ignorable="hp" hp:hslEmbossed="0">
                <a:solidFill>
                  <a:srgbClr val="24282a"/>
                </a:solidFill>
                <a:latin typeface="맑은 고딕"/>
                <a:ea typeface="맑은 고딕"/>
              </a:rPr>
              <a:t>.</a:t>
            </a:r>
            <a:endParaRPr xmlns:mc="http://schemas.openxmlformats.org/markup-compatibility/2006" xmlns:hp="http://schemas.haansoft.com/office/presentation/8.0" kumimoji="0" lang="en-US" altLang="ko-KR" sz="9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en-US" altLang="ko-KR" sz="9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900" b="0" i="0" u="none" strike="noStrike" kern="0" cap="none" spc="0" normalizeH="0" baseline="0" mc:Ignorable="hp" hp:hslEmbossed="0">
                <a:solidFill>
                  <a:srgbClr val="24282a"/>
                </a:solidFill>
                <a:latin typeface="맑은 고딕"/>
                <a:ea typeface="맑은 고딕"/>
              </a:rPr>
              <a:t>map(CommentDTO ::new) </a:t>
            </a:r>
            <a:endParaRPr xmlns:mc="http://schemas.openxmlformats.org/markup-compatibility/2006" xmlns:hp="http://schemas.haansoft.com/office/presentation/8.0" kumimoji="0" lang="en-US" altLang="ko-KR" sz="9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9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rPr>
              <a:t> 스트림의</a:t>
            </a:r>
            <a:r>
              <a:rPr xmlns:mc="http://schemas.openxmlformats.org/markup-compatibility/2006" xmlns:hp="http://schemas.haansoft.com/office/presentation/8.0" kumimoji="0" lang="en-US" altLang="ko-KR" sz="900"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rPr>
              <a:t>각 요소를 </a:t>
            </a:r>
            <a:r>
              <a:rPr xmlns:mc="http://schemas.openxmlformats.org/markup-compatibility/2006" xmlns:hp="http://schemas.haansoft.com/office/presentation/8.0" kumimoji="0" lang="en-US" altLang="ko-KR" sz="900" b="0" i="0" u="none" strike="noStrike" kern="0" cap="none" spc="0" normalizeH="0" baseline="0" mc:Ignorable="hp" hp:hslEmbossed="0">
                <a:solidFill>
                  <a:srgbClr val="24282a"/>
                </a:solidFill>
                <a:latin typeface="맑은 고딕"/>
                <a:ea typeface="맑은 고딕"/>
              </a:rPr>
              <a:t>CommentDTO</a:t>
            </a:r>
            <a:r>
              <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rPr>
              <a:t>의 생성자를 호출하여 새 객체로 변환</a:t>
            </a:r>
            <a:endPar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900" b="0" i="0" u="none" strike="noStrike" kern="0" cap="none" spc="0" normalizeH="0" baseline="0" mc:Ignorable="hp" hp:hslEmbossed="0">
                <a:solidFill>
                  <a:srgbClr val="24282a"/>
                </a:solidFill>
                <a:latin typeface="맑은 고딕"/>
                <a:ea typeface="맑은 고딕"/>
              </a:rPr>
              <a:t>.collect(Collectors.toList())</a:t>
            </a:r>
            <a:endParaRPr xmlns:mc="http://schemas.openxmlformats.org/markup-compatibility/2006" xmlns:hp="http://schemas.haansoft.com/office/presentation/8.0" kumimoji="0" lang="en-US" altLang="ko-KR" sz="9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9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rPr>
              <a:t>변환된 스트림 결과를 리스트로 수집</a:t>
            </a:r>
            <a:endPar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9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rPr>
              <a:t> 최종적으로 </a:t>
            </a:r>
            <a:r>
              <a:rPr xmlns:mc="http://schemas.openxmlformats.org/markup-compatibility/2006" xmlns:hp="http://schemas.haansoft.com/office/presentation/8.0" kumimoji="0" lang="en-US" altLang="ko-KR" sz="900" b="0" i="0" u="none" strike="noStrike" kern="0" cap="none" spc="0" normalizeH="0" baseline="0" mc:Ignorable="hp" hp:hslEmbossed="0">
                <a:solidFill>
                  <a:srgbClr val="24282a"/>
                </a:solidFill>
                <a:latin typeface="맑은 고딕"/>
                <a:ea typeface="맑은 고딕"/>
              </a:rPr>
              <a:t>List&lt;CommentDTO&gt;</a:t>
            </a:r>
            <a:r>
              <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rPr>
              <a:t>를 반환</a:t>
            </a:r>
            <a:endPar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endParaRPr>
          </a:p>
        </p:txBody>
      </p:sp>
      <p:pic>
        <p:nvPicPr>
          <p:cNvPr id="12" name=""/>
          <p:cNvPicPr>
            <a:picLocks noChangeAspect="1"/>
          </p:cNvPicPr>
          <p:nvPr/>
        </p:nvPicPr>
        <p:blipFill rotWithShape="1">
          <a:blip r:embed="rId2"/>
          <a:stretch>
            <a:fillRect/>
          </a:stretch>
        </p:blipFill>
        <p:spPr>
          <a:xfrm>
            <a:off x="390556" y="1317613"/>
            <a:ext cx="4599220" cy="1130312"/>
          </a:xfrm>
          <a:prstGeom prst="rect">
            <a:avLst/>
          </a:prstGeom>
        </p:spPr>
      </p:pic>
      <p:pic>
        <p:nvPicPr>
          <p:cNvPr id="13" name=""/>
          <p:cNvPicPr>
            <a:picLocks noChangeAspect="1"/>
          </p:cNvPicPr>
          <p:nvPr/>
        </p:nvPicPr>
        <p:blipFill rotWithShape="1">
          <a:blip r:embed="rId3"/>
          <a:stretch>
            <a:fillRect/>
          </a:stretch>
        </p:blipFill>
        <p:spPr>
          <a:xfrm>
            <a:off x="390556" y="2419350"/>
            <a:ext cx="4599220" cy="753783"/>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71786" y="545648"/>
            <a:ext cx="8429976" cy="572700"/>
          </a:xfrm>
        </p:spPr>
        <p:txBody>
          <a:bodyPr/>
          <a:lstStyle/>
          <a:p>
            <a:pPr algn="ctr">
              <a:defRPr/>
            </a:pPr>
            <a:r>
              <a:rPr lang="ko-KR" altLang="en-US">
                <a:latin typeface="맑은 고딕"/>
                <a:ea typeface="맑은 고딕"/>
              </a:rPr>
              <a:t>대댓글 추가 </a:t>
            </a:r>
            <a:r>
              <a:rPr lang="en-US" altLang="ko-KR">
                <a:latin typeface="맑은 고딕"/>
                <a:ea typeface="맑은 고딕"/>
              </a:rPr>
              <a:t> API(service + controller)</a:t>
            </a:r>
            <a:br>
              <a:rPr lang="en-US" altLang="ko-KR">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4896987" y="1194548"/>
            <a:ext cx="4004004" cy="3545008"/>
          </a:xfrm>
        </p:spPr>
        <p:txBody>
          <a:bodyPr/>
          <a:lstStyle/>
          <a:p>
            <a:pPr algn="l">
              <a:defRPr/>
            </a:pPr>
            <a:endParaRPr lang="ko-KR" altLang="ko-KR">
              <a:latin typeface="맑은 고딕"/>
              <a:ea typeface="맑은 고딕"/>
            </a:endParaRPr>
          </a:p>
          <a:p>
            <a:pPr algn="l">
              <a:defRPr/>
            </a:pPr>
            <a:r>
              <a:rPr lang="ko-KR" altLang="ko-KR" b="1">
                <a:latin typeface="맑은 고딕"/>
                <a:ea typeface="맑은 고딕"/>
              </a:rPr>
              <a:t>controller 계층</a:t>
            </a:r>
            <a:endParaRPr lang="ko-KR" altLang="ko-KR" b="1">
              <a:latin typeface="맑은 고딕"/>
              <a:ea typeface="맑은 고딕"/>
            </a:endParaRPr>
          </a:p>
          <a:p>
            <a:pPr algn="l">
              <a:defRPr/>
            </a:pPr>
            <a:r>
              <a:rPr lang="ko-KR" altLang="ko-KR">
                <a:latin typeface="맑은 고딕"/>
                <a:ea typeface="맑은 고딕"/>
              </a:rPr>
              <a:t>- requset와 response 처리를 담당</a:t>
            </a:r>
            <a:endParaRPr lang="ko-KR" altLang="ko-KR">
              <a:latin typeface="맑은 고딕"/>
              <a:ea typeface="맑은 고딕"/>
            </a:endParaRPr>
          </a:p>
          <a:p>
            <a:pPr algn="l">
              <a:defRPr/>
            </a:pPr>
            <a:r>
              <a:rPr lang="ko-KR" altLang="ko-KR">
                <a:latin typeface="맑은 고딕"/>
                <a:ea typeface="맑은 고딕"/>
              </a:rPr>
              <a:t>- </a:t>
            </a:r>
            <a:r>
              <a:rPr lang="ko-KR" altLang="en-US">
                <a:latin typeface="맑은 고딕"/>
                <a:ea typeface="맑은 고딕"/>
              </a:rPr>
              <a:t>추가</a:t>
            </a:r>
            <a:r>
              <a:rPr lang="ko-KR" altLang="ko-KR">
                <a:latin typeface="맑은 고딕"/>
                <a:ea typeface="맑은 고딕"/>
              </a:rPr>
              <a:t> 메서드</a:t>
            </a:r>
            <a:endParaRPr lang="ko-KR" altLang="ko-KR">
              <a:latin typeface="맑은 고딕"/>
              <a:ea typeface="맑은 고딕"/>
            </a:endParaRPr>
          </a:p>
          <a:p>
            <a:pPr algn="l">
              <a:defRPr/>
            </a:pPr>
            <a:r>
              <a:rPr lang="ko-KR" altLang="ko-KR">
                <a:latin typeface="맑은 고딕"/>
                <a:ea typeface="맑은 고딕"/>
              </a:rPr>
              <a:t> ㄴ 전체 </a:t>
            </a:r>
            <a:r>
              <a:rPr lang="ko-KR" altLang="en-US">
                <a:latin typeface="맑은 고딕"/>
                <a:ea typeface="맑은 고딕"/>
              </a:rPr>
              <a:t>대댓글 추가</a:t>
            </a:r>
            <a:r>
              <a:rPr lang="ko-KR" altLang="ko-KR">
                <a:latin typeface="맑은 고딕"/>
                <a:ea typeface="맑은 고딕"/>
              </a:rPr>
              <a:t> (@</a:t>
            </a:r>
            <a:r>
              <a:rPr lang="en-US" altLang="ko-KR">
                <a:latin typeface="맑은 고딕"/>
                <a:ea typeface="맑은 고딕"/>
              </a:rPr>
              <a:t>Post</a:t>
            </a:r>
            <a:r>
              <a:rPr lang="ko-KR" altLang="ko-KR">
                <a:latin typeface="맑은 고딕"/>
                <a:ea typeface="맑은 고딕"/>
              </a:rPr>
              <a:t>Mapping 사용)</a:t>
            </a:r>
            <a:endParaRPr lang="ko-KR" altLang="ko-KR">
              <a:latin typeface="맑은 고딕"/>
              <a:ea typeface="맑은 고딕"/>
            </a:endParaRPr>
          </a:p>
          <a:p>
            <a:pPr algn="l">
              <a:defRPr/>
            </a:pPr>
            <a:r>
              <a:rPr lang="ko-KR" altLang="ko-KR">
                <a:latin typeface="맑은 고딕"/>
                <a:ea typeface="맑은 고딕"/>
              </a:rPr>
              <a:t> </a:t>
            </a:r>
            <a:endParaRPr lang="ko-KR" altLang="ko-KR">
              <a:latin typeface="맑은 고딕"/>
              <a:ea typeface="맑은 고딕"/>
            </a:endParaRPr>
          </a:p>
          <a:p>
            <a:pPr algn="l">
              <a:defRPr/>
            </a:pPr>
            <a:r>
              <a:rPr lang="en-US" altLang="ko-KR" b="1">
                <a:latin typeface="맑은 고딕"/>
                <a:ea typeface="맑은 고딕"/>
              </a:rPr>
              <a:t>service</a:t>
            </a:r>
            <a:r>
              <a:rPr lang="ko-KR" altLang="en-US" b="1">
                <a:latin typeface="맑은 고딕"/>
                <a:ea typeface="맑은 고딕"/>
              </a:rPr>
              <a:t> 계층</a:t>
            </a:r>
            <a:endParaRPr lang="ko-KR" altLang="en-US">
              <a:latin typeface="맑은 고딕"/>
              <a:ea typeface="맑은 고딕"/>
            </a:endParaRPr>
          </a:p>
          <a:p>
            <a:pPr algn="l">
              <a:defRPr/>
            </a:pPr>
            <a:r>
              <a:rPr lang="en-US" altLang="ko-KR">
                <a:latin typeface="맑은 고딕"/>
                <a:ea typeface="맑은 고딕"/>
              </a:rPr>
              <a:t>- DB </a:t>
            </a:r>
            <a:r>
              <a:rPr lang="ko-KR" altLang="en-US">
                <a:latin typeface="맑은 고딕"/>
                <a:ea typeface="맑은 고딕"/>
              </a:rPr>
              <a:t>접근 및 변환 로직 처리</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대댓글 추가 메서드</a:t>
            </a:r>
            <a:endParaRPr lang="ko-KR" altLang="en-US">
              <a:latin typeface="맑은 고딕"/>
              <a:ea typeface="맑은 고딕"/>
            </a:endParaRPr>
          </a:p>
          <a:p>
            <a:pPr algn="l">
              <a:defRPr/>
            </a:pPr>
            <a:endParaRPr lang="ko-KR" altLang="en-US">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1" i="0" u="none" strike="noStrike" kern="0" cap="none" spc="0" normalizeH="0" baseline="0" mc:Ignorable="hp" hp:hslEmbossed="0">
                <a:solidFill>
                  <a:srgbClr val="24282a"/>
                </a:solidFill>
                <a:latin typeface="맑은 고딕"/>
                <a:ea typeface="맑은 고딕"/>
              </a:rPr>
              <a:t>참고사항</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comId(</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댓글 고유번호</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a:t>
            </a:r>
            <a:endPar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userNick(</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닉네임 정보</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a:t>
            </a:r>
            <a:endPar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content(</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댓글 내용</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a:t>
            </a:r>
            <a:endPar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p:txBody>
      </p:sp>
      <p:pic>
        <p:nvPicPr>
          <p:cNvPr id="13" name=""/>
          <p:cNvPicPr>
            <a:picLocks noChangeAspect="1"/>
          </p:cNvPicPr>
          <p:nvPr/>
        </p:nvPicPr>
        <p:blipFill rotWithShape="1">
          <a:blip r:embed="rId2"/>
          <a:stretch>
            <a:fillRect/>
          </a:stretch>
        </p:blipFill>
        <p:spPr>
          <a:xfrm>
            <a:off x="558227" y="1194548"/>
            <a:ext cx="4338759" cy="808127"/>
          </a:xfrm>
          <a:prstGeom prst="rect">
            <a:avLst/>
          </a:prstGeom>
        </p:spPr>
      </p:pic>
      <p:pic>
        <p:nvPicPr>
          <p:cNvPr id="14" name=""/>
          <p:cNvPicPr>
            <a:picLocks noChangeAspect="1"/>
          </p:cNvPicPr>
          <p:nvPr/>
        </p:nvPicPr>
        <p:blipFill rotWithShape="1">
          <a:blip r:embed="rId3"/>
          <a:stretch>
            <a:fillRect/>
          </a:stretch>
        </p:blipFill>
        <p:spPr>
          <a:xfrm>
            <a:off x="558227" y="1936840"/>
            <a:ext cx="4346097" cy="2838010"/>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432954" y="513084"/>
            <a:ext cx="8398844" cy="572700"/>
          </a:xfrm>
        </p:spPr>
        <p:txBody>
          <a:bodyPr/>
          <a:lstStyle/>
          <a:p>
            <a:pPr algn="ctr">
              <a:defRPr/>
            </a:pPr>
            <a:r>
              <a:rPr lang="ko-KR" altLang="en-US">
                <a:latin typeface="맑은 고딕"/>
                <a:ea typeface="맑은 고딕"/>
              </a:rPr>
              <a:t>대댓글 삭제</a:t>
            </a:r>
            <a:r>
              <a:rPr lang="en-US" altLang="ko-KR">
                <a:latin typeface="맑은 고딕"/>
                <a:ea typeface="맑은 고딕"/>
              </a:rPr>
              <a:t> API(service + controller)</a:t>
            </a:r>
            <a:br>
              <a:rPr lang="en-US" altLang="ko-KR">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5095876" y="1234218"/>
            <a:ext cx="3837031" cy="3510548"/>
          </a:xfrm>
        </p:spPr>
        <p:txBody>
          <a:bodyPr/>
          <a:lstStyle/>
          <a:p>
            <a:pPr algn="l">
              <a:defRPr/>
            </a:pPr>
            <a:r>
              <a:rPr lang="ko-KR" altLang="en-US" b="1">
                <a:latin typeface="맑은 고딕"/>
                <a:ea typeface="맑은 고딕"/>
              </a:rPr>
              <a:t>service 계층</a:t>
            </a:r>
            <a:endParaRPr lang="ko-KR" altLang="en-US">
              <a:latin typeface="맑은 고딕"/>
              <a:ea typeface="맑은 고딕"/>
            </a:endParaRPr>
          </a:p>
          <a:p>
            <a:pPr algn="l">
              <a:defRPr/>
            </a:pPr>
            <a:r>
              <a:rPr lang="ko-KR" altLang="en-US">
                <a:latin typeface="맑은 고딕"/>
                <a:ea typeface="맑은 고딕"/>
              </a:rPr>
              <a:t>- DB 접근 및 변환 로직 처리</a:t>
            </a:r>
            <a:endParaRPr lang="ko-KR" altLang="en-US">
              <a:latin typeface="맑은 고딕"/>
              <a:ea typeface="맑은 고딕"/>
            </a:endParaRPr>
          </a:p>
          <a:p>
            <a:pPr algn="l">
              <a:defRPr/>
            </a:pPr>
            <a:r>
              <a:rPr lang="ko-KR" altLang="en-US">
                <a:latin typeface="맑은 고딕"/>
                <a:ea typeface="맑은 고딕"/>
              </a:rPr>
              <a:t>- 대댓글 삭제 메서드</a:t>
            </a:r>
            <a:endParaRPr lang="ko-KR" altLang="en-US">
              <a:latin typeface="맑은 고딕"/>
              <a:ea typeface="맑은 고딕"/>
            </a:endParaRPr>
          </a:p>
          <a:p>
            <a:pPr algn="l">
              <a:defRPr/>
            </a:pPr>
            <a:endParaRPr lang="ko-KR" altLang="en-US">
              <a:latin typeface="맑은 고딕"/>
              <a:ea typeface="맑은 고딕"/>
            </a:endParaRPr>
          </a:p>
          <a:p>
            <a:pPr algn="l">
              <a:defRPr/>
            </a:pPr>
            <a:r>
              <a:rPr lang="ko-KR" altLang="en-US" b="1">
                <a:latin typeface="맑은 고딕"/>
                <a:ea typeface="맑은 고딕"/>
              </a:rPr>
              <a:t>controller 계층</a:t>
            </a:r>
            <a:endParaRPr lang="ko-KR" altLang="en-US">
              <a:latin typeface="맑은 고딕"/>
              <a:ea typeface="맑은 고딕"/>
            </a:endParaRPr>
          </a:p>
          <a:p>
            <a:pPr algn="l">
              <a:defRPr/>
            </a:pPr>
            <a:r>
              <a:rPr lang="ko-KR" altLang="en-US">
                <a:latin typeface="맑은 고딕"/>
                <a:ea typeface="맑은 고딕"/>
              </a:rPr>
              <a:t>- requset와 response 처리를 담당</a:t>
            </a:r>
            <a:endParaRPr lang="ko-KR" altLang="en-US">
              <a:latin typeface="맑은 고딕"/>
              <a:ea typeface="맑은 고딕"/>
            </a:endParaRPr>
          </a:p>
          <a:p>
            <a:pPr algn="l">
              <a:defRPr/>
            </a:pPr>
            <a:r>
              <a:rPr lang="ko-KR" altLang="en-US">
                <a:latin typeface="맑은 고딕"/>
                <a:ea typeface="맑은 고딕"/>
              </a:rPr>
              <a:t>- 삭제메서드</a:t>
            </a:r>
            <a:r>
              <a:rPr lang="en-US" altLang="ko-KR">
                <a:latin typeface="맑은 고딕"/>
                <a:ea typeface="맑은 고딕"/>
              </a:rPr>
              <a:t>(@DeleteMapping </a:t>
            </a:r>
            <a:r>
              <a:rPr lang="ko-KR" altLang="en-US">
                <a:latin typeface="맑은 고딕"/>
                <a:ea typeface="맑은 고딕"/>
              </a:rPr>
              <a:t>사용</a:t>
            </a:r>
            <a:r>
              <a:rPr lang="en-US" altLang="ko-KR">
                <a:latin typeface="맑은 고딕"/>
                <a:ea typeface="맑은 고딕"/>
              </a:rPr>
              <a:t>)</a:t>
            </a:r>
            <a:endParaRPr lang="en-US" altLang="ko-KR">
              <a:latin typeface="맑은 고딕"/>
              <a:ea typeface="맑은 고딕"/>
            </a:endParaRPr>
          </a:p>
          <a:p>
            <a:pPr algn="l">
              <a:defRPr/>
            </a:pPr>
            <a:r>
              <a:rPr lang="ko-KR" altLang="en-US">
                <a:latin typeface="맑은 고딕"/>
                <a:ea typeface="맑은 고딕"/>
              </a:rPr>
              <a:t>  ㄴ삭제시 </a:t>
            </a:r>
            <a:r>
              <a:rPr lang="en-US" altLang="ko-KR">
                <a:latin typeface="맑은 고딕"/>
                <a:ea typeface="맑은 고딕"/>
              </a:rPr>
              <a:t>DB</a:t>
            </a:r>
            <a:r>
              <a:rPr lang="ko-KR" altLang="en-US">
                <a:latin typeface="맑은 고딕"/>
                <a:ea typeface="맑은 고딕"/>
              </a:rPr>
              <a:t>에서 자동삭제 되도록 기능 추가</a:t>
            </a:r>
            <a:endParaRPr lang="ko-KR" altLang="en-US">
              <a:latin typeface="맑은 고딕"/>
              <a:ea typeface="맑은 고딕"/>
            </a:endParaRPr>
          </a:p>
          <a:p>
            <a:pPr algn="l">
              <a:defRPr/>
            </a:pPr>
            <a:r>
              <a:rPr lang="ko-KR" altLang="en-US">
                <a:latin typeface="맑은 고딕"/>
                <a:ea typeface="맑은 고딕"/>
              </a:rPr>
              <a:t>  </a:t>
            </a:r>
            <a:endParaRPr lang="ko-KR" altLang="en-US">
              <a:latin typeface="맑은 고딕"/>
              <a:ea typeface="맑은 고딕"/>
            </a:endParaRPr>
          </a:p>
          <a:p>
            <a:pPr algn="l">
              <a:defRPr/>
            </a:pPr>
            <a:endParaRPr lang="ko-KR" altLang="en-US">
              <a:latin typeface="맑은 고딕"/>
              <a:ea typeface="맑은 고딕"/>
            </a:endParaRPr>
          </a:p>
          <a:p>
            <a:pPr algn="l">
              <a:defRPr/>
            </a:pPr>
            <a:r>
              <a:rPr lang="ko-KR" altLang="en-US" b="1">
                <a:latin typeface="맑은 고딕"/>
                <a:ea typeface="맑은 고딕"/>
              </a:rPr>
              <a:t>참고사항</a:t>
            </a:r>
            <a:endParaRPr lang="ko-KR" altLang="en-US">
              <a:latin typeface="맑은 고딕"/>
              <a:ea typeface="맑은 고딕"/>
            </a:endParaRPr>
          </a:p>
          <a:p>
            <a:pPr algn="l">
              <a:defRPr/>
            </a:pPr>
            <a:r>
              <a:rPr lang="en-US" altLang="ko-KR">
                <a:latin typeface="맑은 고딕"/>
                <a:ea typeface="맑은 고딕"/>
              </a:rPr>
              <a:t>@DeleteMapping </a:t>
            </a:r>
            <a:endParaRPr lang="en-US" altLang="ko-KR">
              <a:latin typeface="맑은 고딕"/>
              <a:ea typeface="맑은 고딕"/>
            </a:endParaRPr>
          </a:p>
          <a:p>
            <a:pPr algn="l">
              <a:defRPr/>
            </a:pPr>
            <a:r>
              <a:rPr lang="en-US" altLang="ko-KR">
                <a:latin typeface="맑은 고딕"/>
                <a:ea typeface="맑은 고딕"/>
              </a:rPr>
              <a:t>- HTTP DELETE</a:t>
            </a:r>
            <a:r>
              <a:rPr lang="ko-KR" altLang="en-US">
                <a:latin typeface="맑은 고딕"/>
                <a:ea typeface="맑은 고딕"/>
              </a:rPr>
              <a:t> 요청 처리해주는 메서드</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주로 삭제할 때 사용</a:t>
            </a: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p:txBody>
      </p:sp>
      <p:pic>
        <p:nvPicPr>
          <p:cNvPr id="10" name=""/>
          <p:cNvPicPr>
            <a:picLocks noChangeAspect="1"/>
          </p:cNvPicPr>
          <p:nvPr/>
        </p:nvPicPr>
        <p:blipFill rotWithShape="1">
          <a:blip r:embed="rId2"/>
          <a:stretch>
            <a:fillRect/>
          </a:stretch>
        </p:blipFill>
        <p:spPr>
          <a:xfrm>
            <a:off x="432954" y="1364474"/>
            <a:ext cx="4662921" cy="1028173"/>
          </a:xfrm>
          <a:prstGeom prst="rect">
            <a:avLst/>
          </a:prstGeom>
        </p:spPr>
      </p:pic>
      <p:pic>
        <p:nvPicPr>
          <p:cNvPr id="12" name=""/>
          <p:cNvPicPr>
            <a:picLocks noChangeAspect="1"/>
          </p:cNvPicPr>
          <p:nvPr/>
        </p:nvPicPr>
        <p:blipFill rotWithShape="1">
          <a:blip r:embed="rId3"/>
          <a:stretch>
            <a:fillRect/>
          </a:stretch>
        </p:blipFill>
        <p:spPr>
          <a:xfrm>
            <a:off x="432953" y="2383122"/>
            <a:ext cx="4662922" cy="841644"/>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530646" y="529366"/>
            <a:ext cx="8293008" cy="572700"/>
          </a:xfrm>
        </p:spPr>
        <p:txBody>
          <a:bodyPr/>
          <a:lstStyle/>
          <a:p>
            <a:pPr algn="ctr">
              <a:defRPr/>
            </a:pPr>
            <a:r>
              <a:rPr lang="en-US" altLang="ko-KR">
                <a:latin typeface="맑은 고딕"/>
                <a:ea typeface="맑은 고딕"/>
              </a:rPr>
              <a:t>QnAEntity</a:t>
            </a:r>
            <a:br>
              <a:rPr lang="en-US" altLang="ko-KR">
                <a:ea typeface="맑은 고딕"/>
              </a:rPr>
            </a:br>
            <a:endParaRPr lang="en-US" altLang="ko-KR">
              <a:ea typeface="맑은 고딕"/>
            </a:endParaRPr>
          </a:p>
        </p:txBody>
      </p:sp>
      <p:sp>
        <p:nvSpPr>
          <p:cNvPr id="3" name="Google Shape;44;p5"/>
          <p:cNvSpPr>
            <a:spLocks noGrp="1"/>
          </p:cNvSpPr>
          <p:nvPr>
            <p:ph type="subTitle" idx="1"/>
          </p:nvPr>
        </p:nvSpPr>
        <p:spPr>
          <a:xfrm>
            <a:off x="4965618" y="1234218"/>
            <a:ext cx="3967288" cy="3510548"/>
          </a:xfrm>
        </p:spPr>
        <p:txBody>
          <a:bodyPr/>
          <a:lstStyle/>
          <a:p>
            <a:pPr algn="l">
              <a:defRPr/>
            </a:pPr>
            <a:r>
              <a:rPr lang="en-US" altLang="ko-KR" sz="1100">
                <a:latin typeface="맑은 고딕"/>
                <a:ea typeface="맑은 고딕"/>
              </a:rPr>
              <a:t>@Id :</a:t>
            </a:r>
            <a:r>
              <a:rPr lang="ko-KR" altLang="en-US" sz="1100">
                <a:latin typeface="맑은 고딕"/>
                <a:ea typeface="맑은 고딕"/>
              </a:rPr>
              <a:t> 이 엔티티가 기본키 임을 나타냄</a:t>
            </a:r>
            <a:endParaRPr lang="ko-KR" altLang="en-US" sz="1100">
              <a:latin typeface="맑은 고딕"/>
              <a:ea typeface="맑은 고딕"/>
            </a:endParaRPr>
          </a:p>
          <a:p>
            <a:pPr algn="l">
              <a:defRPr/>
            </a:pPr>
            <a:r>
              <a:rPr lang="en-US" altLang="ko-KR" sz="1100">
                <a:latin typeface="맑은 고딕"/>
                <a:ea typeface="맑은 고딕"/>
              </a:rPr>
              <a:t>@GeneratedValue(strategyGenerationType.IDENTITY)</a:t>
            </a:r>
            <a:r>
              <a:rPr lang="ko-KR" altLang="en-US" sz="1100">
                <a:latin typeface="맑은 고딕"/>
                <a:ea typeface="맑은 고딕"/>
              </a:rPr>
              <a:t> </a:t>
            </a:r>
            <a:r>
              <a:rPr lang="en-US" altLang="ko-KR" sz="1100">
                <a:latin typeface="맑은 고딕"/>
                <a:ea typeface="맑은 고딕"/>
              </a:rPr>
              <a:t>:</a:t>
            </a:r>
            <a:r>
              <a:rPr lang="ko-KR" altLang="en-US" sz="1100">
                <a:latin typeface="맑은 고딕"/>
                <a:ea typeface="맑은 고딕"/>
              </a:rPr>
              <a:t> </a:t>
            </a:r>
            <a:endParaRPr lang="ko-KR" altLang="en-US" sz="1100">
              <a:latin typeface="맑은 고딕"/>
              <a:ea typeface="맑은 고딕"/>
            </a:endParaRPr>
          </a:p>
          <a:p>
            <a:pPr algn="l">
              <a:defRPr/>
            </a:pPr>
            <a:r>
              <a:rPr lang="ko-KR" altLang="en-US" sz="1100">
                <a:latin typeface="맑은 고딕"/>
                <a:ea typeface="맑은 고딕"/>
              </a:rPr>
              <a:t> </a:t>
            </a:r>
            <a:r>
              <a:rPr lang="en-US" altLang="ko-KR" sz="1100">
                <a:latin typeface="맑은 고딕"/>
                <a:ea typeface="맑은 고딕"/>
              </a:rPr>
              <a:t>-</a:t>
            </a:r>
            <a:r>
              <a:rPr lang="ko-KR" altLang="en-US" sz="1100">
                <a:latin typeface="맑은 고딕"/>
                <a:ea typeface="맑은 고딕"/>
              </a:rPr>
              <a:t> 자동 번호 부여</a:t>
            </a:r>
            <a:endParaRPr lang="ko-KR" altLang="en-US" sz="1100">
              <a:latin typeface="맑은 고딕"/>
              <a:ea typeface="맑은 고딕"/>
            </a:endParaRPr>
          </a:p>
          <a:p>
            <a:pPr algn="l">
              <a:defRPr/>
            </a:pPr>
            <a:r>
              <a:rPr lang="en-US" altLang="ko-KR" sz="1100">
                <a:latin typeface="맑은 고딕"/>
                <a:ea typeface="맑은 고딕"/>
              </a:rPr>
              <a:t>@ManyToOne : </a:t>
            </a:r>
            <a:r>
              <a:rPr lang="ko-KR" altLang="en-US" sz="1100">
                <a:latin typeface="맑은 고딕"/>
                <a:ea typeface="맑은 고딕"/>
              </a:rPr>
              <a:t>다대일 관계 형성</a:t>
            </a:r>
            <a:endParaRPr lang="ko-KR" altLang="en-US" sz="1100">
              <a:latin typeface="맑은 고딕"/>
              <a:ea typeface="맑은 고딕"/>
            </a:endParaRPr>
          </a:p>
          <a:p>
            <a:pPr algn="l">
              <a:defRPr/>
            </a:pPr>
            <a:r>
              <a:rPr lang="en-US" altLang="ko-KR" sz="1100">
                <a:latin typeface="맑은 고딕"/>
                <a:ea typeface="맑은 고딕"/>
              </a:rPr>
              <a:t>@JoinColumn</a:t>
            </a:r>
            <a:r>
              <a:rPr lang="ko-KR" altLang="en-US" sz="1100">
                <a:latin typeface="맑은 고딕"/>
                <a:ea typeface="맑은 고딕"/>
              </a:rPr>
              <a:t> </a:t>
            </a:r>
            <a:r>
              <a:rPr lang="en-US" altLang="ko-KR" sz="1100">
                <a:latin typeface="맑은 고딕"/>
                <a:ea typeface="맑은 고딕"/>
              </a:rPr>
              <a:t>:</a:t>
            </a:r>
            <a:r>
              <a:rPr lang="ko-KR" altLang="en-US" sz="1100">
                <a:latin typeface="맑은 고딕"/>
                <a:ea typeface="맑은 고딕"/>
              </a:rPr>
              <a:t> 외래 키 지정</a:t>
            </a:r>
            <a:endParaRPr lang="ko-KR" altLang="en-US" sz="1100">
              <a:latin typeface="맑은 고딕"/>
              <a:ea typeface="맑은 고딕"/>
            </a:endParaRPr>
          </a:p>
          <a:p>
            <a:pPr algn="l">
              <a:defRPr/>
            </a:pPr>
            <a:r>
              <a:rPr lang="en-US" altLang="ko-KR" sz="1100">
                <a:latin typeface="맑은 고딕"/>
                <a:ea typeface="맑은 고딕"/>
              </a:rPr>
              <a:t>-</a:t>
            </a:r>
            <a:r>
              <a:rPr lang="ko-KR" altLang="en-US" sz="1100">
                <a:latin typeface="맑은 고딕"/>
                <a:ea typeface="맑은 고딕"/>
              </a:rPr>
              <a:t> </a:t>
            </a:r>
            <a:r>
              <a:rPr lang="en-US" altLang="ko-KR" sz="1100">
                <a:latin typeface="맑은 고딕"/>
                <a:ea typeface="맑은 고딕"/>
              </a:rPr>
              <a:t>name = :</a:t>
            </a:r>
            <a:r>
              <a:rPr lang="ko-KR" altLang="en-US" sz="1100">
                <a:latin typeface="맑은 고딕"/>
                <a:ea typeface="맑은 고딕"/>
              </a:rPr>
              <a:t> 현재 테이블에 생성될 외래 키 컬럼 이름</a:t>
            </a:r>
            <a:endParaRPr lang="ko-KR" altLang="en-US" sz="1100">
              <a:latin typeface="맑은 고딕"/>
              <a:ea typeface="맑은 고딕"/>
            </a:endParaRPr>
          </a:p>
          <a:p>
            <a:pPr algn="l">
              <a:defRPr/>
            </a:pPr>
            <a:r>
              <a:rPr lang="en-US" altLang="ko-KR" sz="1100">
                <a:latin typeface="맑은 고딕"/>
                <a:ea typeface="맑은 고딕"/>
              </a:rPr>
              <a:t>-</a:t>
            </a:r>
            <a:r>
              <a:rPr lang="ko-KR" altLang="en-US" sz="1100">
                <a:latin typeface="맑은 고딕"/>
                <a:ea typeface="맑은 고딕"/>
              </a:rPr>
              <a:t> referencedColumnName = </a:t>
            </a:r>
            <a:endParaRPr lang="ko-KR" altLang="en-US" sz="1100">
              <a:latin typeface="맑은 고딕"/>
              <a:ea typeface="맑은 고딕"/>
            </a:endParaRPr>
          </a:p>
          <a:p>
            <a:pPr algn="l">
              <a:defRPr/>
            </a:pPr>
            <a:r>
              <a:rPr lang="ko-KR" altLang="en-US" sz="1100">
                <a:latin typeface="맑은 고딕"/>
                <a:ea typeface="맑은 고딕"/>
              </a:rPr>
              <a:t>   참조 대상 테이블의 기준 컬럼 이름</a:t>
            </a:r>
            <a:endParaRPr lang="ko-KR" altLang="en-US" sz="1100">
              <a:latin typeface="맑은 고딕"/>
              <a:ea typeface="맑은 고딕"/>
            </a:endParaRPr>
          </a:p>
          <a:p>
            <a:pPr algn="l">
              <a:defRPr/>
            </a:pPr>
            <a:endParaRPr lang="ko-KR" altLang="en-US" sz="1100">
              <a:latin typeface="맑은 고딕"/>
              <a:ea typeface="맑은 고딕"/>
            </a:endParaRPr>
          </a:p>
          <a:p>
            <a:pPr algn="l">
              <a:defRPr/>
            </a:pPr>
            <a:r>
              <a:rPr lang="en-US" altLang="ko-KR" sz="1100">
                <a:latin typeface="맑은 고딕"/>
                <a:ea typeface="맑은 고딕"/>
              </a:rPr>
              <a:t>- nullable</a:t>
            </a:r>
            <a:r>
              <a:rPr lang="ko-KR" altLang="en-US" sz="1100">
                <a:latin typeface="맑은 고딕"/>
                <a:ea typeface="맑은 고딕"/>
              </a:rPr>
              <a:t> </a:t>
            </a:r>
            <a:r>
              <a:rPr lang="en-US" altLang="ko-KR" sz="1100">
                <a:latin typeface="맑은 고딕"/>
                <a:ea typeface="맑은 고딕"/>
              </a:rPr>
              <a:t>=</a:t>
            </a:r>
            <a:r>
              <a:rPr lang="ko-KR" altLang="en-US" sz="1100">
                <a:latin typeface="맑은 고딕"/>
                <a:ea typeface="맑은 고딕"/>
              </a:rPr>
              <a:t> </a:t>
            </a:r>
            <a:r>
              <a:rPr lang="en-US" altLang="ko-KR" sz="1100">
                <a:latin typeface="맑은 고딕"/>
                <a:ea typeface="맑은 고딕"/>
              </a:rPr>
              <a:t>false : </a:t>
            </a:r>
            <a:r>
              <a:rPr lang="ko-KR" altLang="en-US" sz="1100">
                <a:latin typeface="맑은 고딕"/>
                <a:ea typeface="맑은 고딕"/>
              </a:rPr>
              <a:t>외래 키 컬럼 값이 반드시 존재</a:t>
            </a:r>
            <a:endParaRPr lang="ko-KR" altLang="en-US">
              <a:latin typeface="맑은 고딕"/>
              <a:ea typeface="맑은 고딕"/>
            </a:endParaRPr>
          </a:p>
          <a:p>
            <a:pPr algn="l">
              <a:defRPr/>
            </a:pPr>
            <a:endParaRPr lang="ko-KR" altLang="en-US">
              <a:latin typeface="맑은 고딕"/>
              <a:ea typeface="맑은 고딕"/>
            </a:endParaRPr>
          </a:p>
        </p:txBody>
      </p:sp>
      <p:pic>
        <p:nvPicPr>
          <p:cNvPr id="14" name=""/>
          <p:cNvPicPr>
            <a:picLocks noChangeAspect="1"/>
          </p:cNvPicPr>
          <p:nvPr/>
        </p:nvPicPr>
        <p:blipFill rotWithShape="1">
          <a:blip r:embed="rId2"/>
          <a:stretch>
            <a:fillRect/>
          </a:stretch>
        </p:blipFill>
        <p:spPr>
          <a:xfrm>
            <a:off x="354946" y="1234218"/>
            <a:ext cx="4740929" cy="2889520"/>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43403" y="513083"/>
            <a:ext cx="8431407" cy="572700"/>
          </a:xfrm>
        </p:spPr>
        <p:txBody>
          <a:bodyPr/>
          <a:lstStyle/>
          <a:p>
            <a:pPr algn="ctr">
              <a:defRPr/>
            </a:pPr>
            <a:r>
              <a:rPr lang="en-US" altLang="ko-KR">
                <a:latin typeface="맑은 고딕"/>
                <a:ea typeface="맑은 고딕"/>
              </a:rPr>
              <a:t>QnADTO</a:t>
            </a:r>
            <a:endParaRPr lang="en-US" altLang="ko-KR">
              <a:latin typeface="맑은 고딕"/>
              <a:ea typeface="맑은 고딕"/>
            </a:endParaRPr>
          </a:p>
        </p:txBody>
      </p:sp>
      <p:sp>
        <p:nvSpPr>
          <p:cNvPr id="3" name="Google Shape;44;p5"/>
          <p:cNvSpPr>
            <a:spLocks noGrp="1"/>
          </p:cNvSpPr>
          <p:nvPr>
            <p:ph type="subTitle" idx="1"/>
          </p:nvPr>
        </p:nvSpPr>
        <p:spPr>
          <a:xfrm>
            <a:off x="4572000" y="1234218"/>
            <a:ext cx="4360907" cy="3510548"/>
          </a:xfrm>
        </p:spPr>
        <p:txBody>
          <a:bodyPr/>
          <a:lstStyle/>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qnaNum : QnA </a:t>
            </a:r>
            <a:r>
              <a:rPr lang="ko-KR" altLang="en-US">
                <a:latin typeface="맑은 고딕"/>
                <a:ea typeface="맑은 고딕"/>
              </a:rPr>
              <a:t>고유 번호</a:t>
            </a:r>
            <a:endParaRPr lang="ko-KR" altLang="en-US">
              <a:latin typeface="맑은 고딕"/>
              <a:ea typeface="맑은 고딕"/>
            </a:endParaRPr>
          </a:p>
          <a:p>
            <a:pPr algn="l">
              <a:defRPr/>
            </a:pPr>
            <a:r>
              <a:rPr lang="en-US" altLang="ko-KR">
                <a:latin typeface="맑은 고딕"/>
                <a:ea typeface="맑은 고딕"/>
              </a:rPr>
              <a:t>- qnaTitle : QnA </a:t>
            </a:r>
            <a:r>
              <a:rPr lang="ko-KR" altLang="en-US">
                <a:latin typeface="맑은 고딕"/>
                <a:ea typeface="맑은 고딕"/>
              </a:rPr>
              <a:t>제목</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qnaDtail : QnA </a:t>
            </a:r>
            <a:r>
              <a:rPr lang="ko-KR" altLang="en-US">
                <a:latin typeface="맑은 고딕"/>
                <a:ea typeface="맑은 고딕"/>
              </a:rPr>
              <a:t>내용</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userNick :</a:t>
            </a:r>
            <a:r>
              <a:rPr lang="ko-KR" altLang="en-US">
                <a:latin typeface="맑은 고딕"/>
                <a:ea typeface="맑은 고딕"/>
              </a:rPr>
              <a:t> 사용자의 별명</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writeDate :</a:t>
            </a:r>
            <a:r>
              <a:rPr lang="ko-KR" altLang="en-US">
                <a:latin typeface="맑은 고딕"/>
                <a:ea typeface="맑은 고딕"/>
              </a:rPr>
              <a:t> 작성일자</a:t>
            </a:r>
            <a:endParaRPr lang="ko-KR" altLang="en-US">
              <a:latin typeface="맑은 고딕"/>
              <a:ea typeface="맑은 고딕"/>
            </a:endParaRPr>
          </a:p>
          <a:p>
            <a:pPr algn="l">
              <a:defRPr/>
            </a:pPr>
            <a:endParaRPr lang="ko-KR" altLang="en-US">
              <a:latin typeface="맑은 고딕"/>
              <a:ea typeface="맑은 고딕"/>
            </a:endParaRPr>
          </a:p>
          <a:p>
            <a:pPr algn="l">
              <a:defRPr/>
            </a:pPr>
            <a:r>
              <a:rPr lang="en-US" altLang="ko-KR" b="1">
                <a:latin typeface="맑은 고딕"/>
                <a:ea typeface="맑은 고딕"/>
              </a:rPr>
              <a:t>QnADTO</a:t>
            </a:r>
            <a:r>
              <a:rPr lang="ko-KR" altLang="en-US" b="1">
                <a:latin typeface="맑은 고딕"/>
                <a:ea typeface="맑은 고딕"/>
              </a:rPr>
              <a:t> 생성자</a:t>
            </a:r>
            <a:r>
              <a:rPr lang="ko-KR" altLang="en-US">
                <a:latin typeface="맑은 고딕"/>
                <a:ea typeface="맑은 고딕"/>
              </a:rPr>
              <a:t> </a:t>
            </a: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QnAEntity</a:t>
            </a:r>
            <a:r>
              <a:rPr lang="ko-KR" altLang="en-US">
                <a:latin typeface="맑은 고딕"/>
                <a:ea typeface="맑은 고딕"/>
              </a:rPr>
              <a:t> 타입을 </a:t>
            </a:r>
            <a:r>
              <a:rPr lang="en-US" altLang="ko-KR">
                <a:latin typeface="맑은 고딕"/>
                <a:ea typeface="맑은 고딕"/>
              </a:rPr>
              <a:t>QnADTO</a:t>
            </a:r>
            <a:r>
              <a:rPr lang="ko-KR" altLang="en-US">
                <a:latin typeface="맑은 고딕"/>
                <a:ea typeface="맑은 고딕"/>
              </a:rPr>
              <a:t>로 변환</a:t>
            </a:r>
            <a:endParaRPr lang="ko-KR" altLang="en-US">
              <a:latin typeface="맑은 고딕"/>
              <a:ea typeface="맑은 고딕"/>
            </a:endParaRPr>
          </a:p>
          <a:p>
            <a:pPr algn="l">
              <a:defRPr/>
            </a:pPr>
            <a:endParaRPr lang="ko-KR" altLang="en-US">
              <a:latin typeface="맑은 고딕"/>
              <a:ea typeface="맑은 고딕"/>
            </a:endParaRPr>
          </a:p>
          <a:p>
            <a:pPr algn="l">
              <a:defRPr/>
            </a:pPr>
            <a:r>
              <a:rPr lang="en-US" altLang="ko-KR" b="1">
                <a:latin typeface="맑은 고딕"/>
                <a:ea typeface="맑은 고딕"/>
              </a:rPr>
              <a:t>toEntity</a:t>
            </a:r>
            <a:r>
              <a:rPr lang="ko-KR" altLang="en-US" b="1">
                <a:latin typeface="맑은 고딕"/>
                <a:ea typeface="맑은 고딕"/>
              </a:rPr>
              <a:t> 메서드</a:t>
            </a:r>
            <a:r>
              <a:rPr lang="ko-KR" altLang="en-US">
                <a:latin typeface="맑은 고딕"/>
                <a:ea typeface="맑은 고딕"/>
              </a:rPr>
              <a:t> </a:t>
            </a: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QnADTO</a:t>
            </a:r>
            <a:r>
              <a:rPr lang="ko-KR" altLang="en-US">
                <a:latin typeface="맑은 고딕"/>
                <a:ea typeface="맑은 고딕"/>
              </a:rPr>
              <a:t> 타입을 </a:t>
            </a:r>
            <a:r>
              <a:rPr lang="en-US" altLang="ko-KR">
                <a:latin typeface="맑은 고딕"/>
                <a:ea typeface="맑은 고딕"/>
              </a:rPr>
              <a:t>QnAEntity</a:t>
            </a:r>
            <a:r>
              <a:rPr lang="ko-KR" altLang="en-US">
                <a:latin typeface="맑은 고딕"/>
                <a:ea typeface="맑은 고딕"/>
              </a:rPr>
              <a:t> 값으로 변환</a:t>
            </a:r>
            <a:endParaRPr lang="ko-KR" altLang="en-US">
              <a:latin typeface="맑은 고딕"/>
              <a:ea typeface="맑은 고딕"/>
            </a:endParaRPr>
          </a:p>
          <a:p>
            <a:pPr algn="l">
              <a:defRPr/>
            </a:pPr>
            <a:r>
              <a:rPr lang="ko-KR" altLang="en-US">
                <a:latin typeface="맑은 고딕"/>
                <a:ea typeface="맑은 고딕"/>
              </a:rPr>
              <a:t>   ㄴ 빌더패턴 사용</a:t>
            </a:r>
            <a:r>
              <a:rPr lang="en-US" altLang="ko-KR">
                <a:latin typeface="맑은 고딕"/>
                <a:ea typeface="맑은 고딕"/>
              </a:rPr>
              <a:t>(@Builder)</a:t>
            </a:r>
            <a:endParaRPr lang="en-US" altLang="ko-KR">
              <a:latin typeface="맑은 고딕"/>
              <a:ea typeface="맑은 고딕"/>
            </a:endParaRPr>
          </a:p>
          <a:p>
            <a:pPr algn="l">
              <a:defRPr/>
            </a:pPr>
            <a:endParaRPr lang="ko-KR" altLang="en-US">
              <a:latin typeface="맑은 고딕"/>
              <a:ea typeface="맑은 고딕"/>
            </a:endParaRPr>
          </a:p>
        </p:txBody>
      </p:sp>
      <p:pic>
        <p:nvPicPr>
          <p:cNvPr id="13" name=""/>
          <p:cNvPicPr>
            <a:picLocks noChangeAspect="1"/>
          </p:cNvPicPr>
          <p:nvPr/>
        </p:nvPicPr>
        <p:blipFill rotWithShape="1">
          <a:blip r:embed="rId2"/>
          <a:stretch>
            <a:fillRect/>
          </a:stretch>
        </p:blipFill>
        <p:spPr>
          <a:xfrm>
            <a:off x="694693" y="1234218"/>
            <a:ext cx="3696535" cy="3267085"/>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43403" y="513083"/>
            <a:ext cx="8431407" cy="572700"/>
          </a:xfrm>
        </p:spPr>
        <p:txBody>
          <a:bodyPr/>
          <a:lstStyle/>
          <a:p>
            <a:pPr algn="ctr">
              <a:defRPr/>
            </a:pPr>
            <a:r>
              <a:rPr lang="en-US" altLang="ko-KR">
                <a:latin typeface="맑은 고딕"/>
                <a:ea typeface="맑은 고딕"/>
              </a:rPr>
              <a:t>QnARepository</a:t>
            </a:r>
            <a:br>
              <a:rPr lang="en-US" altLang="ko-KR">
                <a:latin typeface="맑은 고딕"/>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1185334" y="2447231"/>
            <a:ext cx="6480959" cy="2085868"/>
          </a:xfrm>
        </p:spPr>
        <p:txBody>
          <a:bodyPr/>
          <a:lstStyle/>
          <a:p>
            <a:pPr algn="l">
              <a:defRPr/>
            </a:pPr>
            <a:r>
              <a:rPr lang="en-US" altLang="ko-KR">
                <a:latin typeface="맑은 고딕"/>
                <a:ea typeface="맑은 고딕"/>
              </a:rPr>
              <a:t>@Repository: </a:t>
            </a:r>
            <a:r>
              <a:rPr lang="ko-KR" altLang="en-US">
                <a:latin typeface="맑은 고딕"/>
                <a:ea typeface="맑은 고딕"/>
              </a:rPr>
              <a:t>데이터 엑세스 계층</a:t>
            </a:r>
            <a:r>
              <a:rPr lang="en-US" altLang="ko-KR">
                <a:latin typeface="맑은 고딕"/>
                <a:ea typeface="맑은 고딕"/>
              </a:rPr>
              <a:t>(DAO)</a:t>
            </a:r>
            <a:r>
              <a:rPr lang="ko-KR" altLang="en-US">
                <a:latin typeface="맑은 고딕"/>
                <a:ea typeface="맑은 고딕"/>
              </a:rPr>
              <a:t>를 나타내는 데 사용</a:t>
            </a:r>
            <a:r>
              <a:rPr lang="en-US" altLang="ko-KR">
                <a:latin typeface="맑은 고딕"/>
                <a:ea typeface="맑은 고딕"/>
              </a:rPr>
              <a:t>,</a:t>
            </a:r>
            <a:r>
              <a:rPr lang="ko-KR" altLang="en-US">
                <a:latin typeface="맑은 고딕"/>
                <a:ea typeface="맑은 고딕"/>
              </a:rPr>
              <a:t>예외 처리 관리</a:t>
            </a:r>
            <a:endParaRPr lang="ko-KR" altLang="en-US">
              <a:latin typeface="맑은 고딕"/>
              <a:ea typeface="맑은 고딕"/>
            </a:endParaRPr>
          </a:p>
          <a:p>
            <a:pPr algn="l">
              <a:defRPr/>
            </a:pPr>
            <a:endParaRPr lang="en-US" altLang="ko-KR">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extends JpaRepository&lt;ParentCommentEntity, Long&gt;</a:t>
            </a:r>
            <a:endPar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JpaRepository</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 상속</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   ㄴ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JPA</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에서 제공하는 기본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CRUD</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 기능을 포함</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참고 사항</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JpaRepository</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에서 제공해주는 기본 값으로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service</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에서 사용</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algn="l">
              <a:defRPr/>
            </a:pPr>
            <a:endParaRPr lang="en-US" altLang="ko-KR">
              <a:latin typeface="맑은 고딕"/>
              <a:ea typeface="맑은 고딕"/>
            </a:endParaRPr>
          </a:p>
        </p:txBody>
      </p:sp>
      <p:pic>
        <p:nvPicPr>
          <p:cNvPr id="14" name=""/>
          <p:cNvPicPr>
            <a:picLocks noChangeAspect="1"/>
          </p:cNvPicPr>
          <p:nvPr/>
        </p:nvPicPr>
        <p:blipFill rotWithShape="1">
          <a:blip r:embed="rId2"/>
          <a:stretch>
            <a:fillRect/>
          </a:stretch>
        </p:blipFill>
        <p:spPr>
          <a:xfrm>
            <a:off x="1185334" y="1303697"/>
            <a:ext cx="6480959" cy="1013732"/>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43403" y="513083"/>
            <a:ext cx="8431407" cy="572700"/>
          </a:xfrm>
        </p:spPr>
        <p:txBody>
          <a:bodyPr/>
          <a:lstStyle/>
          <a:p>
            <a:pPr algn="ctr">
              <a:defRPr/>
            </a:pPr>
            <a:r>
              <a:rPr lang="en-US" altLang="ko-KR">
                <a:latin typeface="맑은 고딕"/>
                <a:ea typeface="맑은 고딕"/>
              </a:rPr>
              <a:t>QnA</a:t>
            </a:r>
            <a:r>
              <a:rPr lang="ko-KR" altLang="en-US">
                <a:latin typeface="맑은 고딕"/>
                <a:ea typeface="맑은 고딕"/>
              </a:rPr>
              <a:t>조회 </a:t>
            </a:r>
            <a:r>
              <a:rPr lang="en-US" altLang="ko-KR">
                <a:latin typeface="맑은 고딕"/>
                <a:ea typeface="맑은 고딕"/>
              </a:rPr>
              <a:t>API(service + controller)</a:t>
            </a:r>
            <a:br>
              <a:rPr lang="en-US" altLang="ko-KR">
                <a:latin typeface="맑은 고딕"/>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4572000" y="1338993"/>
            <a:ext cx="4360907" cy="1899684"/>
          </a:xfrm>
        </p:spPr>
        <p:txBody>
          <a:bodyPr/>
          <a:lstStyle/>
          <a:p>
            <a:pPr algn="l">
              <a:defRPr/>
            </a:pPr>
            <a:r>
              <a:rPr lang="ko-KR" altLang="ko-KR" b="1">
                <a:latin typeface="맑은 고딕"/>
                <a:ea typeface="맑은 고딕"/>
              </a:rPr>
              <a:t>controller 계층</a:t>
            </a:r>
            <a:endParaRPr lang="ko-KR" altLang="ko-KR" b="1">
              <a:latin typeface="맑은 고딕"/>
              <a:ea typeface="맑은 고딕"/>
            </a:endParaRPr>
          </a:p>
          <a:p>
            <a:pPr algn="l">
              <a:defRPr/>
            </a:pPr>
            <a:r>
              <a:rPr lang="ko-KR" altLang="ko-KR">
                <a:latin typeface="맑은 고딕"/>
                <a:ea typeface="맑은 고딕"/>
              </a:rPr>
              <a:t>- requset와 response 처리를 담당</a:t>
            </a:r>
            <a:endParaRPr lang="ko-KR" altLang="ko-KR">
              <a:latin typeface="맑은 고딕"/>
              <a:ea typeface="맑은 고딕"/>
            </a:endParaRPr>
          </a:p>
          <a:p>
            <a:pPr algn="l">
              <a:defRPr/>
            </a:pPr>
            <a:r>
              <a:rPr lang="ko-KR" altLang="ko-KR">
                <a:latin typeface="맑은 고딕"/>
                <a:ea typeface="맑은 고딕"/>
              </a:rPr>
              <a:t>- 조회 메서드</a:t>
            </a:r>
            <a:endParaRPr lang="ko-KR" altLang="ko-KR">
              <a:latin typeface="맑은 고딕"/>
              <a:ea typeface="맑은 고딕"/>
            </a:endParaRPr>
          </a:p>
          <a:p>
            <a:pPr algn="l">
              <a:defRPr/>
            </a:pPr>
            <a:r>
              <a:rPr lang="ko-KR" altLang="ko-KR">
                <a:latin typeface="맑은 고딕"/>
                <a:ea typeface="맑은 고딕"/>
              </a:rPr>
              <a:t> ㄴ 전체 </a:t>
            </a:r>
            <a:r>
              <a:rPr lang="en-US" altLang="ko-KR">
                <a:latin typeface="맑은 고딕"/>
                <a:ea typeface="맑은 고딕"/>
              </a:rPr>
              <a:t>QnA</a:t>
            </a:r>
            <a:r>
              <a:rPr lang="ko-KR" altLang="en-US">
                <a:latin typeface="맑은 고딕"/>
                <a:ea typeface="맑은 고딕"/>
              </a:rPr>
              <a:t> </a:t>
            </a:r>
            <a:r>
              <a:rPr lang="ko-KR" altLang="ko-KR">
                <a:latin typeface="맑은 고딕"/>
                <a:ea typeface="맑은 고딕"/>
              </a:rPr>
              <a:t>조회 (@GetMapping 사용)</a:t>
            </a:r>
            <a:endParaRPr lang="ko-KR" altLang="ko-KR">
              <a:latin typeface="맑은 고딕"/>
              <a:ea typeface="맑은 고딕"/>
            </a:endParaRPr>
          </a:p>
          <a:p>
            <a:pPr algn="l">
              <a:defRPr/>
            </a:pPr>
            <a:r>
              <a:rPr lang="ko-KR" altLang="ko-KR">
                <a:latin typeface="맑은 고딕"/>
                <a:ea typeface="맑은 고딕"/>
              </a:rPr>
              <a:t> </a:t>
            </a:r>
            <a:endParaRPr lang="ko-KR" altLang="ko-KR">
              <a:latin typeface="맑은 고딕"/>
              <a:ea typeface="맑은 고딕"/>
            </a:endParaRPr>
          </a:p>
          <a:p>
            <a:pPr algn="l">
              <a:defRPr/>
            </a:pPr>
            <a:r>
              <a:rPr lang="en-US" altLang="ko-KR" b="1">
                <a:latin typeface="맑은 고딕"/>
                <a:ea typeface="맑은 고딕"/>
              </a:rPr>
              <a:t>service</a:t>
            </a:r>
            <a:r>
              <a:rPr lang="ko-KR" altLang="en-US" b="1">
                <a:latin typeface="맑은 고딕"/>
                <a:ea typeface="맑은 고딕"/>
              </a:rPr>
              <a:t> 계층</a:t>
            </a:r>
            <a:endParaRPr lang="ko-KR" altLang="en-US">
              <a:latin typeface="맑은 고딕"/>
              <a:ea typeface="맑은 고딕"/>
            </a:endParaRPr>
          </a:p>
          <a:p>
            <a:pPr algn="l">
              <a:defRPr/>
            </a:pPr>
            <a:r>
              <a:rPr lang="en-US" altLang="ko-KR">
                <a:latin typeface="맑은 고딕"/>
                <a:ea typeface="맑은 고딕"/>
              </a:rPr>
              <a:t>- DB </a:t>
            </a:r>
            <a:r>
              <a:rPr lang="ko-KR" altLang="en-US">
                <a:latin typeface="맑은 고딕"/>
                <a:ea typeface="맑은 고딕"/>
              </a:rPr>
              <a:t>접근 및 변환 로직 처리</a:t>
            </a:r>
            <a:endParaRPr lang="ko-KR" altLang="en-US">
              <a:latin typeface="맑은 고딕"/>
              <a:ea typeface="맑은 고딕"/>
            </a:endParaRPr>
          </a:p>
          <a:p>
            <a:pPr algn="l">
              <a:defRPr/>
            </a:pPr>
            <a:r>
              <a:rPr lang="ko-KR" altLang="en-US">
                <a:latin typeface="맑은 고딕"/>
                <a:ea typeface="맑은 고딕"/>
              </a:rPr>
              <a:t>조회 메서드</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전체 </a:t>
            </a:r>
            <a:r>
              <a:rPr lang="en-US" altLang="ko-KR">
                <a:latin typeface="맑은 고딕"/>
                <a:ea typeface="맑은 고딕"/>
              </a:rPr>
              <a:t>QnA </a:t>
            </a:r>
            <a:r>
              <a:rPr lang="ko-KR" altLang="en-US">
                <a:latin typeface="맑은 고딕"/>
                <a:ea typeface="맑은 고딕"/>
              </a:rPr>
              <a:t>기능</a:t>
            </a:r>
            <a:endParaRPr lang="ko-KR" altLang="en-US">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lang="ko-KR" altLang="en-US">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p:txBody>
      </p:sp>
      <p:pic>
        <p:nvPicPr>
          <p:cNvPr id="14" name=""/>
          <p:cNvPicPr>
            <a:picLocks noChangeAspect="1"/>
          </p:cNvPicPr>
          <p:nvPr/>
        </p:nvPicPr>
        <p:blipFill rotWithShape="1">
          <a:blip r:embed="rId2"/>
          <a:stretch>
            <a:fillRect/>
          </a:stretch>
        </p:blipFill>
        <p:spPr>
          <a:xfrm>
            <a:off x="594015" y="1338993"/>
            <a:ext cx="3977984" cy="1120237"/>
          </a:xfrm>
          <a:prstGeom prst="rect">
            <a:avLst/>
          </a:prstGeom>
        </p:spPr>
      </p:pic>
      <p:pic>
        <p:nvPicPr>
          <p:cNvPr id="15" name=""/>
          <p:cNvPicPr>
            <a:picLocks noChangeAspect="1"/>
          </p:cNvPicPr>
          <p:nvPr/>
        </p:nvPicPr>
        <p:blipFill rotWithShape="1">
          <a:blip r:embed="rId3"/>
          <a:stretch>
            <a:fillRect/>
          </a:stretch>
        </p:blipFill>
        <p:spPr>
          <a:xfrm>
            <a:off x="594015" y="2449705"/>
            <a:ext cx="3977984" cy="628598"/>
          </a:xfrm>
          <a:prstGeom prst="rect">
            <a:avLst/>
          </a:prstGeom>
        </p:spPr>
      </p:pic>
      <p:sp>
        <p:nvSpPr>
          <p:cNvPr id="16" name="Google Shape;44;p5"/>
          <p:cNvSpPr>
            <a:spLocks noGrp="1"/>
          </p:cNvSpPr>
          <p:nvPr>
            <p:ph type="subTitle" idx="2"/>
          </p:nvPr>
        </p:nvSpPr>
        <p:spPr>
          <a:xfrm>
            <a:off x="594016" y="3078303"/>
            <a:ext cx="4169445" cy="1785709"/>
          </a:xfrm>
          <a:noFill/>
          <a:ln>
            <a:noFill/>
          </a:ln>
        </p:spPr>
        <p:txBody>
          <a:bodyPr wrap="square" lIns="91424" tIns="91424" rIns="91424" bIns="91424" anchor="t" anchorCtr="0">
            <a:noAutofit/>
          </a:bodyPr>
          <a:lstStyle/>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000" b="0" i="0" u="none" strike="noStrike" kern="0" cap="none" spc="0" normalizeH="0" baseline="0" mc:Ignorable="hp" hp:hslEmbossed="0">
                <a:solidFill>
                  <a:srgbClr val="24282a"/>
                </a:solidFill>
                <a:latin typeface="맑은 고딕"/>
                <a:ea typeface="맑은 고딕"/>
              </a:rPr>
              <a:t>stream() :</a:t>
            </a:r>
            <a:r>
              <a:rPr xmlns:mc="http://schemas.openxmlformats.org/markup-compatibility/2006" xmlns:hp="http://schemas.haansoft.com/office/presentation/8.0" kumimoji="0" lang="ko-KR" altLang="en-US" sz="1000" b="0" i="0" u="none" strike="noStrike" kern="0" cap="none" spc="0" normalizeH="0" baseline="0" mc:Ignorable="hp" hp:hslEmbossed="0">
                <a:solidFill>
                  <a:srgbClr val="24282a"/>
                </a:solidFill>
                <a:latin typeface="맑은 고딕"/>
                <a:ea typeface="맑은 고딕"/>
              </a:rPr>
              <a:t> 스트림으로 변환</a:t>
            </a:r>
            <a:endParaRPr xmlns:mc="http://schemas.openxmlformats.org/markup-compatibility/2006" xmlns:hp="http://schemas.haansoft.com/office/presentation/8.0" kumimoji="0" lang="ko-KR" altLang="en-US" sz="10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sz="1000" b="0" i="0" u="none" strike="noStrike" kern="0" cap="none" spc="0" normalizeH="0" baseline="0" mc:Ignorable="hp" hp:hslEmbossed="0">
                <a:solidFill>
                  <a:srgbClr val="24282a"/>
                </a:solidFill>
                <a:latin typeface="맑은 고딕"/>
                <a:ea typeface="맑은 고딕"/>
              </a:rPr>
              <a:t>   ㄴ 리스트의 각 요소를 하나씩 처리 할 수 있다</a:t>
            </a:r>
            <a:r>
              <a:rPr xmlns:mc="http://schemas.openxmlformats.org/markup-compatibility/2006" xmlns:hp="http://schemas.haansoft.com/office/presentation/8.0" kumimoji="0" lang="en-US" altLang="ko-KR" sz="1000" b="0" i="0" u="none" strike="noStrike" kern="0" cap="none" spc="0" normalizeH="0" baseline="0" mc:Ignorable="hp" hp:hslEmbossed="0">
                <a:solidFill>
                  <a:srgbClr val="24282a"/>
                </a:solidFill>
                <a:latin typeface="맑은 고딕"/>
                <a:ea typeface="맑은 고딕"/>
              </a:rPr>
              <a:t>.</a:t>
            </a:r>
            <a:endParaRPr xmlns:mc="http://schemas.openxmlformats.org/markup-compatibility/2006" xmlns:hp="http://schemas.haansoft.com/office/presentation/8.0" kumimoji="0" lang="en-US" altLang="ko-KR" sz="10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en-US" altLang="ko-KR" sz="10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000" b="0" i="0" u="none" strike="noStrike" kern="0" cap="none" spc="0" normalizeH="0" baseline="0" mc:Ignorable="hp" hp:hslEmbossed="0">
                <a:solidFill>
                  <a:srgbClr val="24282a"/>
                </a:solidFill>
                <a:latin typeface="맑은 고딕"/>
                <a:ea typeface="맑은 고딕"/>
              </a:rPr>
              <a:t>map(CommentDTO ::new) </a:t>
            </a:r>
            <a:endParaRPr xmlns:mc="http://schemas.openxmlformats.org/markup-compatibility/2006" xmlns:hp="http://schemas.haansoft.com/office/presentation/8.0" kumimoji="0" lang="en-US" altLang="ko-KR" sz="10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0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000" b="0" i="0" u="none" strike="noStrike" kern="0" cap="none" spc="0" normalizeH="0" baseline="0" mc:Ignorable="hp" hp:hslEmbossed="0">
                <a:solidFill>
                  <a:srgbClr val="24282a"/>
                </a:solidFill>
                <a:latin typeface="맑은 고딕"/>
                <a:ea typeface="맑은 고딕"/>
              </a:rPr>
              <a:t> 스트림의</a:t>
            </a:r>
            <a:r>
              <a:rPr xmlns:mc="http://schemas.openxmlformats.org/markup-compatibility/2006" xmlns:hp="http://schemas.haansoft.com/office/presentation/8.0" kumimoji="0" lang="en-US" altLang="ko-KR" sz="1000"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ko-KR" altLang="en-US" sz="1000" b="0" i="0" u="none" strike="noStrike" kern="0" cap="none" spc="0" normalizeH="0" baseline="0" mc:Ignorable="hp" hp:hslEmbossed="0">
                <a:solidFill>
                  <a:srgbClr val="24282a"/>
                </a:solidFill>
                <a:latin typeface="맑은 고딕"/>
                <a:ea typeface="맑은 고딕"/>
              </a:rPr>
              <a:t>각 요소를 </a:t>
            </a:r>
            <a:r>
              <a:rPr xmlns:mc="http://schemas.openxmlformats.org/markup-compatibility/2006" xmlns:hp="http://schemas.haansoft.com/office/presentation/8.0" kumimoji="0" lang="en-US" altLang="ko-KR" sz="1000" b="0" i="0" u="none" strike="noStrike" kern="0" cap="none" spc="0" normalizeH="0" baseline="0" mc:Ignorable="hp" hp:hslEmbossed="0">
                <a:solidFill>
                  <a:srgbClr val="24282a"/>
                </a:solidFill>
                <a:latin typeface="맑은 고딕"/>
                <a:ea typeface="맑은 고딕"/>
              </a:rPr>
              <a:t>CommentDTO</a:t>
            </a:r>
            <a:r>
              <a:rPr xmlns:mc="http://schemas.openxmlformats.org/markup-compatibility/2006" xmlns:hp="http://schemas.haansoft.com/office/presentation/8.0" kumimoji="0" lang="ko-KR" altLang="en-US" sz="1000" b="0" i="0" u="none" strike="noStrike" kern="0" cap="none" spc="0" normalizeH="0" baseline="0" mc:Ignorable="hp" hp:hslEmbossed="0">
                <a:solidFill>
                  <a:srgbClr val="24282a"/>
                </a:solidFill>
                <a:latin typeface="맑은 고딕"/>
                <a:ea typeface="맑은 고딕"/>
              </a:rPr>
              <a:t>의 생성자를 호출하여 새 객체로 변환</a:t>
            </a:r>
            <a:endParaRPr xmlns:mc="http://schemas.openxmlformats.org/markup-compatibility/2006" xmlns:hp="http://schemas.haansoft.com/office/presentation/8.0" kumimoji="0" lang="ko-KR" altLang="en-US" sz="10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0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000" b="0" i="0" u="none" strike="noStrike" kern="0" cap="none" spc="0" normalizeH="0" baseline="0" mc:Ignorable="hp" hp:hslEmbossed="0">
                <a:solidFill>
                  <a:srgbClr val="24282a"/>
                </a:solidFill>
                <a:latin typeface="맑은 고딕"/>
                <a:ea typeface="맑은 고딕"/>
              </a:rPr>
              <a:t>.collect(Collectors.toList())</a:t>
            </a:r>
            <a:endParaRPr xmlns:mc="http://schemas.openxmlformats.org/markup-compatibility/2006" xmlns:hp="http://schemas.haansoft.com/office/presentation/8.0" kumimoji="0" lang="en-US" altLang="ko-KR" sz="10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0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000" b="0" i="0" u="none" strike="noStrike" kern="0" cap="none" spc="0" normalizeH="0" baseline="0" mc:Ignorable="hp" hp:hslEmbossed="0">
                <a:solidFill>
                  <a:srgbClr val="24282a"/>
                </a:solidFill>
                <a:latin typeface="맑은 고딕"/>
                <a:ea typeface="맑은 고딕"/>
              </a:rPr>
              <a:t>변환된 스트림 결과를 리스트로 수집</a:t>
            </a:r>
            <a:endParaRPr xmlns:mc="http://schemas.openxmlformats.org/markup-compatibility/2006" xmlns:hp="http://schemas.haansoft.com/office/presentation/8.0" kumimoji="0" lang="ko-KR" altLang="en-US" sz="10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0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000" b="0" i="0" u="none" strike="noStrike" kern="0" cap="none" spc="0" normalizeH="0" baseline="0" mc:Ignorable="hp" hp:hslEmbossed="0">
                <a:solidFill>
                  <a:srgbClr val="24282a"/>
                </a:solidFill>
                <a:latin typeface="맑은 고딕"/>
                <a:ea typeface="맑은 고딕"/>
              </a:rPr>
              <a:t> 최종적으로 </a:t>
            </a:r>
            <a:r>
              <a:rPr xmlns:mc="http://schemas.openxmlformats.org/markup-compatibility/2006" xmlns:hp="http://schemas.haansoft.com/office/presentation/8.0" kumimoji="0" lang="en-US" altLang="ko-KR" sz="1000" b="0" i="0" u="none" strike="noStrike" kern="0" cap="none" spc="0" normalizeH="0" baseline="0" mc:Ignorable="hp" hp:hslEmbossed="0">
                <a:solidFill>
                  <a:srgbClr val="24282a"/>
                </a:solidFill>
                <a:latin typeface="맑은 고딕"/>
                <a:ea typeface="맑은 고딕"/>
              </a:rPr>
              <a:t>List&lt;CommentDTO&gt;</a:t>
            </a:r>
            <a:r>
              <a:rPr xmlns:mc="http://schemas.openxmlformats.org/markup-compatibility/2006" xmlns:hp="http://schemas.haansoft.com/office/presentation/8.0" kumimoji="0" lang="ko-KR" altLang="en-US" sz="1000" b="0" i="0" u="none" strike="noStrike" kern="0" cap="none" spc="0" normalizeH="0" baseline="0" mc:Ignorable="hp" hp:hslEmbossed="0">
                <a:solidFill>
                  <a:srgbClr val="24282a"/>
                </a:solidFill>
                <a:latin typeface="맑은 고딕"/>
                <a:ea typeface="맑은 고딕"/>
              </a:rPr>
              <a:t>를 반환</a:t>
            </a:r>
            <a:endParaRPr xmlns:mc="http://schemas.openxmlformats.org/markup-compatibility/2006" xmlns:hp="http://schemas.haansoft.com/office/presentation/8.0" kumimoji="0" lang="ko-KR" altLang="en-US" sz="1000" b="0" i="0" u="none" strike="noStrike" kern="0" cap="none" spc="0" normalizeH="0" baseline="0" mc:Ignorable="hp" hp:hslEmbossed="0">
              <a:solidFill>
                <a:srgbClr val="24282a"/>
              </a:solidFill>
              <a:latin typeface="맑은 고딕"/>
              <a:ea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56296" y="675904"/>
            <a:ext cx="8431407" cy="572700"/>
          </a:xfrm>
        </p:spPr>
        <p:txBody>
          <a:bodyPr/>
          <a:lstStyle/>
          <a:p>
            <a:pPr algn="ctr">
              <a:defRPr/>
            </a:pPr>
            <a:r>
              <a:rPr lang="en-US" altLang="ko-KR">
                <a:latin typeface="맑은 고딕"/>
                <a:ea typeface="맑은 고딕"/>
              </a:rPr>
              <a:t>QnA</a:t>
            </a:r>
            <a:r>
              <a:rPr lang="ko-KR" altLang="en-US">
                <a:latin typeface="맑은 고딕"/>
                <a:ea typeface="맑은 고딕"/>
              </a:rPr>
              <a:t>개별조회 </a:t>
            </a:r>
            <a:r>
              <a:rPr lang="en-US" altLang="ko-KR">
                <a:latin typeface="맑은 고딕"/>
                <a:ea typeface="맑은 고딕"/>
              </a:rPr>
              <a:t>API(service + controller)</a:t>
            </a:r>
            <a:endParaRPr lang="en-US" altLang="ko-KR">
              <a:latin typeface="맑은 고딕"/>
              <a:ea typeface="맑은 고딕"/>
            </a:endParaRPr>
          </a:p>
        </p:txBody>
      </p:sp>
      <p:sp>
        <p:nvSpPr>
          <p:cNvPr id="3" name="Google Shape;44;p5"/>
          <p:cNvSpPr>
            <a:spLocks noGrp="1"/>
          </p:cNvSpPr>
          <p:nvPr>
            <p:ph type="subTitle" idx="1"/>
          </p:nvPr>
        </p:nvSpPr>
        <p:spPr>
          <a:xfrm>
            <a:off x="4413902" y="1519968"/>
            <a:ext cx="4360907" cy="3339586"/>
          </a:xfrm>
        </p:spPr>
        <p:txBody>
          <a:bodyPr/>
          <a:lstStyle/>
          <a:p>
            <a:pPr algn="l">
              <a:defRPr/>
            </a:pPr>
            <a:r>
              <a:rPr lang="ko-KR" altLang="ko-KR" b="1">
                <a:latin typeface="맑은 고딕"/>
                <a:ea typeface="맑은 고딕"/>
              </a:rPr>
              <a:t>controller 계층</a:t>
            </a:r>
            <a:endParaRPr lang="ko-KR" altLang="ko-KR" b="1">
              <a:latin typeface="맑은 고딕"/>
              <a:ea typeface="맑은 고딕"/>
            </a:endParaRPr>
          </a:p>
          <a:p>
            <a:pPr algn="l">
              <a:defRPr/>
            </a:pPr>
            <a:r>
              <a:rPr lang="ko-KR" altLang="ko-KR">
                <a:latin typeface="맑은 고딕"/>
                <a:ea typeface="맑은 고딕"/>
              </a:rPr>
              <a:t>- requset와 response 처리를 담당</a:t>
            </a:r>
            <a:endParaRPr lang="ko-KR" altLang="ko-KR">
              <a:latin typeface="맑은 고딕"/>
              <a:ea typeface="맑은 고딕"/>
            </a:endParaRPr>
          </a:p>
          <a:p>
            <a:pPr algn="l">
              <a:defRPr/>
            </a:pPr>
            <a:r>
              <a:rPr lang="ko-KR" altLang="ko-KR">
                <a:latin typeface="맑은 고딕"/>
                <a:ea typeface="맑은 고딕"/>
              </a:rPr>
              <a:t>- 조회 메서드</a:t>
            </a:r>
            <a:endParaRPr lang="ko-KR" altLang="ko-KR">
              <a:latin typeface="맑은 고딕"/>
              <a:ea typeface="맑은 고딕"/>
            </a:endParaRPr>
          </a:p>
          <a:p>
            <a:pPr algn="l">
              <a:defRPr/>
            </a:pPr>
            <a:r>
              <a:rPr lang="ko-KR" altLang="ko-KR">
                <a:latin typeface="맑은 고딕"/>
                <a:ea typeface="맑은 고딕"/>
              </a:rPr>
              <a:t> ㄴ </a:t>
            </a:r>
            <a:r>
              <a:rPr lang="ko-KR" altLang="en-US">
                <a:latin typeface="맑은 고딕"/>
                <a:ea typeface="맑은 고딕"/>
              </a:rPr>
              <a:t>개별</a:t>
            </a:r>
            <a:r>
              <a:rPr lang="ko-KR" altLang="ko-KR">
                <a:latin typeface="맑은 고딕"/>
                <a:ea typeface="맑은 고딕"/>
              </a:rPr>
              <a:t>조회 (@GetMapping 사용)</a:t>
            </a:r>
            <a:endParaRPr lang="ko-KR" altLang="ko-KR">
              <a:latin typeface="맑은 고딕"/>
              <a:ea typeface="맑은 고딕"/>
            </a:endParaRPr>
          </a:p>
          <a:p>
            <a:pPr algn="l">
              <a:defRPr/>
            </a:pPr>
            <a:r>
              <a:rPr lang="ko-KR" altLang="ko-KR">
                <a:latin typeface="맑은 고딕"/>
                <a:ea typeface="맑은 고딕"/>
              </a:rPr>
              <a:t> </a:t>
            </a:r>
            <a:endParaRPr lang="ko-KR" altLang="ko-KR">
              <a:latin typeface="맑은 고딕"/>
              <a:ea typeface="맑은 고딕"/>
            </a:endParaRPr>
          </a:p>
          <a:p>
            <a:pPr algn="l">
              <a:defRPr/>
            </a:pPr>
            <a:r>
              <a:rPr lang="en-US" altLang="ko-KR" b="1">
                <a:latin typeface="맑은 고딕"/>
                <a:ea typeface="맑은 고딕"/>
              </a:rPr>
              <a:t>service</a:t>
            </a:r>
            <a:r>
              <a:rPr lang="ko-KR" altLang="en-US" b="1">
                <a:latin typeface="맑은 고딕"/>
                <a:ea typeface="맑은 고딕"/>
              </a:rPr>
              <a:t> 계층</a:t>
            </a:r>
            <a:endParaRPr lang="ko-KR" altLang="en-US">
              <a:latin typeface="맑은 고딕"/>
              <a:ea typeface="맑은 고딕"/>
            </a:endParaRPr>
          </a:p>
          <a:p>
            <a:pPr algn="l">
              <a:defRPr/>
            </a:pPr>
            <a:r>
              <a:rPr lang="en-US" altLang="ko-KR">
                <a:latin typeface="맑은 고딕"/>
                <a:ea typeface="맑은 고딕"/>
              </a:rPr>
              <a:t>- DB </a:t>
            </a:r>
            <a:r>
              <a:rPr lang="ko-KR" altLang="en-US">
                <a:latin typeface="맑은 고딕"/>
                <a:ea typeface="맑은 고딕"/>
              </a:rPr>
              <a:t>접근 및 변환 로직 처리</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개별조회 메서드</a:t>
            </a:r>
            <a:endParaRPr lang="ko-KR" altLang="en-US">
              <a:latin typeface="맑은 고딕"/>
              <a:ea typeface="맑은 고딕"/>
            </a:endParaRPr>
          </a:p>
          <a:p>
            <a:pPr algn="l">
              <a:defRPr/>
            </a:pPr>
            <a:endParaRPr lang="ko-KR" altLang="en-US">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1" i="0" u="none" strike="noStrike" kern="0" cap="none" spc="0" normalizeH="0" baseline="0" mc:Ignorable="hp" hp:hslEmbossed="0">
                <a:solidFill>
                  <a:srgbClr val="24282a"/>
                </a:solidFill>
                <a:latin typeface="맑은 고딕"/>
                <a:ea typeface="맑은 고딕"/>
              </a:rPr>
              <a:t>참고사항</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@PathVariable</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URL 경로의 변수 값을 메서드의 매개변수로 </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바인딩하기 위해 사용</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lang="en-US" altLang="ko-KR">
                <a:latin typeface="맑은 고딕"/>
                <a:ea typeface="맑은 고딕"/>
              </a:rPr>
              <a:t>.onElseThrow :</a:t>
            </a:r>
            <a:r>
              <a:rPr lang="ko-KR" altLang="en-US">
                <a:latin typeface="맑은 고딕"/>
                <a:ea typeface="맑은 고딕"/>
              </a:rPr>
              <a:t> 값이 존재하면 그 값을 반환하고 값이 없으면 지정된 예외를 반환</a:t>
            </a:r>
            <a:endParaRPr lang="ko-KR" altLang="en-US">
              <a:latin typeface="맑은 고딕"/>
              <a:ea typeface="맑은 고딕"/>
            </a:endParaRPr>
          </a:p>
          <a:p>
            <a:pPr algn="l">
              <a:defRPr/>
            </a:pPr>
            <a:endParaRPr lang="ko-KR" altLang="en-US">
              <a:latin typeface="맑은 고딕"/>
              <a:ea typeface="맑은 고딕"/>
            </a:endParaRPr>
          </a:p>
          <a:p>
            <a:pPr algn="l">
              <a:defRPr/>
            </a:pPr>
            <a:endParaRPr lang="en-US" altLang="ko-KR">
              <a:latin typeface="맑은 고딕"/>
              <a:ea typeface="맑은 고딕"/>
            </a:endParaRPr>
          </a:p>
          <a:p>
            <a:pPr algn="l">
              <a:defRPr/>
            </a:pPr>
            <a:endParaRPr lang="en-US" altLang="ko-KR">
              <a:latin typeface="맑은 고딕"/>
              <a:ea typeface="맑은 고딕"/>
            </a:endParaRPr>
          </a:p>
        </p:txBody>
      </p:sp>
      <p:pic>
        <p:nvPicPr>
          <p:cNvPr id="14" name=""/>
          <p:cNvPicPr>
            <a:picLocks noChangeAspect="1"/>
          </p:cNvPicPr>
          <p:nvPr/>
        </p:nvPicPr>
        <p:blipFill rotWithShape="1">
          <a:blip r:embed="rId2"/>
          <a:stretch>
            <a:fillRect/>
          </a:stretch>
        </p:blipFill>
        <p:spPr>
          <a:xfrm>
            <a:off x="563239" y="1510442"/>
            <a:ext cx="3854080" cy="888204"/>
          </a:xfrm>
          <a:prstGeom prst="rect">
            <a:avLst/>
          </a:prstGeom>
        </p:spPr>
      </p:pic>
      <p:pic>
        <p:nvPicPr>
          <p:cNvPr id="15" name=""/>
          <p:cNvPicPr>
            <a:picLocks noChangeAspect="1"/>
          </p:cNvPicPr>
          <p:nvPr/>
        </p:nvPicPr>
        <p:blipFill rotWithShape="1">
          <a:blip r:embed="rId3"/>
          <a:stretch>
            <a:fillRect/>
          </a:stretch>
        </p:blipFill>
        <p:spPr>
          <a:xfrm>
            <a:off x="563239" y="2379597"/>
            <a:ext cx="3854080" cy="745423"/>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43403" y="513083"/>
            <a:ext cx="8431407" cy="572700"/>
          </a:xfrm>
        </p:spPr>
        <p:txBody>
          <a:bodyPr/>
          <a:lstStyle/>
          <a:p>
            <a:pPr algn="ctr">
              <a:defRPr/>
            </a:pPr>
            <a:r>
              <a:rPr lang="en-US" altLang="ko-KR">
                <a:latin typeface="맑은 고딕"/>
                <a:ea typeface="맑은 고딕"/>
              </a:rPr>
              <a:t>QnA</a:t>
            </a:r>
            <a:r>
              <a:rPr lang="ko-KR" altLang="en-US">
                <a:latin typeface="맑은 고딕"/>
                <a:ea typeface="맑은 고딕"/>
              </a:rPr>
              <a:t>추가 </a:t>
            </a:r>
            <a:r>
              <a:rPr lang="en-US" altLang="ko-KR">
                <a:latin typeface="맑은 고딕"/>
                <a:ea typeface="맑은 고딕"/>
              </a:rPr>
              <a:t>API(service + controller)</a:t>
            </a:r>
            <a:endParaRPr lang="en-US" altLang="ko-KR">
              <a:latin typeface="맑은 고딕"/>
              <a:ea typeface="맑은 고딕"/>
            </a:endParaRPr>
          </a:p>
        </p:txBody>
      </p:sp>
      <p:sp>
        <p:nvSpPr>
          <p:cNvPr id="3" name="Google Shape;44;p5"/>
          <p:cNvSpPr>
            <a:spLocks noGrp="1"/>
          </p:cNvSpPr>
          <p:nvPr>
            <p:ph type="subTitle" idx="1"/>
          </p:nvPr>
        </p:nvSpPr>
        <p:spPr>
          <a:xfrm>
            <a:off x="4783091" y="1241168"/>
            <a:ext cx="4360907" cy="3510548"/>
          </a:xfrm>
        </p:spPr>
        <p:txBody>
          <a:bodyPr/>
          <a:lstStyle/>
          <a:p>
            <a:pPr algn="l">
              <a:defRPr/>
            </a:pPr>
            <a:r>
              <a:rPr lang="ko-KR" altLang="ko-KR" b="1">
                <a:latin typeface="맑은 고딕"/>
                <a:ea typeface="맑은 고딕"/>
              </a:rPr>
              <a:t>controller 계층</a:t>
            </a:r>
            <a:endParaRPr lang="ko-KR" altLang="ko-KR" b="1">
              <a:latin typeface="맑은 고딕"/>
              <a:ea typeface="맑은 고딕"/>
            </a:endParaRPr>
          </a:p>
          <a:p>
            <a:pPr algn="l">
              <a:defRPr/>
            </a:pPr>
            <a:r>
              <a:rPr lang="ko-KR" altLang="ko-KR">
                <a:latin typeface="맑은 고딕"/>
                <a:ea typeface="맑은 고딕"/>
              </a:rPr>
              <a:t>- requset와 response 처리를 담당</a:t>
            </a:r>
            <a:endParaRPr lang="ko-KR" altLang="ko-KR">
              <a:latin typeface="맑은 고딕"/>
              <a:ea typeface="맑은 고딕"/>
            </a:endParaRPr>
          </a:p>
          <a:p>
            <a:pPr algn="l">
              <a:defRPr/>
            </a:pPr>
            <a:r>
              <a:rPr lang="ko-KR" altLang="ko-KR">
                <a:latin typeface="맑은 고딕"/>
                <a:ea typeface="맑은 고딕"/>
              </a:rPr>
              <a:t>- </a:t>
            </a:r>
            <a:r>
              <a:rPr lang="ko-KR" altLang="en-US">
                <a:latin typeface="맑은 고딕"/>
                <a:ea typeface="맑은 고딕"/>
              </a:rPr>
              <a:t>추가</a:t>
            </a:r>
            <a:r>
              <a:rPr lang="ko-KR" altLang="ko-KR">
                <a:latin typeface="맑은 고딕"/>
                <a:ea typeface="맑은 고딕"/>
              </a:rPr>
              <a:t> 메서드(@</a:t>
            </a:r>
            <a:r>
              <a:rPr lang="en-US" altLang="ko-KR">
                <a:latin typeface="맑은 고딕"/>
                <a:ea typeface="맑은 고딕"/>
              </a:rPr>
              <a:t>Post</a:t>
            </a:r>
            <a:r>
              <a:rPr lang="ko-KR" altLang="ko-KR">
                <a:latin typeface="맑은 고딕"/>
                <a:ea typeface="맑은 고딕"/>
              </a:rPr>
              <a:t>Mapping 사용)</a:t>
            </a:r>
            <a:endParaRPr lang="ko-KR" altLang="ko-KR">
              <a:latin typeface="맑은 고딕"/>
              <a:ea typeface="맑은 고딕"/>
            </a:endParaRPr>
          </a:p>
          <a:p>
            <a:pPr algn="l">
              <a:defRPr/>
            </a:pPr>
            <a:r>
              <a:rPr lang="ko-KR" altLang="ko-KR">
                <a:latin typeface="맑은 고딕"/>
                <a:ea typeface="맑은 고딕"/>
              </a:rPr>
              <a:t> </a:t>
            </a:r>
            <a:endParaRPr lang="ko-KR" altLang="ko-KR">
              <a:latin typeface="맑은 고딕"/>
              <a:ea typeface="맑은 고딕"/>
            </a:endParaRPr>
          </a:p>
          <a:p>
            <a:pPr algn="l">
              <a:defRPr/>
            </a:pPr>
            <a:r>
              <a:rPr lang="en-US" altLang="ko-KR" b="1">
                <a:latin typeface="맑은 고딕"/>
                <a:ea typeface="맑은 고딕"/>
              </a:rPr>
              <a:t>service</a:t>
            </a:r>
            <a:r>
              <a:rPr lang="ko-KR" altLang="en-US" b="1">
                <a:latin typeface="맑은 고딕"/>
                <a:ea typeface="맑은 고딕"/>
              </a:rPr>
              <a:t> 계층</a:t>
            </a:r>
            <a:endParaRPr lang="ko-KR" altLang="en-US">
              <a:latin typeface="맑은 고딕"/>
              <a:ea typeface="맑은 고딕"/>
            </a:endParaRPr>
          </a:p>
          <a:p>
            <a:pPr algn="l">
              <a:defRPr/>
            </a:pPr>
            <a:r>
              <a:rPr lang="en-US" altLang="ko-KR">
                <a:latin typeface="맑은 고딕"/>
                <a:ea typeface="맑은 고딕"/>
              </a:rPr>
              <a:t>- DB </a:t>
            </a:r>
            <a:r>
              <a:rPr lang="ko-KR" altLang="en-US">
                <a:latin typeface="맑은 고딕"/>
                <a:ea typeface="맑은 고딕"/>
              </a:rPr>
              <a:t>접근 및 변환 로직 처리</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QnA</a:t>
            </a:r>
            <a:r>
              <a:rPr lang="ko-KR" altLang="en-US">
                <a:latin typeface="맑은 고딕"/>
                <a:ea typeface="맑은 고딕"/>
              </a:rPr>
              <a:t> 추가 메서드</a:t>
            </a:r>
            <a:endParaRPr lang="ko-KR" altLang="en-US">
              <a:latin typeface="맑은 고딕"/>
              <a:ea typeface="맑은 고딕"/>
            </a:endParaRPr>
          </a:p>
          <a:p>
            <a:pPr algn="l">
              <a:defRPr/>
            </a:pPr>
            <a:endParaRPr lang="ko-KR" altLang="en-US">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1" i="0" u="none" strike="noStrike" kern="0" cap="none" spc="0" normalizeH="0" baseline="0" mc:Ignorable="hp" hp:hslEmbossed="0">
                <a:solidFill>
                  <a:srgbClr val="24282a"/>
                </a:solidFill>
                <a:latin typeface="맑은 고딕"/>
                <a:ea typeface="맑은 고딕"/>
              </a:rPr>
              <a:t>참고사항</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@Transactional: </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트렌젝션 관리 어노테이션</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lang="en-US" altLang="ko-KR">
                <a:latin typeface="맑은 고딕"/>
                <a:ea typeface="맑은 고딕"/>
              </a:rPr>
              <a:t>.onElseThrow :</a:t>
            </a:r>
            <a:r>
              <a:rPr lang="ko-KR" altLang="en-US">
                <a:latin typeface="맑은 고딕"/>
                <a:ea typeface="맑은 고딕"/>
              </a:rPr>
              <a:t> 값이 존재하면 그 값을 반환하고 값이 없으면 지정된 예외를 반환</a:t>
            </a:r>
            <a:endParaRPr lang="ko-KR" altLang="en-US">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p:txBody>
      </p:sp>
      <p:pic>
        <p:nvPicPr>
          <p:cNvPr id="14" name=""/>
          <p:cNvPicPr>
            <a:picLocks noChangeAspect="1"/>
          </p:cNvPicPr>
          <p:nvPr/>
        </p:nvPicPr>
        <p:blipFill rotWithShape="1">
          <a:blip r:embed="rId2"/>
          <a:stretch>
            <a:fillRect/>
          </a:stretch>
        </p:blipFill>
        <p:spPr>
          <a:xfrm>
            <a:off x="343403" y="1253268"/>
            <a:ext cx="4473327" cy="1044030"/>
          </a:xfrm>
          <a:prstGeom prst="rect">
            <a:avLst/>
          </a:prstGeom>
        </p:spPr>
      </p:pic>
      <p:pic>
        <p:nvPicPr>
          <p:cNvPr id="15" name=""/>
          <p:cNvPicPr>
            <a:picLocks noChangeAspect="1"/>
          </p:cNvPicPr>
          <p:nvPr/>
        </p:nvPicPr>
        <p:blipFill rotWithShape="1">
          <a:blip r:embed="rId3"/>
          <a:stretch>
            <a:fillRect/>
          </a:stretch>
        </p:blipFill>
        <p:spPr>
          <a:xfrm>
            <a:off x="343403" y="2278248"/>
            <a:ext cx="4473327" cy="1436388"/>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56297" y="586353"/>
            <a:ext cx="8431407" cy="572700"/>
          </a:xfrm>
        </p:spPr>
        <p:txBody>
          <a:bodyPr/>
          <a:lstStyle/>
          <a:p>
            <a:pPr algn="ctr">
              <a:defRPr/>
            </a:pPr>
            <a:r>
              <a:rPr lang="en-US" altLang="ko-KR">
                <a:latin typeface="맑은 고딕"/>
                <a:ea typeface="맑은 고딕"/>
              </a:rPr>
              <a:t>HeartEntity</a:t>
            </a:r>
            <a:br>
              <a:rPr lang="en-US" altLang="ko-KR">
                <a:latin typeface="맑은 고딕"/>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4572000" y="1356333"/>
            <a:ext cx="4360907" cy="3510548"/>
          </a:xfrm>
        </p:spPr>
        <p:txBody>
          <a:bodyPr/>
          <a:lstStyle/>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heartNum :</a:t>
            </a:r>
            <a:r>
              <a:rPr lang="ko-KR" altLang="en-US">
                <a:latin typeface="맑은 고딕"/>
                <a:ea typeface="맑은 고딕"/>
              </a:rPr>
              <a:t> 좋아요 고유 번호</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nong :</a:t>
            </a:r>
            <a:r>
              <a:rPr lang="ko-KR" altLang="en-US">
                <a:latin typeface="맑은 고딕"/>
                <a:ea typeface="맑은 고딕"/>
              </a:rPr>
              <a:t> </a:t>
            </a:r>
            <a:r>
              <a:rPr lang="en-US" altLang="ko-KR">
                <a:latin typeface="맑은 고딕"/>
                <a:ea typeface="맑은 고딕"/>
              </a:rPr>
              <a:t>userNick</a:t>
            </a:r>
            <a:r>
              <a:rPr lang="ko-KR" altLang="en-US">
                <a:latin typeface="맑은 고딕"/>
                <a:ea typeface="맑은 고딕"/>
              </a:rPr>
              <a:t>을 가져오기 위한 </a:t>
            </a:r>
            <a:r>
              <a:rPr lang="en-US" altLang="ko-KR">
                <a:latin typeface="맑은 고딕"/>
                <a:ea typeface="맑은 고딕"/>
              </a:rPr>
              <a:t>entity</a:t>
            </a:r>
            <a:endParaRPr lang="en-US" altLang="ko-KR">
              <a:latin typeface="맑은 고딕"/>
              <a:ea typeface="맑은 고딕"/>
            </a:endParaRPr>
          </a:p>
          <a:p>
            <a:pPr algn="l">
              <a:defRPr/>
            </a:pPr>
            <a:r>
              <a:rPr lang="en-US" altLang="ko-KR">
                <a:latin typeface="맑은 고딕"/>
                <a:ea typeface="맑은 고딕"/>
              </a:rPr>
              <a:t>- board : bodNum</a:t>
            </a:r>
            <a:r>
              <a:rPr lang="ko-KR" altLang="en-US">
                <a:latin typeface="맑은 고딕"/>
                <a:ea typeface="맑은 고딕"/>
              </a:rPr>
              <a:t>을 가져오기 위한 </a:t>
            </a:r>
            <a:r>
              <a:rPr lang="en-US" altLang="ko-KR">
                <a:latin typeface="맑은 고딕"/>
                <a:ea typeface="맑은 고딕"/>
              </a:rPr>
              <a:t>entity</a:t>
            </a:r>
            <a:endParaRPr lang="en-US" altLang="ko-KR">
              <a:latin typeface="맑은 고딕"/>
              <a:ea typeface="맑은 고딕"/>
            </a:endParaRPr>
          </a:p>
          <a:p>
            <a:pPr algn="l">
              <a:defRPr/>
            </a:pPr>
            <a:endParaRPr lang="en-US" altLang="ko-KR">
              <a:latin typeface="맑은 고딕"/>
              <a:ea typeface="맑은 고딕"/>
            </a:endParaRPr>
          </a:p>
          <a:p>
            <a:pPr algn="l">
              <a:defRPr/>
            </a:pPr>
            <a:r>
              <a:rPr lang="en-US" altLang="ko-KR">
                <a:latin typeface="맑은 고딕"/>
                <a:ea typeface="맑은 고딕"/>
              </a:rPr>
              <a:t>@Id :</a:t>
            </a:r>
            <a:r>
              <a:rPr lang="ko-KR" altLang="en-US">
                <a:latin typeface="맑은 고딕"/>
                <a:ea typeface="맑은 고딕"/>
              </a:rPr>
              <a:t> 이 엔티티가 기본키 임을 나타냄</a:t>
            </a:r>
            <a:endParaRPr lang="ko-KR" altLang="en-US">
              <a:latin typeface="맑은 고딕"/>
              <a:ea typeface="맑은 고딕"/>
            </a:endParaRPr>
          </a:p>
          <a:p>
            <a:pPr algn="l">
              <a:defRPr/>
            </a:pPr>
            <a:r>
              <a:rPr lang="en-US" altLang="ko-KR">
                <a:latin typeface="맑은 고딕"/>
                <a:ea typeface="맑은 고딕"/>
              </a:rPr>
              <a:t>@GeneratedValue(strategyGenerationType.IDENTITY)</a:t>
            </a:r>
            <a:r>
              <a:rPr lang="ko-KR" altLang="en-US">
                <a:latin typeface="맑은 고딕"/>
                <a:ea typeface="맑은 고딕"/>
              </a:rPr>
              <a:t> </a:t>
            </a:r>
            <a:r>
              <a:rPr lang="en-US" altLang="ko-KR">
                <a:latin typeface="맑은 고딕"/>
                <a:ea typeface="맑은 고딕"/>
              </a:rPr>
              <a:t>:</a:t>
            </a:r>
            <a:r>
              <a:rPr lang="ko-KR" altLang="en-US">
                <a:latin typeface="맑은 고딕"/>
                <a:ea typeface="맑은 고딕"/>
              </a:rPr>
              <a:t> </a:t>
            </a:r>
            <a:endParaRPr lang="ko-KR" altLang="en-US">
              <a:latin typeface="맑은 고딕"/>
              <a:ea typeface="맑은 고딕"/>
            </a:endParaRPr>
          </a:p>
          <a:p>
            <a:pPr algn="l">
              <a:defRPr/>
            </a:pPr>
            <a:r>
              <a:rPr lang="ko-KR" altLang="en-US">
                <a:latin typeface="맑은 고딕"/>
                <a:ea typeface="맑은 고딕"/>
              </a:rPr>
              <a:t> </a:t>
            </a:r>
            <a:r>
              <a:rPr lang="en-US" altLang="ko-KR">
                <a:latin typeface="맑은 고딕"/>
                <a:ea typeface="맑은 고딕"/>
              </a:rPr>
              <a:t>-</a:t>
            </a:r>
            <a:r>
              <a:rPr lang="ko-KR" altLang="en-US">
                <a:latin typeface="맑은 고딕"/>
                <a:ea typeface="맑은 고딕"/>
              </a:rPr>
              <a:t> 자동 번호 부여</a:t>
            </a:r>
            <a:endParaRPr lang="ko-KR" altLang="en-US">
              <a:latin typeface="맑은 고딕"/>
              <a:ea typeface="맑은 고딕"/>
            </a:endParaRPr>
          </a:p>
          <a:p>
            <a:pPr algn="l">
              <a:defRPr/>
            </a:pPr>
            <a:r>
              <a:rPr lang="en-US" altLang="ko-KR">
                <a:latin typeface="맑은 고딕"/>
                <a:ea typeface="맑은 고딕"/>
              </a:rPr>
              <a:t>@ManyToOne : </a:t>
            </a:r>
            <a:r>
              <a:rPr lang="ko-KR" altLang="en-US">
                <a:latin typeface="맑은 고딕"/>
                <a:ea typeface="맑은 고딕"/>
              </a:rPr>
              <a:t>다대일 관계 형성</a:t>
            </a:r>
            <a:endParaRPr lang="ko-KR" altLang="en-US">
              <a:latin typeface="맑은 고딕"/>
              <a:ea typeface="맑은 고딕"/>
            </a:endParaRPr>
          </a:p>
          <a:p>
            <a:pPr algn="l">
              <a:defRPr/>
            </a:pPr>
            <a:r>
              <a:rPr lang="en-US" altLang="ko-KR">
                <a:latin typeface="맑은 고딕"/>
                <a:ea typeface="맑은 고딕"/>
              </a:rPr>
              <a:t>@JoinColumn</a:t>
            </a:r>
            <a:r>
              <a:rPr lang="ko-KR" altLang="en-US">
                <a:latin typeface="맑은 고딕"/>
                <a:ea typeface="맑은 고딕"/>
              </a:rPr>
              <a:t> </a:t>
            </a:r>
            <a:r>
              <a:rPr lang="en-US" altLang="ko-KR">
                <a:latin typeface="맑은 고딕"/>
                <a:ea typeface="맑은 고딕"/>
              </a:rPr>
              <a:t>:</a:t>
            </a:r>
            <a:r>
              <a:rPr lang="ko-KR" altLang="en-US">
                <a:latin typeface="맑은 고딕"/>
                <a:ea typeface="맑은 고딕"/>
              </a:rPr>
              <a:t> 외래 키 지정</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name = :</a:t>
            </a:r>
            <a:r>
              <a:rPr lang="ko-KR" altLang="en-US">
                <a:latin typeface="맑은 고딕"/>
                <a:ea typeface="맑은 고딕"/>
              </a:rPr>
              <a:t> 현재 테이블에 생성될 외래 키 컬럼 이름</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referencedColumnName = </a:t>
            </a:r>
            <a:endParaRPr lang="ko-KR" altLang="en-US">
              <a:latin typeface="맑은 고딕"/>
              <a:ea typeface="맑은 고딕"/>
            </a:endParaRPr>
          </a:p>
          <a:p>
            <a:pPr algn="l">
              <a:defRPr/>
            </a:pPr>
            <a:r>
              <a:rPr lang="ko-KR" altLang="en-US">
                <a:latin typeface="맑은 고딕"/>
                <a:ea typeface="맑은 고딕"/>
              </a:rPr>
              <a:t>   참조 대상 테이블의 기준 컬럼 이름</a:t>
            </a:r>
            <a:endParaRPr lang="ko-KR" altLang="en-US">
              <a:latin typeface="맑은 고딕"/>
              <a:ea typeface="맑은 고딕"/>
            </a:endParaRPr>
          </a:p>
          <a:p>
            <a:pPr algn="l">
              <a:defRPr/>
            </a:pPr>
            <a:endParaRPr lang="ko-KR" altLang="en-US">
              <a:latin typeface="맑은 고딕"/>
              <a:ea typeface="맑은 고딕"/>
            </a:endParaRPr>
          </a:p>
          <a:p>
            <a:pPr algn="l">
              <a:defRPr/>
            </a:pPr>
            <a:r>
              <a:rPr lang="en-US" altLang="ko-KR">
                <a:latin typeface="맑은 고딕"/>
                <a:ea typeface="맑은 고딕"/>
              </a:rPr>
              <a:t>- nullable</a:t>
            </a:r>
            <a:r>
              <a:rPr lang="ko-KR" altLang="en-US">
                <a:latin typeface="맑은 고딕"/>
                <a:ea typeface="맑은 고딕"/>
              </a:rPr>
              <a:t> </a:t>
            </a: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false : </a:t>
            </a:r>
            <a:r>
              <a:rPr lang="ko-KR" altLang="en-US">
                <a:latin typeface="맑은 고딕"/>
                <a:ea typeface="맑은 고딕"/>
              </a:rPr>
              <a:t>외래 키 컬럼 값이 반드시 존재</a:t>
            </a:r>
            <a:endParaRPr lang="ko-KR" altLang="en-US">
              <a:latin typeface="맑은 고딕"/>
              <a:ea typeface="맑은 고딕"/>
            </a:endParaRPr>
          </a:p>
          <a:p>
            <a:pPr algn="l">
              <a:defRPr/>
            </a:pPr>
            <a:endParaRPr lang="ko-KR" altLang="en-US">
              <a:latin typeface="맑은 고딕"/>
              <a:ea typeface="맑은 고딕"/>
            </a:endParaRPr>
          </a:p>
        </p:txBody>
      </p:sp>
      <p:pic>
        <p:nvPicPr>
          <p:cNvPr id="14" name=""/>
          <p:cNvPicPr>
            <a:picLocks noChangeAspect="1"/>
          </p:cNvPicPr>
          <p:nvPr/>
        </p:nvPicPr>
        <p:blipFill rotWithShape="1">
          <a:blip r:embed="rId2"/>
          <a:stretch>
            <a:fillRect/>
          </a:stretch>
        </p:blipFill>
        <p:spPr>
          <a:xfrm>
            <a:off x="474012" y="1356333"/>
            <a:ext cx="4224267" cy="2664931"/>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56297" y="586353"/>
            <a:ext cx="8431407" cy="572700"/>
          </a:xfrm>
        </p:spPr>
        <p:txBody>
          <a:bodyPr/>
          <a:lstStyle/>
          <a:p>
            <a:pPr algn="ctr">
              <a:defRPr/>
            </a:pPr>
            <a:r>
              <a:rPr lang="en-US" altLang="ko-KR">
                <a:latin typeface="맑은 고딕"/>
                <a:ea typeface="맑은 고딕"/>
              </a:rPr>
              <a:t>HeartDTO</a:t>
            </a:r>
            <a:br>
              <a:rPr lang="en-US" altLang="ko-KR">
                <a:latin typeface="맑은 고딕"/>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4466167" y="1356333"/>
            <a:ext cx="4466741" cy="3510548"/>
          </a:xfrm>
        </p:spPr>
        <p:txBody>
          <a:bodyPr/>
          <a:lstStyle/>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heartNum : heartNum </a:t>
            </a:r>
            <a:r>
              <a:rPr lang="ko-KR" altLang="en-US">
                <a:latin typeface="맑은 고딕"/>
                <a:ea typeface="맑은 고딕"/>
              </a:rPr>
              <a:t>고유 번호</a:t>
            </a:r>
            <a:endParaRPr lang="ko-KR" altLang="en-US">
              <a:latin typeface="맑은 고딕"/>
              <a:ea typeface="맑은 고딕"/>
            </a:endParaRPr>
          </a:p>
          <a:p>
            <a:pPr algn="l">
              <a:defRPr/>
            </a:pPr>
            <a:r>
              <a:rPr lang="en-US" altLang="ko-KR">
                <a:latin typeface="맑은 고딕"/>
                <a:ea typeface="맑은 고딕"/>
              </a:rPr>
              <a:t>- userNick : </a:t>
            </a:r>
            <a:r>
              <a:rPr lang="ko-KR" altLang="en-US">
                <a:latin typeface="맑은 고딕"/>
                <a:ea typeface="맑은 고딕"/>
              </a:rPr>
              <a:t>사용자 별명</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bodNum : </a:t>
            </a:r>
            <a:r>
              <a:rPr lang="ko-KR" altLang="en-US">
                <a:latin typeface="맑은 고딕"/>
                <a:ea typeface="맑은 고딕"/>
              </a:rPr>
              <a:t>게시판 고유 번호</a:t>
            </a:r>
            <a:endParaRPr lang="ko-KR" altLang="en-US">
              <a:latin typeface="맑은 고딕"/>
              <a:ea typeface="맑은 고딕"/>
            </a:endParaRPr>
          </a:p>
          <a:p>
            <a:pPr algn="l">
              <a:defRPr/>
            </a:pP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hIkon :</a:t>
            </a:r>
            <a:r>
              <a:rPr lang="ko-KR" altLang="en-US">
                <a:latin typeface="맑은 고딕"/>
                <a:ea typeface="맑은 고딕"/>
              </a:rPr>
              <a:t> 좋아요 아이콘</a:t>
            </a:r>
            <a:endParaRPr lang="ko-KR" altLang="en-US">
              <a:latin typeface="맑은 고딕"/>
              <a:ea typeface="맑은 고딕"/>
            </a:endParaRPr>
          </a:p>
          <a:p>
            <a:pPr algn="l">
              <a:defRPr/>
            </a:pPr>
            <a:endParaRPr lang="ko-KR" altLang="en-US">
              <a:latin typeface="맑은 고딕"/>
              <a:ea typeface="맑은 고딕"/>
            </a:endParaRPr>
          </a:p>
          <a:p>
            <a:pPr algn="l">
              <a:defRPr/>
            </a:pPr>
            <a:r>
              <a:rPr lang="en-US" altLang="ko-KR" b="1">
                <a:latin typeface="맑은 고딕"/>
                <a:ea typeface="맑은 고딕"/>
              </a:rPr>
              <a:t>HeartDTO</a:t>
            </a:r>
            <a:r>
              <a:rPr lang="ko-KR" altLang="en-US" b="1">
                <a:latin typeface="맑은 고딕"/>
                <a:ea typeface="맑은 고딕"/>
              </a:rPr>
              <a:t> 생성자</a:t>
            </a:r>
            <a:r>
              <a:rPr lang="ko-KR" altLang="en-US">
                <a:latin typeface="맑은 고딕"/>
                <a:ea typeface="맑은 고딕"/>
              </a:rPr>
              <a:t> </a:t>
            </a: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HeartEntity</a:t>
            </a:r>
            <a:r>
              <a:rPr lang="ko-KR" altLang="en-US">
                <a:latin typeface="맑은 고딕"/>
                <a:ea typeface="맑은 고딕"/>
              </a:rPr>
              <a:t> 타입을 </a:t>
            </a:r>
            <a:r>
              <a:rPr lang="en-US" altLang="ko-KR">
                <a:latin typeface="맑은 고딕"/>
                <a:ea typeface="맑은 고딕"/>
              </a:rPr>
              <a:t>HeartDTO</a:t>
            </a:r>
            <a:r>
              <a:rPr lang="ko-KR" altLang="en-US">
                <a:latin typeface="맑은 고딕"/>
                <a:ea typeface="맑은 고딕"/>
              </a:rPr>
              <a:t>로 변환</a:t>
            </a:r>
            <a:endParaRPr lang="ko-KR" altLang="en-US">
              <a:latin typeface="맑은 고딕"/>
              <a:ea typeface="맑은 고딕"/>
            </a:endParaRPr>
          </a:p>
          <a:p>
            <a:pPr algn="l">
              <a:defRPr/>
            </a:pPr>
            <a:endParaRPr lang="ko-KR" altLang="en-US">
              <a:latin typeface="맑은 고딕"/>
              <a:ea typeface="맑은 고딕"/>
            </a:endParaRPr>
          </a:p>
          <a:p>
            <a:pPr algn="l">
              <a:defRPr/>
            </a:pPr>
            <a:r>
              <a:rPr lang="en-US" altLang="ko-KR" b="1">
                <a:latin typeface="맑은 고딕"/>
                <a:ea typeface="맑은 고딕"/>
              </a:rPr>
              <a:t>toEntity</a:t>
            </a:r>
            <a:r>
              <a:rPr lang="ko-KR" altLang="en-US" b="1">
                <a:latin typeface="맑은 고딕"/>
                <a:ea typeface="맑은 고딕"/>
              </a:rPr>
              <a:t> 메서드</a:t>
            </a:r>
            <a:r>
              <a:rPr lang="ko-KR" altLang="en-US">
                <a:latin typeface="맑은 고딕"/>
                <a:ea typeface="맑은 고딕"/>
              </a:rPr>
              <a:t> </a:t>
            </a:r>
            <a:r>
              <a:rPr lang="en-US" altLang="ko-KR">
                <a:latin typeface="맑은 고딕"/>
                <a:ea typeface="맑은 고딕"/>
              </a:rPr>
              <a:t>:</a:t>
            </a:r>
            <a:r>
              <a:rPr lang="ko-KR" altLang="en-US">
                <a:latin typeface="맑은 고딕"/>
                <a:ea typeface="맑은 고딕"/>
              </a:rPr>
              <a:t> </a:t>
            </a:r>
            <a:r>
              <a:rPr lang="en-US" altLang="ko-KR">
                <a:latin typeface="맑은 고딕"/>
                <a:ea typeface="맑은 고딕"/>
              </a:rPr>
              <a:t>HeartDTO </a:t>
            </a:r>
            <a:r>
              <a:rPr lang="ko-KR" altLang="en-US">
                <a:latin typeface="맑은 고딕"/>
                <a:ea typeface="맑은 고딕"/>
              </a:rPr>
              <a:t>타입을 </a:t>
            </a:r>
            <a:r>
              <a:rPr lang="en-US" altLang="ko-KR">
                <a:latin typeface="맑은 고딕"/>
                <a:ea typeface="맑은 고딕"/>
              </a:rPr>
              <a:t>HeartEntity</a:t>
            </a:r>
            <a:r>
              <a:rPr lang="ko-KR" altLang="en-US">
                <a:latin typeface="맑은 고딕"/>
                <a:ea typeface="맑은 고딕"/>
              </a:rPr>
              <a:t> 값으로 변환</a:t>
            </a:r>
            <a:endParaRPr lang="ko-KR" altLang="en-US">
              <a:latin typeface="맑은 고딕"/>
              <a:ea typeface="맑은 고딕"/>
            </a:endParaRPr>
          </a:p>
          <a:p>
            <a:pPr algn="l">
              <a:defRPr/>
            </a:pPr>
            <a:r>
              <a:rPr lang="ko-KR" altLang="en-US">
                <a:latin typeface="맑은 고딕"/>
                <a:ea typeface="맑은 고딕"/>
              </a:rPr>
              <a:t>   ㄴ 빌더패턴 사용</a:t>
            </a:r>
            <a:r>
              <a:rPr lang="en-US" altLang="ko-KR">
                <a:latin typeface="맑은 고딕"/>
                <a:ea typeface="맑은 고딕"/>
              </a:rPr>
              <a:t>(@Builder)</a:t>
            </a:r>
            <a:endParaRPr lang="en-US" altLang="ko-KR">
              <a:latin typeface="맑은 고딕"/>
              <a:ea typeface="맑은 고딕"/>
            </a:endParaRPr>
          </a:p>
          <a:p>
            <a:pPr algn="l">
              <a:defRPr/>
            </a:pPr>
            <a:endParaRPr lang="en-US" altLang="ko-KR">
              <a:latin typeface="맑은 고딕"/>
              <a:ea typeface="맑은 고딕"/>
            </a:endParaRPr>
          </a:p>
        </p:txBody>
      </p:sp>
      <p:pic>
        <p:nvPicPr>
          <p:cNvPr id="15" name=""/>
          <p:cNvPicPr>
            <a:picLocks noChangeAspect="1"/>
          </p:cNvPicPr>
          <p:nvPr/>
        </p:nvPicPr>
        <p:blipFill rotWithShape="1">
          <a:blip r:embed="rId2"/>
          <a:stretch>
            <a:fillRect/>
          </a:stretch>
        </p:blipFill>
        <p:spPr>
          <a:xfrm>
            <a:off x="503104" y="1356333"/>
            <a:ext cx="4068896" cy="3211236"/>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56297" y="586353"/>
            <a:ext cx="8431407" cy="572700"/>
          </a:xfrm>
        </p:spPr>
        <p:txBody>
          <a:bodyPr/>
          <a:lstStyle/>
          <a:p>
            <a:pPr algn="ctr">
              <a:defRPr/>
            </a:pPr>
            <a:r>
              <a:rPr lang="en-US" altLang="ko-KR">
                <a:latin typeface="맑은 고딕"/>
                <a:ea typeface="맑은 고딕"/>
              </a:rPr>
              <a:t>HeartRepository</a:t>
            </a:r>
            <a:br>
              <a:rPr lang="en-US" altLang="ko-KR">
                <a:latin typeface="맑은 고딕"/>
                <a:ea typeface="맑은 고딕"/>
              </a:rPr>
            </a:br>
            <a:br>
              <a:rPr lang="en-US" altLang="ko-KR">
                <a:latin typeface="맑은 고딕"/>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4232343" y="1431487"/>
            <a:ext cx="4360907" cy="3510548"/>
          </a:xfrm>
        </p:spPr>
        <p:txBody>
          <a:bodyPr/>
          <a:lstStyle/>
          <a:p>
            <a:pPr algn="l">
              <a:defRPr/>
            </a:pPr>
            <a:r>
              <a:rPr lang="en-US" altLang="ko-KR">
                <a:latin typeface="맑은 고딕"/>
                <a:ea typeface="맑은 고딕"/>
              </a:rPr>
              <a:t>@Repository: </a:t>
            </a:r>
            <a:r>
              <a:rPr lang="ko-KR" altLang="en-US">
                <a:latin typeface="맑은 고딕"/>
                <a:ea typeface="맑은 고딕"/>
              </a:rPr>
              <a:t>데이터 엑세스 계층</a:t>
            </a:r>
            <a:r>
              <a:rPr lang="en-US" altLang="ko-KR">
                <a:latin typeface="맑은 고딕"/>
                <a:ea typeface="맑은 고딕"/>
              </a:rPr>
              <a:t>(DAO)</a:t>
            </a:r>
            <a:r>
              <a:rPr lang="ko-KR" altLang="en-US">
                <a:latin typeface="맑은 고딕"/>
                <a:ea typeface="맑은 고딕"/>
              </a:rPr>
              <a:t>를 나타내는 데 사용</a:t>
            </a:r>
            <a:r>
              <a:rPr lang="en-US" altLang="ko-KR">
                <a:latin typeface="맑은 고딕"/>
                <a:ea typeface="맑은 고딕"/>
              </a:rPr>
              <a:t>,</a:t>
            </a:r>
            <a:r>
              <a:rPr lang="ko-KR" altLang="en-US">
                <a:latin typeface="맑은 고딕"/>
                <a:ea typeface="맑은 고딕"/>
              </a:rPr>
              <a:t>예외 처리 관리</a:t>
            </a:r>
            <a:endParaRPr lang="ko-KR" altLang="en-US">
              <a:latin typeface="맑은 고딕"/>
              <a:ea typeface="맑은 고딕"/>
            </a:endParaRPr>
          </a:p>
          <a:p>
            <a:pPr algn="l">
              <a:defRPr/>
            </a:pPr>
            <a:endParaRPr lang="en-US" altLang="ko-KR">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extends JpaRepository&lt;ParentCommentEntity, Integer&gt;</a:t>
            </a:r>
            <a:endPar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JpaRepository</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 상속</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   ㄴ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JPA</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에서 제공하는 기본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CRUD</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 기능을 포함</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1" i="0" u="none" strike="noStrike" kern="0" cap="none" spc="0" normalizeH="0" baseline="0" mc:Ignorable="hp" hp:hslEmbossed="0">
                <a:solidFill>
                  <a:srgbClr val="24282a"/>
                </a:solidFill>
                <a:latin typeface="맑은 고딕"/>
                <a:ea typeface="맑은 고딕"/>
              </a:rPr>
              <a:t>참고 사항</a:t>
            </a:r>
            <a:endParaRPr xmlns:mc="http://schemas.openxmlformats.org/markup-compatibility/2006" xmlns:hp="http://schemas.haansoft.com/office/presentation/8.0" kumimoji="0" lang="ko-KR" altLang="en-US" b="1"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JpaRepository</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에서 제공해주는 기본 값으로 </a:t>
            </a: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service</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에서 사용</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algn="l">
              <a:defRPr/>
            </a:pP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p:txBody>
      </p:sp>
      <p:pic>
        <p:nvPicPr>
          <p:cNvPr id="15" name=""/>
          <p:cNvPicPr>
            <a:picLocks noChangeAspect="1"/>
          </p:cNvPicPr>
          <p:nvPr/>
        </p:nvPicPr>
        <p:blipFill rotWithShape="1">
          <a:blip r:embed="rId2"/>
          <a:stretch>
            <a:fillRect/>
          </a:stretch>
        </p:blipFill>
        <p:spPr>
          <a:xfrm>
            <a:off x="550748" y="1431487"/>
            <a:ext cx="3681594" cy="1533581"/>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56297" y="586353"/>
            <a:ext cx="8431407" cy="572700"/>
          </a:xfrm>
        </p:spPr>
        <p:txBody>
          <a:bodyPr/>
          <a:lstStyle/>
          <a:p>
            <a:pPr algn="ctr">
              <a:defRPr/>
            </a:pPr>
            <a:r>
              <a:rPr lang="ko-KR" altLang="en-US">
                <a:latin typeface="맑은 고딕"/>
                <a:ea typeface="맑은 고딕"/>
              </a:rPr>
              <a:t>좋아요조회 </a:t>
            </a:r>
            <a:r>
              <a:rPr lang="en-US" altLang="ko-KR">
                <a:latin typeface="맑은 고딕"/>
                <a:ea typeface="맑은 고딕"/>
              </a:rPr>
              <a:t>API(service +</a:t>
            </a:r>
            <a:r>
              <a:rPr lang="ko-KR" altLang="en-US">
                <a:latin typeface="맑은 고딕"/>
                <a:ea typeface="맑은 고딕"/>
              </a:rPr>
              <a:t> </a:t>
            </a:r>
            <a:r>
              <a:rPr lang="en-US" altLang="ko-KR">
                <a:latin typeface="맑은 고딕"/>
                <a:ea typeface="맑은 고딕"/>
              </a:rPr>
              <a:t>controller)</a:t>
            </a:r>
            <a:br>
              <a:rPr lang="en-US" altLang="ko-KR">
                <a:latin typeface="맑은 고딕"/>
                <a:ea typeface="맑은 고딕"/>
              </a:rPr>
            </a:br>
            <a:endParaRPr lang="en-US" altLang="ko-KR">
              <a:latin typeface="맑은 고딕"/>
              <a:ea typeface="맑은 고딕"/>
            </a:endParaRPr>
          </a:p>
        </p:txBody>
      </p:sp>
      <p:sp>
        <p:nvSpPr>
          <p:cNvPr id="3" name="Google Shape;44;p5"/>
          <p:cNvSpPr>
            <a:spLocks noGrp="1"/>
          </p:cNvSpPr>
          <p:nvPr>
            <p:ph type="subTitle" idx="1"/>
          </p:nvPr>
        </p:nvSpPr>
        <p:spPr>
          <a:xfrm>
            <a:off x="4317142" y="1481410"/>
            <a:ext cx="4615765" cy="3510548"/>
          </a:xfrm>
        </p:spPr>
        <p:txBody>
          <a:bodyPr/>
          <a:lstStyle/>
          <a:p>
            <a:pPr algn="l">
              <a:defRPr/>
            </a:pPr>
            <a:r>
              <a:rPr lang="ko-KR" altLang="ko-KR" sz="1100" b="1">
                <a:latin typeface="맑은 고딕"/>
                <a:ea typeface="맑은 고딕"/>
              </a:rPr>
              <a:t>controller 계층</a:t>
            </a:r>
            <a:endParaRPr lang="ko-KR" altLang="ko-KR" sz="1100" b="1">
              <a:latin typeface="맑은 고딕"/>
              <a:ea typeface="맑은 고딕"/>
            </a:endParaRPr>
          </a:p>
          <a:p>
            <a:pPr algn="l">
              <a:defRPr/>
            </a:pPr>
            <a:r>
              <a:rPr lang="ko-KR" altLang="ko-KR" sz="1100">
                <a:latin typeface="맑은 고딕"/>
                <a:ea typeface="맑은 고딕"/>
              </a:rPr>
              <a:t>- requset와 response 처리를 담당</a:t>
            </a:r>
            <a:endParaRPr lang="ko-KR" altLang="ko-KR" sz="1100">
              <a:latin typeface="맑은 고딕"/>
              <a:ea typeface="맑은 고딕"/>
            </a:endParaRPr>
          </a:p>
          <a:p>
            <a:pPr algn="l">
              <a:defRPr/>
            </a:pPr>
            <a:r>
              <a:rPr lang="ko-KR" altLang="ko-KR" sz="1100">
                <a:latin typeface="맑은 고딕"/>
                <a:ea typeface="맑은 고딕"/>
              </a:rPr>
              <a:t>- </a:t>
            </a:r>
            <a:r>
              <a:rPr lang="ko-KR" altLang="en-US" sz="1100">
                <a:latin typeface="맑은 고딕"/>
                <a:ea typeface="맑은 고딕"/>
              </a:rPr>
              <a:t>조회 </a:t>
            </a:r>
            <a:r>
              <a:rPr lang="ko-KR" altLang="ko-KR" sz="1100">
                <a:latin typeface="맑은 고딕"/>
                <a:ea typeface="맑은 고딕"/>
              </a:rPr>
              <a:t>메서드(@</a:t>
            </a:r>
            <a:r>
              <a:rPr lang="en-US" altLang="ko-KR" sz="1100">
                <a:latin typeface="맑은 고딕"/>
                <a:ea typeface="맑은 고딕"/>
              </a:rPr>
              <a:t>GetMapping</a:t>
            </a:r>
            <a:r>
              <a:rPr lang="ko-KR" altLang="ko-KR" sz="1100">
                <a:latin typeface="맑은 고딕"/>
                <a:ea typeface="맑은 고딕"/>
              </a:rPr>
              <a:t>사용)</a:t>
            </a:r>
            <a:endParaRPr lang="ko-KR" altLang="ko-KR" sz="1100">
              <a:latin typeface="맑은 고딕"/>
              <a:ea typeface="맑은 고딕"/>
            </a:endParaRPr>
          </a:p>
          <a:p>
            <a:pPr algn="l">
              <a:defRPr/>
            </a:pPr>
            <a:r>
              <a:rPr lang="ko-KR" altLang="ko-KR" sz="1100">
                <a:latin typeface="맑은 고딕"/>
                <a:ea typeface="맑은 고딕"/>
              </a:rPr>
              <a:t> </a:t>
            </a:r>
            <a:endParaRPr lang="ko-KR" altLang="ko-KR" sz="1100">
              <a:latin typeface="맑은 고딕"/>
              <a:ea typeface="맑은 고딕"/>
            </a:endParaRPr>
          </a:p>
          <a:p>
            <a:pPr algn="l">
              <a:defRPr/>
            </a:pPr>
            <a:r>
              <a:rPr lang="en-US" altLang="ko-KR" sz="1100" b="1">
                <a:latin typeface="맑은 고딕"/>
                <a:ea typeface="맑은 고딕"/>
              </a:rPr>
              <a:t>service</a:t>
            </a:r>
            <a:r>
              <a:rPr lang="ko-KR" altLang="en-US" sz="1100" b="1">
                <a:latin typeface="맑은 고딕"/>
                <a:ea typeface="맑은 고딕"/>
              </a:rPr>
              <a:t> 계층</a:t>
            </a:r>
            <a:endParaRPr lang="ko-KR" altLang="en-US" sz="1100">
              <a:latin typeface="맑은 고딕"/>
              <a:ea typeface="맑은 고딕"/>
            </a:endParaRPr>
          </a:p>
          <a:p>
            <a:pPr algn="l">
              <a:defRPr/>
            </a:pPr>
            <a:r>
              <a:rPr lang="en-US" altLang="ko-KR" sz="1100">
                <a:latin typeface="맑은 고딕"/>
                <a:ea typeface="맑은 고딕"/>
              </a:rPr>
              <a:t>- DB </a:t>
            </a:r>
            <a:r>
              <a:rPr lang="ko-KR" altLang="en-US" sz="1100">
                <a:latin typeface="맑은 고딕"/>
                <a:ea typeface="맑은 고딕"/>
              </a:rPr>
              <a:t>접근 및 변환 로직 처리</a:t>
            </a:r>
            <a:endParaRPr lang="ko-KR" altLang="en-US" sz="1100">
              <a:latin typeface="맑은 고딕"/>
              <a:ea typeface="맑은 고딕"/>
            </a:endParaRPr>
          </a:p>
          <a:p>
            <a:pPr algn="l">
              <a:defRPr/>
            </a:pPr>
            <a:r>
              <a:rPr lang="en-US" altLang="ko-KR" sz="1100">
                <a:latin typeface="맑은 고딕"/>
                <a:ea typeface="맑은 고딕"/>
              </a:rPr>
              <a:t>-</a:t>
            </a:r>
            <a:r>
              <a:rPr lang="ko-KR" altLang="en-US" sz="1100">
                <a:latin typeface="맑은 고딕"/>
                <a:ea typeface="맑은 고딕"/>
              </a:rPr>
              <a:t> 좋아요 조회 메서드</a:t>
            </a:r>
            <a:endParaRPr lang="ko-KR" altLang="en-US" sz="1100">
              <a:latin typeface="맑은 고딕"/>
              <a:ea typeface="맑은 고딕"/>
            </a:endParaRPr>
          </a:p>
          <a:p>
            <a:pPr algn="l">
              <a:defRPr/>
            </a:pPr>
            <a:endParaRPr lang="ko-KR" altLang="en-US" sz="1100">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sz="1100" b="1" i="0" u="none" strike="noStrike" kern="0" cap="none" spc="0" normalizeH="0" baseline="0" mc:Ignorable="hp" hp:hslEmbossed="0">
                <a:solidFill>
                  <a:srgbClr val="24282a"/>
                </a:solidFill>
                <a:latin typeface="맑은 고딕"/>
                <a:ea typeface="맑은 고딕"/>
              </a:rPr>
              <a:t>참고사항</a:t>
            </a:r>
            <a:endParaRPr xmlns:mc="http://schemas.openxmlformats.org/markup-compatibility/2006" xmlns:hp="http://schemas.haansoft.com/office/presentation/8.0" kumimoji="0" lang="ko-KR" altLang="en-US" sz="11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100" b="0" i="0" u="none" strike="noStrike" kern="0" cap="none" spc="0" normalizeH="0" baseline="0" mc:Ignorable="hp" hp:hslEmbossed="0">
                <a:solidFill>
                  <a:srgbClr val="24282a"/>
                </a:solidFill>
                <a:latin typeface="맑은 고딕"/>
                <a:ea typeface="맑은 고딕"/>
              </a:rPr>
              <a:t>@Transactional: </a:t>
            </a:r>
            <a:r>
              <a:rPr xmlns:mc="http://schemas.openxmlformats.org/markup-compatibility/2006" xmlns:hp="http://schemas.haansoft.com/office/presentation/8.0" kumimoji="0" lang="ko-KR" altLang="en-US" sz="1100" b="0" i="0" u="none" strike="noStrike" kern="0" cap="none" spc="0" normalizeH="0" baseline="0" mc:Ignorable="hp" hp:hslEmbossed="0">
                <a:solidFill>
                  <a:srgbClr val="24282a"/>
                </a:solidFill>
                <a:latin typeface="맑은 고딕"/>
                <a:ea typeface="맑은 고딕"/>
              </a:rPr>
              <a:t>트렌젝션 관리 어노테이션</a:t>
            </a:r>
            <a:endParaRPr xmlns:mc="http://schemas.openxmlformats.org/markup-compatibility/2006" xmlns:hp="http://schemas.haansoft.com/office/presentation/8.0" kumimoji="0" lang="ko-KR" altLang="en-US" sz="11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lang="en-US" altLang="ko-KR" sz="1100">
                <a:latin typeface="맑은 고딕"/>
                <a:ea typeface="맑은 고딕"/>
              </a:rPr>
              <a:t>.onElseThrow :</a:t>
            </a:r>
            <a:r>
              <a:rPr lang="ko-KR" altLang="en-US" sz="1100">
                <a:latin typeface="맑은 고딕"/>
                <a:ea typeface="맑은 고딕"/>
              </a:rPr>
              <a:t> 값이 존재하면 그 값을 반환하고 값이 없으면 지정된 예외를 반환</a:t>
            </a:r>
            <a:endParaRPr lang="ko-KR" altLang="en-US" sz="1100">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lang="en-US" altLang="ko-KR" sz="1100">
                <a:latin typeface="맑은 고딕"/>
                <a:ea typeface="맑은 고딕"/>
              </a:rPr>
              <a:t>HttpStatus :</a:t>
            </a:r>
            <a:r>
              <a:rPr lang="ko-KR" altLang="en-US" sz="1100">
                <a:latin typeface="맑은 고딕"/>
                <a:ea typeface="맑은 고딕"/>
              </a:rPr>
              <a:t> 열거형 클래스로 </a:t>
            </a:r>
            <a:r>
              <a:rPr lang="en-US" altLang="ko-KR" sz="1100">
                <a:latin typeface="맑은 고딕"/>
                <a:ea typeface="맑은 고딕"/>
              </a:rPr>
              <a:t>HTTP</a:t>
            </a:r>
            <a:r>
              <a:rPr lang="ko-KR" altLang="en-US" sz="1100">
                <a:latin typeface="맑은 고딕"/>
                <a:ea typeface="맑은 고딕"/>
              </a:rPr>
              <a:t> 상태코드를 표현 하는데 사용</a:t>
            </a:r>
            <a:endParaRPr lang="ko-KR" altLang="en-US" sz="1100">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p:txBody>
      </p:sp>
      <p:pic>
        <p:nvPicPr>
          <p:cNvPr id="15" name=""/>
          <p:cNvPicPr>
            <a:picLocks noChangeAspect="1"/>
          </p:cNvPicPr>
          <p:nvPr/>
        </p:nvPicPr>
        <p:blipFill rotWithShape="1">
          <a:blip r:embed="rId2"/>
          <a:stretch>
            <a:fillRect/>
          </a:stretch>
        </p:blipFill>
        <p:spPr>
          <a:xfrm>
            <a:off x="573775" y="1481410"/>
            <a:ext cx="3743366" cy="1342194"/>
          </a:xfrm>
          <a:prstGeom prst="rect">
            <a:avLst/>
          </a:prstGeom>
        </p:spPr>
      </p:pic>
      <p:pic>
        <p:nvPicPr>
          <p:cNvPr id="16" name=""/>
          <p:cNvPicPr>
            <a:picLocks noChangeAspect="1"/>
          </p:cNvPicPr>
          <p:nvPr/>
        </p:nvPicPr>
        <p:blipFill rotWithShape="1">
          <a:blip r:embed="rId3"/>
          <a:stretch>
            <a:fillRect/>
          </a:stretch>
        </p:blipFill>
        <p:spPr>
          <a:xfrm>
            <a:off x="573775" y="2814079"/>
            <a:ext cx="3743366" cy="1512376"/>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56296" y="488660"/>
            <a:ext cx="8431407" cy="572700"/>
          </a:xfrm>
        </p:spPr>
        <p:txBody>
          <a:bodyPr/>
          <a:lstStyle/>
          <a:p>
            <a:pPr algn="ctr">
              <a:defRPr/>
            </a:pPr>
            <a:r>
              <a:rPr lang="ko-KR" altLang="en-US">
                <a:latin typeface="맑은 고딕"/>
                <a:ea typeface="맑은 고딕"/>
              </a:rPr>
              <a:t>좋아요 추가 </a:t>
            </a:r>
            <a:r>
              <a:rPr lang="en-US" altLang="ko-KR">
                <a:latin typeface="맑은 고딕"/>
                <a:ea typeface="맑은 고딕"/>
              </a:rPr>
              <a:t>API(service + controller)</a:t>
            </a:r>
            <a:endParaRPr lang="en-US" altLang="ko-KR">
              <a:latin typeface="맑은 고딕"/>
              <a:ea typeface="맑은 고딕"/>
            </a:endParaRPr>
          </a:p>
        </p:txBody>
      </p:sp>
      <p:sp>
        <p:nvSpPr>
          <p:cNvPr id="3" name="Google Shape;44;p5"/>
          <p:cNvSpPr>
            <a:spLocks noGrp="1"/>
          </p:cNvSpPr>
          <p:nvPr>
            <p:ph type="subTitle" idx="1"/>
          </p:nvPr>
        </p:nvSpPr>
        <p:spPr>
          <a:xfrm>
            <a:off x="4744630" y="1111428"/>
            <a:ext cx="4360907" cy="3510548"/>
          </a:xfrm>
        </p:spPr>
        <p:txBody>
          <a:bodyPr/>
          <a:lstStyle/>
          <a:p>
            <a:pPr algn="l">
              <a:defRPr/>
            </a:pPr>
            <a:r>
              <a:rPr lang="ko-KR" altLang="ko-KR" b="1">
                <a:latin typeface="맑은 고딕"/>
                <a:ea typeface="맑은 고딕"/>
              </a:rPr>
              <a:t>controller 계층</a:t>
            </a:r>
            <a:endParaRPr lang="ko-KR" altLang="ko-KR" b="1">
              <a:latin typeface="맑은 고딕"/>
              <a:ea typeface="맑은 고딕"/>
            </a:endParaRPr>
          </a:p>
          <a:p>
            <a:pPr algn="l">
              <a:defRPr/>
            </a:pPr>
            <a:r>
              <a:rPr lang="ko-KR" altLang="ko-KR">
                <a:latin typeface="맑은 고딕"/>
                <a:ea typeface="맑은 고딕"/>
              </a:rPr>
              <a:t>- requset와 response 처리를 담당</a:t>
            </a:r>
            <a:endParaRPr lang="ko-KR" altLang="ko-KR">
              <a:latin typeface="맑은 고딕"/>
              <a:ea typeface="맑은 고딕"/>
            </a:endParaRPr>
          </a:p>
          <a:p>
            <a:pPr algn="l">
              <a:defRPr/>
            </a:pPr>
            <a:r>
              <a:rPr lang="ko-KR" altLang="ko-KR">
                <a:latin typeface="맑은 고딕"/>
                <a:ea typeface="맑은 고딕"/>
              </a:rPr>
              <a:t>- </a:t>
            </a:r>
            <a:r>
              <a:rPr lang="ko-KR" altLang="en-US">
                <a:latin typeface="맑은 고딕"/>
                <a:ea typeface="맑은 고딕"/>
              </a:rPr>
              <a:t>추가</a:t>
            </a:r>
            <a:r>
              <a:rPr lang="ko-KR" altLang="ko-KR">
                <a:latin typeface="맑은 고딕"/>
                <a:ea typeface="맑은 고딕"/>
              </a:rPr>
              <a:t> 메서드(@</a:t>
            </a:r>
            <a:r>
              <a:rPr lang="en-US" altLang="ko-KR">
                <a:latin typeface="맑은 고딕"/>
                <a:ea typeface="맑은 고딕"/>
              </a:rPr>
              <a:t>Post</a:t>
            </a:r>
            <a:r>
              <a:rPr lang="ko-KR" altLang="ko-KR">
                <a:latin typeface="맑은 고딕"/>
                <a:ea typeface="맑은 고딕"/>
              </a:rPr>
              <a:t>Mapping 사용)</a:t>
            </a:r>
            <a:endParaRPr lang="ko-KR" altLang="ko-KR">
              <a:latin typeface="맑은 고딕"/>
              <a:ea typeface="맑은 고딕"/>
            </a:endParaRPr>
          </a:p>
          <a:p>
            <a:pPr algn="l">
              <a:defRPr/>
            </a:pPr>
            <a:r>
              <a:rPr lang="ko-KR" altLang="ko-KR">
                <a:latin typeface="맑은 고딕"/>
                <a:ea typeface="맑은 고딕"/>
              </a:rPr>
              <a:t> </a:t>
            </a:r>
            <a:endParaRPr lang="ko-KR" altLang="ko-KR">
              <a:latin typeface="맑은 고딕"/>
              <a:ea typeface="맑은 고딕"/>
            </a:endParaRPr>
          </a:p>
          <a:p>
            <a:pPr algn="l">
              <a:defRPr/>
            </a:pPr>
            <a:r>
              <a:rPr lang="en-US" altLang="ko-KR" b="1">
                <a:latin typeface="맑은 고딕"/>
                <a:ea typeface="맑은 고딕"/>
              </a:rPr>
              <a:t>service</a:t>
            </a:r>
            <a:r>
              <a:rPr lang="ko-KR" altLang="en-US" b="1">
                <a:latin typeface="맑은 고딕"/>
                <a:ea typeface="맑은 고딕"/>
              </a:rPr>
              <a:t> 계층</a:t>
            </a:r>
            <a:endParaRPr lang="ko-KR" altLang="en-US">
              <a:latin typeface="맑은 고딕"/>
              <a:ea typeface="맑은 고딕"/>
            </a:endParaRPr>
          </a:p>
          <a:p>
            <a:pPr algn="l">
              <a:defRPr/>
            </a:pPr>
            <a:r>
              <a:rPr lang="en-US" altLang="ko-KR">
                <a:latin typeface="맑은 고딕"/>
                <a:ea typeface="맑은 고딕"/>
              </a:rPr>
              <a:t>- DB </a:t>
            </a:r>
            <a:r>
              <a:rPr lang="ko-KR" altLang="en-US">
                <a:latin typeface="맑은 고딕"/>
                <a:ea typeface="맑은 고딕"/>
              </a:rPr>
              <a:t>접근 및 변환 로직 처리</a:t>
            </a:r>
            <a:endParaRPr lang="ko-KR" altLang="en-US">
              <a:latin typeface="맑은 고딕"/>
              <a:ea typeface="맑은 고딕"/>
            </a:endParaRPr>
          </a:p>
          <a:p>
            <a:pPr algn="l">
              <a:defRPr/>
            </a:pPr>
            <a:r>
              <a:rPr lang="en-US" altLang="ko-KR">
                <a:latin typeface="맑은 고딕"/>
                <a:ea typeface="맑은 고딕"/>
              </a:rPr>
              <a:t>- </a:t>
            </a:r>
            <a:r>
              <a:rPr lang="ko-KR" altLang="en-US">
                <a:latin typeface="맑은 고딕"/>
                <a:ea typeface="맑은 고딕"/>
              </a:rPr>
              <a:t>추가 메서드</a:t>
            </a:r>
            <a:endParaRPr lang="ko-KR" altLang="en-US">
              <a:latin typeface="맑은 고딕"/>
              <a:ea typeface="맑은 고딕"/>
            </a:endParaRPr>
          </a:p>
          <a:p>
            <a:pPr algn="l">
              <a:defRPr/>
            </a:pPr>
            <a:endParaRPr lang="ko-KR" altLang="en-US">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b="1" i="0" u="none" strike="noStrike" kern="0" cap="none" spc="0" normalizeH="0" baseline="0" mc:Ignorable="hp" hp:hslEmbossed="0">
                <a:solidFill>
                  <a:srgbClr val="24282a"/>
                </a:solidFill>
                <a:latin typeface="맑은 고딕"/>
                <a:ea typeface="맑은 고딕"/>
              </a:rPr>
              <a:t>참고사항</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try ~ catch : </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예외처리 수행 할 때 사용</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@Transactional: </a:t>
            </a:r>
            <a:r>
              <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rPr>
              <a:t>트렌젝션 관리 어노테이션</a:t>
            </a: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lang="en-US" altLang="ko-KR">
                <a:latin typeface="맑은 고딕"/>
                <a:ea typeface="맑은 고딕"/>
              </a:rPr>
              <a:t>.onElseThrow :</a:t>
            </a:r>
            <a:r>
              <a:rPr lang="ko-KR" altLang="en-US">
                <a:latin typeface="맑은 고딕"/>
                <a:ea typeface="맑은 고딕"/>
              </a:rPr>
              <a:t> 값이 존재하면 그 값을 반환하고 값이 없으면 지정된 예외를 반환</a:t>
            </a:r>
            <a:endParaRPr lang="ko-KR" altLang="en-US">
              <a:latin typeface="맑은 고딕"/>
              <a:ea typeface="맑은 고딕"/>
            </a:endParaRPr>
          </a:p>
          <a:p>
            <a:pPr algn="l">
              <a:defRPr/>
            </a:pPr>
            <a:r>
              <a:rPr lang="en-US" altLang="ko-KR">
                <a:latin typeface="맑은 고딕"/>
                <a:ea typeface="맑은 고딕"/>
              </a:rPr>
              <a:t>@RequestBody :</a:t>
            </a:r>
            <a:r>
              <a:rPr lang="ko-KR" altLang="en-US">
                <a:latin typeface="맑은 고딕"/>
                <a:ea typeface="맑은 고딕"/>
              </a:rPr>
              <a:t> 클라이언트가 </a:t>
            </a:r>
            <a:r>
              <a:rPr lang="en-US" altLang="ko-KR">
                <a:latin typeface="맑은 고딕"/>
                <a:ea typeface="맑은 고딕"/>
              </a:rPr>
              <a:t>HTTP</a:t>
            </a:r>
            <a:r>
              <a:rPr lang="ko-KR" altLang="en-US">
                <a:latin typeface="맑은 고딕"/>
                <a:ea typeface="맑은 고딕"/>
              </a:rPr>
              <a:t> 요청 본문에 담아 보낸 메세지를 자바 객체로 변환</a:t>
            </a:r>
            <a:endParaRPr lang="ko-KR" altLang="en-US">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p:txBody>
      </p:sp>
      <p:pic>
        <p:nvPicPr>
          <p:cNvPr id="15" name=""/>
          <p:cNvPicPr>
            <a:picLocks noChangeAspect="1"/>
          </p:cNvPicPr>
          <p:nvPr/>
        </p:nvPicPr>
        <p:blipFill rotWithShape="1">
          <a:blip r:embed="rId2"/>
          <a:stretch>
            <a:fillRect/>
          </a:stretch>
        </p:blipFill>
        <p:spPr>
          <a:xfrm>
            <a:off x="496220" y="1111428"/>
            <a:ext cx="4248410" cy="1816896"/>
          </a:xfrm>
          <a:prstGeom prst="rect">
            <a:avLst/>
          </a:prstGeom>
        </p:spPr>
      </p:pic>
      <p:pic>
        <p:nvPicPr>
          <p:cNvPr id="16" name=""/>
          <p:cNvPicPr>
            <a:picLocks noChangeAspect="1"/>
          </p:cNvPicPr>
          <p:nvPr/>
        </p:nvPicPr>
        <p:blipFill rotWithShape="1">
          <a:blip r:embed="rId3"/>
          <a:stretch>
            <a:fillRect/>
          </a:stretch>
        </p:blipFill>
        <p:spPr>
          <a:xfrm>
            <a:off x="496220" y="2918799"/>
            <a:ext cx="4248410" cy="1890931"/>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56296" y="488660"/>
            <a:ext cx="8431407" cy="572700"/>
          </a:xfrm>
        </p:spPr>
        <p:txBody>
          <a:bodyPr/>
          <a:lstStyle/>
          <a:p>
            <a:pPr algn="ctr">
              <a:defRPr/>
            </a:pPr>
            <a:r>
              <a:rPr lang="en-US" altLang="ko-KR">
                <a:latin typeface="맑은 고딕"/>
                <a:ea typeface="맑은 고딕"/>
              </a:rPr>
              <a:t>OpenAPI ApiConfig</a:t>
            </a:r>
            <a:endParaRPr lang="en-US" altLang="ko-KR">
              <a:latin typeface="맑은 고딕"/>
              <a:ea typeface="맑은 고딕"/>
            </a:endParaRPr>
          </a:p>
        </p:txBody>
      </p:sp>
      <p:sp>
        <p:nvSpPr>
          <p:cNvPr id="3" name="Google Shape;44;p5"/>
          <p:cNvSpPr>
            <a:spLocks noGrp="1"/>
          </p:cNvSpPr>
          <p:nvPr>
            <p:ph type="subTitle" idx="1"/>
          </p:nvPr>
        </p:nvSpPr>
        <p:spPr>
          <a:xfrm>
            <a:off x="5023153" y="1259797"/>
            <a:ext cx="4120846" cy="3510548"/>
          </a:xfrm>
        </p:spPr>
        <p:txBody>
          <a:bodyPr/>
          <a:lstStyle/>
          <a:p>
            <a:pPr algn="l">
              <a:defRPr/>
            </a:pPr>
            <a:r>
              <a:rPr lang="en-US" altLang="ko-KR" b="1">
                <a:latin typeface="맑은 고딕"/>
                <a:ea typeface="맑은 고딕"/>
              </a:rPr>
              <a:t>restTemplate()</a:t>
            </a:r>
            <a:endParaRPr lang="en-US" altLang="ko-KR" b="1">
              <a:latin typeface="맑은 고딕"/>
              <a:ea typeface="맑은 고딕"/>
            </a:endParaRPr>
          </a:p>
          <a:p>
            <a:pPr algn="l">
              <a:defRPr/>
            </a:pPr>
            <a:r>
              <a:rPr lang="en-US" altLang="ko-KR">
                <a:latin typeface="맑은 고딕"/>
                <a:ea typeface="맑은 고딕"/>
              </a:rPr>
              <a:t>-</a:t>
            </a:r>
            <a:r>
              <a:rPr lang="en-US" altLang="ko-KR" sz="1000">
                <a:latin typeface="맑은 고딕"/>
                <a:ea typeface="맑은 고딕"/>
              </a:rPr>
              <a:t>HTTP</a:t>
            </a:r>
            <a:r>
              <a:rPr lang="ko-KR" altLang="en-US" sz="1000">
                <a:latin typeface="맑은 고딕"/>
                <a:ea typeface="맑은 고딕"/>
              </a:rPr>
              <a:t> 요청을 간편하게 수핼 수 있는 </a:t>
            </a:r>
            <a:r>
              <a:rPr lang="en-US" altLang="ko-KR" sz="1000">
                <a:latin typeface="맑은 고딕"/>
                <a:ea typeface="맑은 고딕"/>
              </a:rPr>
              <a:t>RestTemplate</a:t>
            </a:r>
            <a:r>
              <a:rPr lang="ko-KR" altLang="en-US" sz="1000">
                <a:latin typeface="맑은 고딕"/>
                <a:ea typeface="맑은 고딕"/>
              </a:rPr>
              <a:t> 객체를 생성</a:t>
            </a:r>
            <a:endParaRPr lang="ko-KR" altLang="en-US" sz="1000">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000" b="0" i="0" u="none" strike="noStrike" kern="0" cap="none" spc="0" normalizeH="0" baseline="0" mc:Ignorable="hp" hp:hslEmbossed="0">
                <a:solidFill>
                  <a:srgbClr val="24282a"/>
                </a:solidFill>
                <a:latin typeface="맑은 고딕"/>
                <a:ea typeface="맑은 고딕"/>
              </a:rPr>
              <a:t>외부</a:t>
            </a:r>
            <a:r>
              <a:rPr xmlns:mc="http://schemas.openxmlformats.org/markup-compatibility/2006" xmlns:hp="http://schemas.haansoft.com/office/presentation/8.0" kumimoji="0" lang="en-US" altLang="ko-KR" sz="1000" b="0" i="0" u="none" strike="noStrike" kern="0" cap="none" spc="0" normalizeH="0" baseline="0" mc:Ignorable="hp" hp:hslEmbossed="0">
                <a:solidFill>
                  <a:srgbClr val="24282a"/>
                </a:solidFill>
                <a:latin typeface="맑은 고딕"/>
                <a:ea typeface="맑은 고딕"/>
              </a:rPr>
              <a:t>API</a:t>
            </a:r>
            <a:r>
              <a:rPr xmlns:mc="http://schemas.openxmlformats.org/markup-compatibility/2006" xmlns:hp="http://schemas.haansoft.com/office/presentation/8.0" kumimoji="0" lang="ko-KR" altLang="en-US" sz="1000" b="0" i="0" u="none" strike="noStrike" kern="0" cap="none" spc="0" normalizeH="0" baseline="0" mc:Ignorable="hp" hp:hslEmbossed="0">
                <a:solidFill>
                  <a:srgbClr val="24282a"/>
                </a:solidFill>
                <a:latin typeface="맑은 고딕"/>
                <a:ea typeface="맑은 고딕"/>
              </a:rPr>
              <a:t>와 통신을 위해 사용</a:t>
            </a:r>
            <a:endParaRPr xmlns:mc="http://schemas.openxmlformats.org/markup-compatibility/2006" xmlns:hp="http://schemas.haansoft.com/office/presentation/8.0" kumimoji="0" lang="ko-KR" altLang="en-US" sz="10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p:txBody>
      </p:sp>
      <p:pic>
        <p:nvPicPr>
          <p:cNvPr id="18" name=""/>
          <p:cNvPicPr>
            <a:picLocks noChangeAspect="1"/>
          </p:cNvPicPr>
          <p:nvPr/>
        </p:nvPicPr>
        <p:blipFill rotWithShape="1">
          <a:blip r:embed="rId2"/>
          <a:stretch>
            <a:fillRect/>
          </a:stretch>
        </p:blipFill>
        <p:spPr>
          <a:xfrm>
            <a:off x="356296" y="1259797"/>
            <a:ext cx="4777981" cy="2349496"/>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56296" y="488660"/>
            <a:ext cx="8431407" cy="572700"/>
          </a:xfrm>
        </p:spPr>
        <p:txBody>
          <a:bodyPr/>
          <a:lstStyle/>
          <a:p>
            <a:pPr algn="ctr">
              <a:defRPr/>
            </a:pPr>
            <a:r>
              <a:rPr lang="en-US" altLang="ko-KR">
                <a:latin typeface="맑은 고딕"/>
                <a:ea typeface="맑은 고딕"/>
              </a:rPr>
              <a:t>OpenAPI ApiResponseDTO/PriceRequestDTO</a:t>
            </a:r>
            <a:endParaRPr lang="en-US" altLang="ko-KR">
              <a:latin typeface="맑은 고딕"/>
              <a:ea typeface="맑은 고딕"/>
            </a:endParaRPr>
          </a:p>
        </p:txBody>
      </p:sp>
      <p:sp>
        <p:nvSpPr>
          <p:cNvPr id="3" name="Google Shape;44;p5"/>
          <p:cNvSpPr>
            <a:spLocks noGrp="1"/>
          </p:cNvSpPr>
          <p:nvPr>
            <p:ph type="subTitle" idx="1"/>
          </p:nvPr>
        </p:nvSpPr>
        <p:spPr>
          <a:xfrm>
            <a:off x="5023153" y="1259797"/>
            <a:ext cx="4120846" cy="3510548"/>
          </a:xfrm>
        </p:spPr>
        <p:txBody>
          <a:bodyPr/>
          <a:lstStyle/>
          <a:p>
            <a:pPr algn="l">
              <a:defRPr/>
            </a:pPr>
            <a:endParaRPr lang="en-US" altLang="ko-KR" b="1">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p:txBody>
      </p:sp>
      <p:pic>
        <p:nvPicPr>
          <p:cNvPr id="21" name=""/>
          <p:cNvPicPr>
            <a:picLocks noChangeAspect="1"/>
          </p:cNvPicPr>
          <p:nvPr/>
        </p:nvPicPr>
        <p:blipFill rotWithShape="1">
          <a:blip r:embed="rId2"/>
          <a:stretch>
            <a:fillRect/>
          </a:stretch>
        </p:blipFill>
        <p:spPr>
          <a:xfrm>
            <a:off x="632592" y="1259797"/>
            <a:ext cx="4275190" cy="1028789"/>
          </a:xfrm>
          <a:prstGeom prst="rect">
            <a:avLst/>
          </a:prstGeom>
        </p:spPr>
      </p:pic>
      <p:sp>
        <p:nvSpPr>
          <p:cNvPr id="23" name=""/>
          <p:cNvSpPr txBox="1"/>
          <p:nvPr/>
        </p:nvSpPr>
        <p:spPr>
          <a:xfrm>
            <a:off x="5023153" y="1398543"/>
            <a:ext cx="3549345" cy="447402"/>
          </a:xfrm>
          <a:prstGeom prst="rect">
            <a:avLst/>
          </a:prstGeom>
        </p:spPr>
        <p:txBody>
          <a:bodyPr wrap="square">
            <a:spAutoFit/>
          </a:bodyPr>
          <a:p>
            <a:pPr>
              <a:defRPr/>
            </a:pPr>
            <a:r>
              <a:rPr lang="ko-KR" altLang="en-US" sz="1200">
                <a:latin typeface="맑은 고딕"/>
                <a:ea typeface="맑은 고딕"/>
              </a:rPr>
              <a:t>오픈 </a:t>
            </a:r>
            <a:r>
              <a:rPr lang="en-US" altLang="ko-KR" sz="1200">
                <a:latin typeface="맑은 고딕"/>
                <a:ea typeface="맑은 고딕"/>
              </a:rPr>
              <a:t>API</a:t>
            </a:r>
            <a:r>
              <a:rPr lang="ko-KR" altLang="en-US" sz="1200">
                <a:latin typeface="맑은 고딕"/>
                <a:ea typeface="맑은 고딕"/>
              </a:rPr>
              <a:t>의 요청 값에 맞춰서 작성한 </a:t>
            </a:r>
            <a:r>
              <a:rPr lang="en-US" altLang="ko-KR" sz="1200">
                <a:latin typeface="맑은 고딕"/>
                <a:ea typeface="맑은 고딕"/>
              </a:rPr>
              <a:t>DTO</a:t>
            </a:r>
            <a:r>
              <a:rPr lang="ko-KR" altLang="en-US" sz="1200">
                <a:latin typeface="맑은 고딕"/>
                <a:ea typeface="맑은 고딕"/>
              </a:rPr>
              <a:t> 클래스</a:t>
            </a:r>
            <a:endParaRPr lang="ko-KR" altLang="en-US" sz="1200">
              <a:latin typeface="맑은 고딕"/>
              <a:ea typeface="맑은 고딕"/>
            </a:endParaRPr>
          </a:p>
          <a:p>
            <a:pPr>
              <a:defRPr/>
            </a:pPr>
            <a:endParaRPr lang="ko-KR" altLang="en-US" sz="1200">
              <a:latin typeface="맑은 고딕"/>
              <a:ea typeface="맑은 고딕"/>
            </a:endParaRPr>
          </a:p>
        </p:txBody>
      </p:sp>
      <p:pic>
        <p:nvPicPr>
          <p:cNvPr id="24" name=""/>
          <p:cNvPicPr>
            <a:picLocks noChangeAspect="1"/>
          </p:cNvPicPr>
          <p:nvPr/>
        </p:nvPicPr>
        <p:blipFill rotWithShape="1">
          <a:blip r:embed="rId3"/>
          <a:stretch>
            <a:fillRect/>
          </a:stretch>
        </p:blipFill>
        <p:spPr>
          <a:xfrm>
            <a:off x="632592" y="2288586"/>
            <a:ext cx="4275190" cy="2266001"/>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56296" y="488660"/>
            <a:ext cx="8431407" cy="572700"/>
          </a:xfrm>
        </p:spPr>
        <p:txBody>
          <a:bodyPr/>
          <a:lstStyle/>
          <a:p>
            <a:pPr algn="ctr">
              <a:defRPr/>
            </a:pPr>
            <a:r>
              <a:rPr lang="en-US" altLang="ko-KR">
                <a:latin typeface="맑은 고딕"/>
                <a:ea typeface="맑은 고딕"/>
              </a:rPr>
              <a:t>OpenAPI PriceRequestDTO</a:t>
            </a:r>
            <a:endParaRPr lang="en-US" altLang="ko-KR">
              <a:latin typeface="맑은 고딕"/>
              <a:ea typeface="맑은 고딕"/>
            </a:endParaRPr>
          </a:p>
        </p:txBody>
      </p:sp>
      <p:sp>
        <p:nvSpPr>
          <p:cNvPr id="3" name="Google Shape;44;p5"/>
          <p:cNvSpPr>
            <a:spLocks noGrp="1"/>
          </p:cNvSpPr>
          <p:nvPr>
            <p:ph type="subTitle" idx="1"/>
          </p:nvPr>
        </p:nvSpPr>
        <p:spPr>
          <a:xfrm>
            <a:off x="4666856" y="1205755"/>
            <a:ext cx="4120846" cy="3510548"/>
          </a:xfrm>
        </p:spPr>
        <p:txBody>
          <a:bodyPr/>
          <a:lstStyle/>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lang="ko-KR" altLang="en-US" sz="1100">
                <a:latin typeface="맑은 고딕"/>
                <a:ea typeface="맑은 고딕"/>
              </a:rPr>
              <a:t>오픈</a:t>
            </a:r>
            <a:r>
              <a:rPr lang="en-US" altLang="ko-KR" sz="1100">
                <a:latin typeface="맑은 고딕"/>
                <a:ea typeface="맑은 고딕"/>
              </a:rPr>
              <a:t>API</a:t>
            </a:r>
            <a:r>
              <a:rPr lang="ko-KR" altLang="en-US" sz="1100">
                <a:latin typeface="맑은 고딕"/>
                <a:ea typeface="맑은 고딕"/>
              </a:rPr>
              <a:t>의</a:t>
            </a:r>
            <a:r>
              <a:rPr lang="en-US" altLang="ko-KR" sz="1100">
                <a:latin typeface="맑은 고딕"/>
                <a:ea typeface="맑은 고딕"/>
              </a:rPr>
              <a:t> </a:t>
            </a:r>
            <a:r>
              <a:rPr lang="ko-KR" altLang="en-US" sz="1100">
                <a:latin typeface="맑은 고딕"/>
                <a:ea typeface="맑은 고딕"/>
              </a:rPr>
              <a:t>요청 값을 받은 후 데이터 가공을 위해 만든 </a:t>
            </a:r>
            <a:r>
              <a:rPr lang="en-US" altLang="ko-KR" sz="1100">
                <a:latin typeface="맑은 고딕"/>
                <a:ea typeface="맑은 고딕"/>
              </a:rPr>
              <a:t>DTO</a:t>
            </a:r>
            <a:endParaRPr lang="en-US" altLang="ko-KR" sz="1100">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lang="ko-KR" altLang="en-US" sz="1100">
                <a:latin typeface="맑은 고딕"/>
                <a:ea typeface="맑은 고딕"/>
              </a:rPr>
              <a:t>   ㄴ 필요데이터를 추출하기 위해 사용</a:t>
            </a:r>
            <a:endParaRPr lang="ko-KR" altLang="en-US" sz="1100">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p:txBody>
      </p:sp>
      <p:pic>
        <p:nvPicPr>
          <p:cNvPr id="22" name=""/>
          <p:cNvPicPr>
            <a:picLocks noChangeAspect="1"/>
          </p:cNvPicPr>
          <p:nvPr/>
        </p:nvPicPr>
        <p:blipFill rotWithShape="1">
          <a:blip r:embed="rId2"/>
          <a:stretch>
            <a:fillRect/>
          </a:stretch>
        </p:blipFill>
        <p:spPr>
          <a:xfrm>
            <a:off x="572647" y="1205755"/>
            <a:ext cx="4198983" cy="2522438"/>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56296" y="488660"/>
            <a:ext cx="8431407" cy="572700"/>
          </a:xfrm>
        </p:spPr>
        <p:txBody>
          <a:bodyPr/>
          <a:lstStyle/>
          <a:p>
            <a:pPr algn="ctr">
              <a:defRPr/>
            </a:pPr>
            <a:r>
              <a:rPr lang="en-US" altLang="ko-KR">
                <a:latin typeface="맑은 고딕"/>
                <a:ea typeface="맑은 고딕"/>
              </a:rPr>
              <a:t>OpenAPI </a:t>
            </a:r>
            <a:r>
              <a:rPr lang="ko-KR" altLang="en-US">
                <a:latin typeface="맑은 고딕"/>
                <a:ea typeface="맑은 고딕"/>
              </a:rPr>
              <a:t>요청</a:t>
            </a:r>
            <a:r>
              <a:rPr lang="en-US" altLang="ko-KR">
                <a:latin typeface="맑은 고딕"/>
                <a:ea typeface="맑은 고딕"/>
              </a:rPr>
              <a:t>(</a:t>
            </a:r>
            <a:r>
              <a:rPr lang="ko-KR" altLang="en-US">
                <a:latin typeface="맑은 고딕"/>
                <a:ea typeface="맑은 고딕"/>
              </a:rPr>
              <a:t>소매</a:t>
            </a:r>
            <a:r>
              <a:rPr lang="en-US" altLang="ko-KR">
                <a:latin typeface="맑은 고딕"/>
                <a:ea typeface="맑은 고딕"/>
              </a:rPr>
              <a:t>) service</a:t>
            </a:r>
            <a:endParaRPr lang="en-US" altLang="ko-KR">
              <a:latin typeface="맑은 고딕"/>
              <a:ea typeface="맑은 고딕"/>
            </a:endParaRPr>
          </a:p>
        </p:txBody>
      </p:sp>
      <p:sp>
        <p:nvSpPr>
          <p:cNvPr id="3" name="Google Shape;44;p5"/>
          <p:cNvSpPr>
            <a:spLocks noGrp="1"/>
          </p:cNvSpPr>
          <p:nvPr>
            <p:ph type="subTitle" idx="1"/>
          </p:nvPr>
        </p:nvSpPr>
        <p:spPr>
          <a:xfrm>
            <a:off x="5004756" y="1262855"/>
            <a:ext cx="3782945" cy="3453447"/>
          </a:xfrm>
        </p:spPr>
        <p:txBody>
          <a:bodyPr/>
          <a:lstStyle/>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lang="en-US" altLang="ko-KR" sz="1100">
                <a:latin typeface="맑은 고딕"/>
                <a:ea typeface="맑은 고딕"/>
              </a:rPr>
              <a:t>OpenAPI</a:t>
            </a:r>
            <a:r>
              <a:rPr lang="ko-KR" altLang="en-US" sz="1100">
                <a:latin typeface="맑은 고딕"/>
                <a:ea typeface="맑은 고딕"/>
              </a:rPr>
              <a:t> 요청 형식에 맞는 데이터 생성</a:t>
            </a:r>
            <a:endParaRPr lang="ko-KR" altLang="en-US" sz="1100">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lang="ko-KR" altLang="en-US" sz="1100">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lang="ko-KR" altLang="en-US" sz="1100" b="1">
                <a:latin typeface="맑은 고딕"/>
                <a:ea typeface="맑은 고딕"/>
              </a:rPr>
              <a:t>참고사항</a:t>
            </a:r>
            <a:endParaRPr lang="ko-KR" altLang="en-US" sz="1100">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lang="ko-KR" altLang="en-US" sz="900">
                <a:latin typeface="맑은 고딕"/>
                <a:ea typeface="맑은 고딕"/>
              </a:rPr>
              <a:t>ObjectMapper objectMapper = new ObjectMapper();</a:t>
            </a:r>
            <a:endParaRPr lang="ko-KR" altLang="en-US" sz="900">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lang="ko-KR" altLang="en-US" sz="900">
                <a:latin typeface="맑은 고딕"/>
                <a:ea typeface="맑은 고딕"/>
              </a:rPr>
              <a:t>JsonNode dataNode = </a:t>
            </a:r>
            <a:endParaRPr lang="ko-KR" altLang="en-US" sz="900">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lang="ko-KR" altLang="en-US" sz="900">
                <a:latin typeface="맑은 고딕"/>
                <a:ea typeface="맑은 고딕"/>
              </a:rPr>
              <a:t>objectMapper.readTree(responseBody).path("data").path("item");</a:t>
            </a:r>
            <a:endParaRPr lang="ko-KR" altLang="en-US" sz="1100">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lang="en-US" altLang="ko-KR">
                <a:latin typeface="맑은 고딕"/>
                <a:ea typeface="맑은 고딕"/>
              </a:rPr>
              <a:t>:</a:t>
            </a:r>
            <a:r>
              <a:rPr lang="ko-KR" altLang="en-US">
                <a:latin typeface="맑은 고딕"/>
                <a:ea typeface="맑은 고딕"/>
              </a:rPr>
              <a:t> </a:t>
            </a:r>
            <a:r>
              <a:rPr lang="en-US" altLang="ko-KR" sz="900">
                <a:latin typeface="맑은 고딕"/>
                <a:ea typeface="맑은 고딕"/>
              </a:rPr>
              <a:t>JSON</a:t>
            </a:r>
            <a:r>
              <a:rPr lang="ko-KR" altLang="en-US" sz="900">
                <a:latin typeface="맑은 고딕"/>
                <a:ea typeface="맑은 고딕"/>
              </a:rPr>
              <a:t>데이터를 파싱하여 특정 노드를 가져오는 작업을 수행</a:t>
            </a: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p:txBody>
      </p:sp>
      <p:pic>
        <p:nvPicPr>
          <p:cNvPr id="23" name=""/>
          <p:cNvPicPr>
            <a:picLocks noChangeAspect="1"/>
          </p:cNvPicPr>
          <p:nvPr/>
        </p:nvPicPr>
        <p:blipFill rotWithShape="1">
          <a:blip r:embed="rId2"/>
          <a:stretch>
            <a:fillRect/>
          </a:stretch>
        </p:blipFill>
        <p:spPr>
          <a:xfrm>
            <a:off x="356295" y="1262855"/>
            <a:ext cx="4648461" cy="2617789"/>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56296" y="583910"/>
            <a:ext cx="8431407" cy="572700"/>
          </a:xfrm>
        </p:spPr>
        <p:txBody>
          <a:bodyPr/>
          <a:lstStyle/>
          <a:p>
            <a:pPr algn="ctr">
              <a:defRPr/>
            </a:pPr>
            <a:r>
              <a:rPr lang="en-US" altLang="ko-KR">
                <a:latin typeface="맑은 고딕"/>
                <a:ea typeface="맑은 고딕"/>
              </a:rPr>
              <a:t>OpenAPI </a:t>
            </a:r>
            <a:r>
              <a:rPr lang="ko-KR" altLang="en-US">
                <a:latin typeface="맑은 고딕"/>
                <a:ea typeface="맑은 고딕"/>
              </a:rPr>
              <a:t>소매 전체 조회</a:t>
            </a:r>
            <a:r>
              <a:rPr lang="en-US" altLang="ko-KR">
                <a:latin typeface="맑은 고딕"/>
                <a:ea typeface="맑은 고딕"/>
              </a:rPr>
              <a:t>(controller)</a:t>
            </a:r>
            <a:endParaRPr lang="en-US" altLang="ko-KR">
              <a:latin typeface="맑은 고딕"/>
              <a:ea typeface="맑은 고딕"/>
            </a:endParaRPr>
          </a:p>
        </p:txBody>
      </p:sp>
      <p:sp>
        <p:nvSpPr>
          <p:cNvPr id="3" name="Google Shape;44;p5"/>
          <p:cNvSpPr>
            <a:spLocks noGrp="1"/>
          </p:cNvSpPr>
          <p:nvPr>
            <p:ph type="subTitle" idx="1"/>
          </p:nvPr>
        </p:nvSpPr>
        <p:spPr>
          <a:xfrm>
            <a:off x="5051561" y="1416186"/>
            <a:ext cx="3922921" cy="3510548"/>
          </a:xfrm>
        </p:spPr>
        <p:txBody>
          <a:bodyPr/>
          <a:lstStyle/>
          <a:p>
            <a:pPr algn="l">
              <a:defRPr/>
            </a:pPr>
            <a:r>
              <a:rPr lang="ko-KR" altLang="ko-KR">
                <a:latin typeface="맑은 고딕"/>
                <a:ea typeface="맑은 고딕"/>
              </a:rPr>
              <a:t>- requset와 response 처리를 담당</a:t>
            </a:r>
            <a:endParaRPr lang="ko-KR" altLang="ko-KR">
              <a:latin typeface="맑은 고딕"/>
              <a:ea typeface="맑은 고딕"/>
            </a:endParaRPr>
          </a:p>
          <a:p>
            <a:pPr algn="l">
              <a:defRPr/>
            </a:pPr>
            <a:r>
              <a:rPr lang="ko-KR" altLang="ko-KR">
                <a:latin typeface="맑은 고딕"/>
                <a:ea typeface="맑은 고딕"/>
              </a:rPr>
              <a:t>- </a:t>
            </a:r>
            <a:r>
              <a:rPr lang="ko-KR" altLang="en-US">
                <a:latin typeface="맑은 고딕"/>
                <a:ea typeface="맑은 고딕"/>
              </a:rPr>
              <a:t>조회 </a:t>
            </a:r>
            <a:r>
              <a:rPr lang="ko-KR" altLang="ko-KR">
                <a:latin typeface="맑은 고딕"/>
                <a:ea typeface="맑은 고딕"/>
              </a:rPr>
              <a:t>메서드 </a:t>
            </a:r>
            <a:endParaRPr lang="ko-KR" altLang="ko-KR">
              <a:latin typeface="맑은 고딕"/>
              <a:ea typeface="맑은 고딕"/>
            </a:endParaRPr>
          </a:p>
          <a:p>
            <a:pPr algn="l">
              <a:defRPr/>
            </a:pPr>
            <a:r>
              <a:rPr lang="ko-KR" altLang="en-US">
                <a:latin typeface="맑은 고딕"/>
                <a:ea typeface="맑은 고딕"/>
              </a:rPr>
              <a:t>   ㄴ </a:t>
            </a:r>
            <a:r>
              <a:rPr lang="ko-KR" altLang="en-US" sz="900">
                <a:latin typeface="맑은 고딕"/>
                <a:ea typeface="맑은 고딕"/>
              </a:rPr>
              <a:t>데이터 형식을 </a:t>
            </a:r>
            <a:r>
              <a:rPr lang="en-US" altLang="ko-KR" sz="900">
                <a:latin typeface="맑은 고딕"/>
                <a:ea typeface="맑은 고딕"/>
              </a:rPr>
              <a:t>body</a:t>
            </a:r>
            <a:r>
              <a:rPr lang="ko-KR" altLang="en-US" sz="900">
                <a:latin typeface="맑은 고딕"/>
                <a:ea typeface="맑은 고딕"/>
              </a:rPr>
              <a:t>에 입력해야하므로 </a:t>
            </a:r>
            <a:r>
              <a:rPr lang="ko-KR" altLang="ko-KR" sz="900">
                <a:latin typeface="맑은 고딕"/>
                <a:ea typeface="맑은 고딕"/>
              </a:rPr>
              <a:t>@</a:t>
            </a:r>
            <a:r>
              <a:rPr lang="en-US" altLang="ko-KR" sz="900">
                <a:latin typeface="맑은 고딕"/>
                <a:ea typeface="맑은 고딕"/>
              </a:rPr>
              <a:t>Post</a:t>
            </a:r>
            <a:r>
              <a:rPr lang="ko-KR" altLang="ko-KR" sz="900">
                <a:latin typeface="맑은 고딕"/>
                <a:ea typeface="맑은 고딕"/>
              </a:rPr>
              <a:t>Mapping 사용</a:t>
            </a:r>
            <a:endParaRPr lang="ko-KR" altLang="ko-KR" sz="900">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p:txBody>
      </p:sp>
      <p:pic>
        <p:nvPicPr>
          <p:cNvPr id="22" name=""/>
          <p:cNvPicPr>
            <a:picLocks noChangeAspect="1"/>
          </p:cNvPicPr>
          <p:nvPr/>
        </p:nvPicPr>
        <p:blipFill rotWithShape="1">
          <a:blip r:embed="rId2"/>
          <a:stretch>
            <a:fillRect/>
          </a:stretch>
        </p:blipFill>
        <p:spPr>
          <a:xfrm>
            <a:off x="356296" y="1416186"/>
            <a:ext cx="4695265" cy="2572106"/>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8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56296" y="488660"/>
            <a:ext cx="8431407" cy="572700"/>
          </a:xfrm>
        </p:spPr>
        <p:txBody>
          <a:bodyPr/>
          <a:lstStyle/>
          <a:p>
            <a:pPr algn="ctr">
              <a:defRPr/>
            </a:pPr>
            <a:r>
              <a:rPr lang="en-US" altLang="ko-KR">
                <a:latin typeface="맑은 고딕"/>
                <a:ea typeface="맑은 고딕"/>
              </a:rPr>
              <a:t>OpenAPI </a:t>
            </a:r>
            <a:r>
              <a:rPr lang="ko-KR" altLang="en-US">
                <a:latin typeface="맑은 고딕"/>
                <a:ea typeface="맑은 고딕"/>
              </a:rPr>
              <a:t>소매 전체 조회</a:t>
            </a:r>
            <a:r>
              <a:rPr lang="en-US" altLang="ko-KR">
                <a:latin typeface="맑은 고딕"/>
                <a:ea typeface="맑은 고딕"/>
              </a:rPr>
              <a:t>(service)</a:t>
            </a:r>
            <a:endParaRPr lang="en-US" altLang="ko-KR">
              <a:latin typeface="맑은 고딕"/>
              <a:ea typeface="맑은 고딕"/>
            </a:endParaRPr>
          </a:p>
        </p:txBody>
      </p:sp>
      <p:sp>
        <p:nvSpPr>
          <p:cNvPr id="3" name="Google Shape;44;p5"/>
          <p:cNvSpPr>
            <a:spLocks noGrp="1"/>
          </p:cNvSpPr>
          <p:nvPr>
            <p:ph type="subTitle" idx="1"/>
          </p:nvPr>
        </p:nvSpPr>
        <p:spPr>
          <a:xfrm>
            <a:off x="5602261" y="1259797"/>
            <a:ext cx="3389338" cy="3510548"/>
          </a:xfrm>
        </p:spPr>
        <p:txBody>
          <a:bodyPr/>
          <a:lstStyle/>
          <a:p>
            <a:pPr algn="l">
              <a:defRPr/>
            </a:pPr>
            <a:r>
              <a:rPr lang="en-US" altLang="ko-KR">
                <a:latin typeface="맑은 고딕"/>
                <a:ea typeface="맑은 고딕"/>
              </a:rPr>
              <a:t>OpenAPI</a:t>
            </a:r>
            <a:r>
              <a:rPr lang="ko-KR" altLang="en-US">
                <a:latin typeface="맑은 고딕"/>
                <a:ea typeface="맑은 고딕"/>
              </a:rPr>
              <a:t>에 맞는 데이터 양식 생성 및</a:t>
            </a:r>
            <a:r>
              <a:rPr lang="en-US" altLang="ko-KR">
                <a:latin typeface="맑은 고딕"/>
                <a:ea typeface="맑은 고딕"/>
              </a:rPr>
              <a:t> </a:t>
            </a:r>
            <a:endParaRPr lang="en-US" altLang="ko-KR">
              <a:latin typeface="맑은 고딕"/>
              <a:ea typeface="맑은 고딕"/>
            </a:endParaRPr>
          </a:p>
          <a:p>
            <a:pPr algn="l">
              <a:defRPr/>
            </a:pPr>
            <a:r>
              <a:rPr lang="en-US" altLang="ko-KR">
                <a:latin typeface="맑은 고딕"/>
                <a:ea typeface="맑은 고딕"/>
              </a:rPr>
              <a:t>RestTemplate</a:t>
            </a:r>
            <a:r>
              <a:rPr lang="ko-KR" altLang="en-US">
                <a:latin typeface="맑은 고딕"/>
                <a:ea typeface="맑은 고딕"/>
              </a:rPr>
              <a:t>에서 </a:t>
            </a:r>
            <a:r>
              <a:rPr lang="en-US" altLang="ko-KR">
                <a:latin typeface="맑은 고딕"/>
                <a:ea typeface="맑은 고딕"/>
              </a:rPr>
              <a:t>entity</a:t>
            </a:r>
            <a:r>
              <a:rPr lang="ko-KR" altLang="en-US">
                <a:latin typeface="맑은 고딕"/>
                <a:ea typeface="맑은 고딕"/>
              </a:rPr>
              <a:t> 추출</a:t>
            </a:r>
            <a:endParaRPr lang="ko-KR" altLang="en-US" b="1">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p:txBody>
      </p:sp>
      <p:pic>
        <p:nvPicPr>
          <p:cNvPr id="19" name=""/>
          <p:cNvPicPr>
            <a:picLocks noChangeAspect="1"/>
          </p:cNvPicPr>
          <p:nvPr/>
        </p:nvPicPr>
        <p:blipFill rotWithShape="1">
          <a:blip r:embed="rId2"/>
          <a:stretch>
            <a:fillRect/>
          </a:stretch>
        </p:blipFill>
        <p:spPr>
          <a:xfrm>
            <a:off x="356296" y="1259797"/>
            <a:ext cx="5245965" cy="2892189"/>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8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56296" y="488660"/>
            <a:ext cx="8431407" cy="572700"/>
          </a:xfrm>
        </p:spPr>
        <p:txBody>
          <a:bodyPr/>
          <a:lstStyle/>
          <a:p>
            <a:pPr algn="ctr">
              <a:defRPr/>
            </a:pPr>
            <a:r>
              <a:rPr lang="en-US" altLang="ko-KR">
                <a:latin typeface="맑은 고딕"/>
                <a:ea typeface="맑은 고딕"/>
              </a:rPr>
              <a:t>OpenAPI </a:t>
            </a:r>
            <a:r>
              <a:rPr lang="ko-KR" altLang="en-US">
                <a:latin typeface="맑은 고딕"/>
                <a:ea typeface="맑은 고딕"/>
              </a:rPr>
              <a:t>요청</a:t>
            </a:r>
            <a:r>
              <a:rPr lang="en-US" altLang="ko-KR">
                <a:latin typeface="맑은 고딕"/>
                <a:ea typeface="맑은 고딕"/>
              </a:rPr>
              <a:t>(</a:t>
            </a:r>
            <a:r>
              <a:rPr lang="ko-KR" altLang="en-US">
                <a:latin typeface="맑은 고딕"/>
                <a:ea typeface="맑은 고딕"/>
              </a:rPr>
              <a:t>도매</a:t>
            </a:r>
            <a:r>
              <a:rPr lang="en-US" altLang="ko-KR">
                <a:latin typeface="맑은 고딕"/>
                <a:ea typeface="맑은 고딕"/>
              </a:rPr>
              <a:t>) service</a:t>
            </a:r>
            <a:endParaRPr lang="en-US" altLang="ko-KR">
              <a:latin typeface="맑은 고딕"/>
              <a:ea typeface="맑은 고딕"/>
            </a:endParaRPr>
          </a:p>
        </p:txBody>
      </p:sp>
      <p:sp>
        <p:nvSpPr>
          <p:cNvPr id="3" name="Google Shape;44;p5"/>
          <p:cNvSpPr>
            <a:spLocks noGrp="1"/>
          </p:cNvSpPr>
          <p:nvPr>
            <p:ph type="subTitle" idx="1"/>
          </p:nvPr>
        </p:nvSpPr>
        <p:spPr>
          <a:xfrm>
            <a:off x="5023154" y="1141849"/>
            <a:ext cx="4120846" cy="3510548"/>
          </a:xfrm>
        </p:spPr>
        <p:txBody>
          <a:bodyPr/>
          <a:lstStyle/>
          <a:p>
            <a:pPr algn="l">
              <a:defRPr/>
            </a:pPr>
            <a:endParaRPr lang="en-US" altLang="ko-KR" b="1">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p:txBody>
      </p:sp>
      <p:sp>
        <p:nvSpPr>
          <p:cNvPr id="21" name="Google Shape;44;p5"/>
          <p:cNvSpPr>
            <a:spLocks noGrp="1"/>
          </p:cNvSpPr>
          <p:nvPr>
            <p:ph type="subTitle" idx="2"/>
          </p:nvPr>
        </p:nvSpPr>
        <p:spPr>
          <a:xfrm>
            <a:off x="4922148" y="1141849"/>
            <a:ext cx="3986015" cy="2053222"/>
          </a:xfrm>
          <a:noFill/>
          <a:ln>
            <a:noFill/>
          </a:ln>
        </p:spPr>
        <p:txBody>
          <a:bodyPr wrap="square" lIns="91424" tIns="91424" rIns="91424" bIns="91424" anchor="t" anchorCtr="0">
            <a:noAutofit/>
          </a:bodyPr>
          <a:lstStyle/>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OpenAPI</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데이터 형식에 맞춰 데이터 적용</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RestTemplate</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클래스의 </a:t>
            </a: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entity</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를 가져 적용</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b="0" i="0" u="none" strike="noStrike" kern="0" cap="none" spc="0" normalizeH="0" baseline="0" mc:Ignorable="hp" hp:hslEmbossed="0">
                <a:solidFill>
                  <a:srgbClr val="24282a"/>
                </a:solidFill>
                <a:latin typeface="맑은 고딕"/>
                <a:ea typeface="맑은 고딕"/>
              </a:rPr>
              <a:t>JSON</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형식으로 파싱 후 전달</a:t>
            </a: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000" b="1"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p:txBody>
      </p:sp>
      <p:pic>
        <p:nvPicPr>
          <p:cNvPr id="28" name=""/>
          <p:cNvPicPr>
            <a:picLocks noChangeAspect="1"/>
          </p:cNvPicPr>
          <p:nvPr/>
        </p:nvPicPr>
        <p:blipFill rotWithShape="1">
          <a:blip r:embed="rId2"/>
          <a:stretch>
            <a:fillRect/>
          </a:stretch>
        </p:blipFill>
        <p:spPr>
          <a:xfrm>
            <a:off x="352274" y="1141849"/>
            <a:ext cx="4569874" cy="2476896"/>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8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43;p5"/>
          <p:cNvSpPr>
            <a:spLocks noGrp="1"/>
          </p:cNvSpPr>
          <p:nvPr>
            <p:ph type="title" idx="0"/>
          </p:nvPr>
        </p:nvSpPr>
        <p:spPr>
          <a:xfrm>
            <a:off x="356296" y="488660"/>
            <a:ext cx="8431407" cy="572700"/>
          </a:xfrm>
        </p:spPr>
        <p:txBody>
          <a:bodyPr/>
          <a:lstStyle/>
          <a:p>
            <a:pPr algn="ctr">
              <a:defRPr/>
            </a:pPr>
            <a:r>
              <a:rPr lang="en-US" altLang="ko-KR">
                <a:latin typeface="맑은 고딕"/>
                <a:ea typeface="맑은 고딕"/>
              </a:rPr>
              <a:t>OpenAPI </a:t>
            </a:r>
            <a:r>
              <a:rPr lang="ko-KR" altLang="en-US">
                <a:latin typeface="맑은 고딕"/>
                <a:ea typeface="맑은 고딕"/>
              </a:rPr>
              <a:t>도매 지역 조회</a:t>
            </a:r>
            <a:r>
              <a:rPr lang="en-US" altLang="ko-KR">
                <a:latin typeface="맑은 고딕"/>
                <a:ea typeface="맑은 고딕"/>
              </a:rPr>
              <a:t>(service + controller)</a:t>
            </a:r>
            <a:endParaRPr lang="en-US" altLang="ko-KR">
              <a:latin typeface="맑은 고딕"/>
              <a:ea typeface="맑은 고딕"/>
            </a:endParaRPr>
          </a:p>
        </p:txBody>
      </p:sp>
      <p:sp>
        <p:nvSpPr>
          <p:cNvPr id="3" name="Google Shape;44;p5"/>
          <p:cNvSpPr>
            <a:spLocks noGrp="1"/>
          </p:cNvSpPr>
          <p:nvPr>
            <p:ph type="subTitle" idx="1"/>
          </p:nvPr>
        </p:nvSpPr>
        <p:spPr>
          <a:xfrm>
            <a:off x="5023153" y="1259797"/>
            <a:ext cx="4120846" cy="3510548"/>
          </a:xfrm>
        </p:spPr>
        <p:txBody>
          <a:bodyPr/>
          <a:lstStyle/>
          <a:p>
            <a:pPr algn="l">
              <a:defRPr/>
            </a:pPr>
            <a:endParaRPr lang="en-US" altLang="ko-KR" b="1">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lang="ko-KR" altLang="en-US">
              <a:latin typeface="맑은 고딕"/>
              <a:ea typeface="맑은 고딕"/>
            </a:endParaRPr>
          </a:p>
          <a:p>
            <a:pPr algn="l">
              <a:defRPr/>
            </a:pPr>
            <a:endParaRPr lang="ko-KR" altLang="en-US">
              <a:latin typeface="맑은 고딕"/>
              <a:ea typeface="맑은 고딕"/>
            </a:endParaRPr>
          </a:p>
          <a:p>
            <a:pPr algn="l">
              <a:defRPr/>
            </a:pPr>
            <a:endParaRPr lang="ko-KR" altLang="en-US">
              <a:latin typeface="맑은 고딕"/>
              <a:ea typeface="맑은 고딕"/>
            </a:endParaRPr>
          </a:p>
        </p:txBody>
      </p:sp>
      <p:sp>
        <p:nvSpPr>
          <p:cNvPr id="21" name="Google Shape;44;p5"/>
          <p:cNvSpPr>
            <a:spLocks noGrp="1"/>
          </p:cNvSpPr>
          <p:nvPr>
            <p:ph type="subTitle" idx="2"/>
          </p:nvPr>
        </p:nvSpPr>
        <p:spPr>
          <a:xfrm>
            <a:off x="333641" y="3388226"/>
            <a:ext cx="4065796" cy="1567447"/>
          </a:xfrm>
          <a:noFill/>
          <a:ln>
            <a:noFill/>
          </a:ln>
        </p:spPr>
        <p:txBody>
          <a:bodyPr wrap="square" lIns="91424" tIns="91424" rIns="91424" bIns="91424" anchor="t" anchorCtr="0">
            <a:noAutofit/>
          </a:bodyPr>
          <a:lstStyle/>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1" i="0" u="none" strike="noStrike" kern="0" cap="none" spc="0" normalizeH="0" baseline="0" mc:Ignorable="hp" hp:hslEmbossed="0">
                <a:solidFill>
                  <a:srgbClr val="24282a"/>
                </a:solidFill>
                <a:latin typeface="맑은 고딕"/>
                <a:ea typeface="맑은 고딕"/>
              </a:rPr>
              <a:t>controller</a:t>
            </a:r>
            <a:r>
              <a:rPr xmlns:mc="http://schemas.openxmlformats.org/markup-compatibility/2006" xmlns:hp="http://schemas.haansoft.com/office/presentation/8.0" kumimoji="0" lang="ko-KR" altLang="en-US" sz="1200" b="1" i="0" u="none" strike="noStrike" kern="0" cap="none" spc="0" normalizeH="0" baseline="0" mc:Ignorable="hp" hp:hslEmbossed="0">
                <a:solidFill>
                  <a:srgbClr val="24282a"/>
                </a:solidFill>
                <a:latin typeface="맑은 고딕"/>
                <a:ea typeface="맑은 고딕"/>
              </a:rPr>
              <a:t> 계층</a:t>
            </a:r>
            <a:endParaRPr xmlns:mc="http://schemas.openxmlformats.org/markup-compatibility/2006" xmlns:hp="http://schemas.haansoft.com/office/presentation/8.0" kumimoji="0" lang="ko-KR" altLang="en-US" sz="1200" b="1"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ko-KR" sz="1200" b="0" i="0" u="none" strike="noStrike" kern="0" cap="none" spc="0" normalizeH="0" baseline="0" mc:Ignorable="hp" hp:hslEmbossed="0">
                <a:solidFill>
                  <a:srgbClr val="24282a"/>
                </a:solidFill>
                <a:latin typeface="맑은 고딕"/>
                <a:ea typeface="맑은 고딕"/>
              </a:rPr>
              <a:t>- requset와 response 처리를 담당</a:t>
            </a:r>
            <a:endParaRPr xmlns:mc="http://schemas.openxmlformats.org/markup-compatibility/2006" xmlns:hp="http://schemas.haansoft.com/office/presentation/8.0" kumimoji="0" lang="ko-KR" altLang="ko-KR" sz="12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ko-KR" sz="1200" b="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도매 지역 조회 </a:t>
            </a:r>
            <a:r>
              <a:rPr xmlns:mc="http://schemas.openxmlformats.org/markup-compatibility/2006" xmlns:hp="http://schemas.haansoft.com/office/presentation/8.0" kumimoji="0" lang="ko-KR" altLang="ko-KR" sz="1200" b="0" i="0" u="none" strike="noStrike" kern="0" cap="none" spc="0" normalizeH="0" baseline="0" mc:Ignorable="hp" hp:hslEmbossed="0">
                <a:solidFill>
                  <a:srgbClr val="24282a"/>
                </a:solidFill>
                <a:latin typeface="맑은 고딕"/>
                <a:ea typeface="맑은 고딕"/>
              </a:rPr>
              <a:t>메서드 </a:t>
            </a:r>
            <a:endParaRPr xmlns:mc="http://schemas.openxmlformats.org/markup-compatibility/2006" xmlns:hp="http://schemas.haansoft.com/office/presentation/8.0" kumimoji="0" lang="ko-KR" altLang="ko-KR" sz="12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rPr>
              <a:t>   ㄴ </a:t>
            </a:r>
            <a:r>
              <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rPr>
              <a:t>데이터 형식을 </a:t>
            </a:r>
            <a:r>
              <a:rPr xmlns:mc="http://schemas.openxmlformats.org/markup-compatibility/2006" xmlns:hp="http://schemas.haansoft.com/office/presentation/8.0" kumimoji="0" lang="en-US" altLang="ko-KR" sz="900" b="0" i="0" u="none" strike="noStrike" kern="0" cap="none" spc="0" normalizeH="0" baseline="0" mc:Ignorable="hp" hp:hslEmbossed="0">
                <a:solidFill>
                  <a:srgbClr val="24282a"/>
                </a:solidFill>
                <a:latin typeface="맑은 고딕"/>
                <a:ea typeface="맑은 고딕"/>
              </a:rPr>
              <a:t>body</a:t>
            </a:r>
            <a:r>
              <a:rPr xmlns:mc="http://schemas.openxmlformats.org/markup-compatibility/2006" xmlns:hp="http://schemas.haansoft.com/office/presentation/8.0" kumimoji="0" lang="ko-KR" altLang="en-US" sz="900" b="0" i="0" u="none" strike="noStrike" kern="0" cap="none" spc="0" normalizeH="0" baseline="0" mc:Ignorable="hp" hp:hslEmbossed="0">
                <a:solidFill>
                  <a:srgbClr val="24282a"/>
                </a:solidFill>
                <a:latin typeface="맑은 고딕"/>
                <a:ea typeface="맑은 고딕"/>
              </a:rPr>
              <a:t>에 입력해야하므로 </a:t>
            </a:r>
            <a:r>
              <a:rPr xmlns:mc="http://schemas.openxmlformats.org/markup-compatibility/2006" xmlns:hp="http://schemas.haansoft.com/office/presentation/8.0" kumimoji="0" lang="ko-KR" altLang="ko-KR" sz="900" b="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en-US" altLang="ko-KR" sz="900" b="0" i="0" u="none" strike="noStrike" kern="0" cap="none" spc="0" normalizeH="0" baseline="0" mc:Ignorable="hp" hp:hslEmbossed="0">
                <a:solidFill>
                  <a:srgbClr val="24282a"/>
                </a:solidFill>
                <a:latin typeface="맑은 고딕"/>
                <a:ea typeface="맑은 고딕"/>
              </a:rPr>
              <a:t>Post</a:t>
            </a:r>
            <a:r>
              <a:rPr xmlns:mc="http://schemas.openxmlformats.org/markup-compatibility/2006" xmlns:hp="http://schemas.haansoft.com/office/presentation/8.0" kumimoji="0" lang="ko-KR" altLang="ko-KR" sz="900" b="0" i="0" u="none" strike="noStrike" kern="0" cap="none" spc="0" normalizeH="0" baseline="0" mc:Ignorable="hp" hp:hslEmbossed="0">
                <a:solidFill>
                  <a:srgbClr val="24282a"/>
                </a:solidFill>
                <a:latin typeface="맑은 고딕"/>
                <a:ea typeface="맑은 고딕"/>
              </a:rPr>
              <a:t>Mapping 사용</a:t>
            </a:r>
            <a:endParaRPr xmlns:mc="http://schemas.openxmlformats.org/markup-compatibility/2006" xmlns:hp="http://schemas.haansoft.com/office/presentation/8.0" kumimoji="0" lang="ko-KR" altLang="ko-KR" sz="9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ko-KR" sz="9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000" b="1"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000" b="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p:txBody>
      </p:sp>
      <p:sp>
        <p:nvSpPr>
          <p:cNvPr id="24" name="Google Shape;44;p5"/>
          <p:cNvSpPr>
            <a:spLocks noGrp="1"/>
          </p:cNvSpPr>
          <p:nvPr>
            <p:ph type="subTitle" idx="3"/>
          </p:nvPr>
        </p:nvSpPr>
        <p:spPr>
          <a:xfrm>
            <a:off x="4399437" y="3388226"/>
            <a:ext cx="4065796" cy="1382118"/>
          </a:xfrm>
          <a:noFill/>
          <a:ln>
            <a:noFill/>
          </a:ln>
        </p:spPr>
        <p:txBody>
          <a:bodyPr wrap="square" lIns="91424" tIns="91424" rIns="91424" bIns="91424" anchor="t" anchorCtr="0">
            <a:noAutofit/>
          </a:bodyPr>
          <a:lstStyle/>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b="1" i="0" u="none" strike="noStrike" kern="0" cap="none" spc="0" normalizeH="0" baseline="0" mc:Ignorable="hp" hp:hslEmbossed="0">
                <a:solidFill>
                  <a:srgbClr val="24282a"/>
                </a:solidFill>
                <a:latin typeface="맑은 고딕"/>
                <a:ea typeface="맑은 고딕"/>
              </a:rPr>
              <a:t>service </a:t>
            </a:r>
            <a:r>
              <a:rPr xmlns:mc="http://schemas.openxmlformats.org/markup-compatibility/2006" xmlns:hp="http://schemas.haansoft.com/office/presentation/8.0" kumimoji="0" lang="ko-KR" altLang="en-US" sz="1200" b="1" i="0" u="none" strike="noStrike" kern="0" cap="none" spc="0" normalizeH="0" baseline="0" mc:Ignorable="hp" hp:hslEmbossed="0">
                <a:solidFill>
                  <a:srgbClr val="24282a"/>
                </a:solidFill>
                <a:latin typeface="맑은 고딕"/>
                <a:ea typeface="맑은 고딕"/>
              </a:rPr>
              <a:t>계층</a:t>
            </a:r>
            <a:endParaRPr xmlns:mc="http://schemas.openxmlformats.org/markup-compatibility/2006" xmlns:hp="http://schemas.haansoft.com/office/presentation/8.0" kumimoji="0" lang="ko-KR" altLang="en-US" sz="1200" b="1"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rPr>
              <a:t>OpenAPI</a:t>
            </a:r>
            <a:r>
              <a:rPr xmlns:mc="http://schemas.openxmlformats.org/markup-compatibility/2006" xmlns:hp="http://schemas.haansoft.com/office/presentation/8.0" kumimoji="0" lang="ko-KR" altLang="en-US" sz="1200" i="0" u="none" strike="noStrike" kern="0" cap="none" spc="0" normalizeH="0" baseline="0" mc:Ignorable="hp" hp:hslEmbossed="0">
                <a:solidFill>
                  <a:srgbClr val="24282a"/>
                </a:solidFill>
                <a:latin typeface="맑은 고딕"/>
                <a:ea typeface="맑은 고딕"/>
              </a:rPr>
              <a:t>의 요청 변수에 맞춰 데이터 생성</a:t>
            </a:r>
            <a:endParaRPr xmlns:mc="http://schemas.openxmlformats.org/markup-compatibility/2006" xmlns:hp="http://schemas.haansoft.com/office/presentation/8.0" kumimoji="0" lang="ko-KR" altLang="en-US" sz="1200"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r>
              <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rPr>
              <a:t>-</a:t>
            </a:r>
            <a:r>
              <a:rPr xmlns:mc="http://schemas.openxmlformats.org/markup-compatibility/2006" xmlns:hp="http://schemas.haansoft.com/office/presentation/8.0" kumimoji="0" lang="ko-KR" altLang="en-US" sz="1200" i="0" u="none" strike="noStrike" kern="0" cap="none" spc="0" normalizeH="0" baseline="0" mc:Ignorable="hp" hp:hslEmbossed="0">
                <a:solidFill>
                  <a:srgbClr val="24282a"/>
                </a:solidFill>
                <a:latin typeface="맑은 고딕"/>
                <a:ea typeface="맑은 고딕"/>
              </a:rPr>
              <a:t> </a:t>
            </a:r>
            <a:r>
              <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rPr>
              <a:t>API</a:t>
            </a:r>
            <a:r>
              <a:rPr xmlns:mc="http://schemas.openxmlformats.org/markup-compatibility/2006" xmlns:hp="http://schemas.haansoft.com/office/presentation/8.0" kumimoji="0" lang="ko-KR" altLang="en-US" sz="1200" i="0" u="none" strike="noStrike" kern="0" cap="none" spc="0" normalizeH="0" baseline="0" mc:Ignorable="hp" hp:hslEmbossed="0">
                <a:solidFill>
                  <a:srgbClr val="24282a"/>
                </a:solidFill>
                <a:latin typeface="맑은 고딕"/>
                <a:ea typeface="맑은 고딕"/>
              </a:rPr>
              <a:t> 호출 및 </a:t>
            </a:r>
            <a:r>
              <a:rPr xmlns:mc="http://schemas.openxmlformats.org/markup-compatibility/2006" xmlns:hp="http://schemas.haansoft.com/office/presentation/8.0" kumimoji="0" lang="en-US" altLang="ko-KR" sz="1200" i="0" u="none" strike="noStrike" kern="0" cap="none" spc="0" normalizeH="0" baseline="0" mc:Ignorable="hp" hp:hslEmbossed="0">
                <a:solidFill>
                  <a:srgbClr val="24282a"/>
                </a:solidFill>
                <a:latin typeface="맑은 고딕"/>
                <a:ea typeface="맑은 고딕"/>
              </a:rPr>
              <a:t>JSON</a:t>
            </a:r>
            <a:r>
              <a:rPr xmlns:mc="http://schemas.openxmlformats.org/markup-compatibility/2006" xmlns:hp="http://schemas.haansoft.com/office/presentation/8.0" kumimoji="0" lang="ko-KR" altLang="en-US" sz="1200" i="0" u="none" strike="noStrike" kern="0" cap="none" spc="0" normalizeH="0" baseline="0" mc:Ignorable="hp" hp:hslEmbossed="0">
                <a:solidFill>
                  <a:srgbClr val="24282a"/>
                </a:solidFill>
                <a:latin typeface="맑은 고딕"/>
                <a:ea typeface="맑은 고딕"/>
              </a:rPr>
              <a:t>으로 파싱 후 전달</a:t>
            </a:r>
            <a:endParaRPr xmlns:mc="http://schemas.openxmlformats.org/markup-compatibility/2006" xmlns:hp="http://schemas.haansoft.com/office/presentation/8.0" kumimoji="0" lang="ko-KR" altLang="en-US" sz="1200" b="1"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000" b="1" i="0" u="none" strike="noStrike" kern="0" cap="none" spc="0" normalizeH="0" baseline="0" mc:Ignorable="hp" hp:hslEmbossed="0">
              <a:solidFill>
                <a:srgbClr val="24282a"/>
              </a:solidFill>
              <a:latin typeface="맑은 고딕"/>
              <a:ea typeface="맑은 고딕"/>
            </a:endParaRPr>
          </a:p>
          <a:p>
            <a:pPr marL="457200" marR="0" lvl="0" indent="-304800" algn="l" rtl="0" eaLnBrk="1" latinLnBrk="0" hangingPunct="1">
              <a:lnSpc>
                <a:spcPct val="100000"/>
              </a:lnSpc>
              <a:spcBef>
                <a:spcPts val="0"/>
              </a:spcBef>
              <a:spcAft>
                <a:spcPts val="0"/>
              </a:spcAft>
              <a:buClr>
                <a:schemeClr val="dk1"/>
              </a:buClr>
              <a:buSzPct val="25000"/>
              <a:buFont typeface="Barlow Medium"/>
              <a:buNone/>
              <a:defRPr/>
            </a:pPr>
            <a:endParaRPr xmlns:mc="http://schemas.openxmlformats.org/markup-compatibility/2006" xmlns:hp="http://schemas.haansoft.com/office/presentation/8.0" kumimoji="0" lang="ko-KR" altLang="en-US" sz="1200" b="0" i="0" u="none" strike="noStrike" kern="0" cap="none" spc="0" normalizeH="0" baseline="0" mc:Ignorable="hp" hp:hslEmbossed="0">
              <a:solidFill>
                <a:srgbClr val="24282a"/>
              </a:solidFill>
              <a:latin typeface="맑은 고딕"/>
              <a:ea typeface="맑은 고딕"/>
            </a:endParaRPr>
          </a:p>
        </p:txBody>
      </p:sp>
      <p:pic>
        <p:nvPicPr>
          <p:cNvPr id="25" name=""/>
          <p:cNvPicPr>
            <a:picLocks noChangeAspect="1"/>
          </p:cNvPicPr>
          <p:nvPr/>
        </p:nvPicPr>
        <p:blipFill rotWithShape="1">
          <a:blip r:embed="rId2"/>
          <a:stretch>
            <a:fillRect/>
          </a:stretch>
        </p:blipFill>
        <p:spPr>
          <a:xfrm>
            <a:off x="356296" y="1144350"/>
            <a:ext cx="4067697" cy="2173025"/>
          </a:xfrm>
          <a:prstGeom prst="rect">
            <a:avLst/>
          </a:prstGeom>
        </p:spPr>
      </p:pic>
      <p:pic>
        <p:nvPicPr>
          <p:cNvPr id="27" name=""/>
          <p:cNvPicPr>
            <a:picLocks noChangeAspect="1"/>
          </p:cNvPicPr>
          <p:nvPr/>
        </p:nvPicPr>
        <p:blipFill rotWithShape="1">
          <a:blip r:embed="rId3"/>
          <a:stretch>
            <a:fillRect/>
          </a:stretch>
        </p:blipFill>
        <p:spPr>
          <a:xfrm>
            <a:off x="4399437" y="1144350"/>
            <a:ext cx="4335057" cy="2173025"/>
          </a:xfrm>
          <a:prstGeom prst="rect">
            <a:avLst/>
          </a:prstGeom>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8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grpSp>
        <p:nvGrpSpPr>
          <p:cNvPr id="339" name="Google Shape;339;p28"/>
          <p:cNvGrpSpPr/>
          <p:nvPr/>
        </p:nvGrpSpPr>
        <p:grpSpPr>
          <a:xfrm rot="0">
            <a:off x="1738925" y="4718600"/>
            <a:ext cx="5666144" cy="116400"/>
            <a:chOff x="1738925" y="4718600"/>
            <a:chExt cx="5666144" cy="116400"/>
          </a:xfrm>
        </p:grpSpPr>
        <p:sp>
          <p:nvSpPr>
            <p:cNvPr id="340" name="Google Shape;340;p28">
              <a:hlinkClick r:id="" action="ppaction://noaction"/>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1" name="Google Shape;341;p28">
              <a:hlinkClick r:id="rId3"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2" name="Google Shape;342;p28">
              <a:hlinkClick r:id="rId4"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3" name="Google Shape;343;p28">
              <a:hlinkClick r:id="rId5" action="ppaction://hlinksldjump"/>
            </p:cNvPr>
            <p:cNvSpPr/>
            <p:nvPr/>
          </p:nvSpPr>
          <p:spPr>
            <a:xfrm>
              <a:off x="2907292"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4" name="Google Shape;344;p28">
              <a:hlinkClick r:id="rId6"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5" name="Google Shape;345;p28">
              <a:hlinkClick r:id="rId7" action="ppaction://hlinksldjump"/>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6" name="Google Shape;346;p28">
              <a:hlinkClick r:id="" action="ppaction://noaction"/>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7" name="Google Shape;347;p28">
              <a:hlinkClick r:id="rId8" action="ppaction://hlinksldjump"/>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8" name="Google Shape;348;p28">
              <a:hlinkClick r:id="rId9"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49" name="Google Shape;349;p28">
              <a:hlinkClick r:id="rId10"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0" name="Google Shape;350;p28">
              <a:hlinkClick r:id="rId11" action="ppaction://hlinksldjump"/>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1" name="Google Shape;351;p28">
              <a:hlinkClick r:id="rId12" action="ppaction://hlinksldjump"/>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2" name="Google Shape;352;p28">
              <a:hlinkClick r:id="rId13" action="ppaction://hlinksldjump"/>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3" name="Google Shape;353;p28">
              <a:hlinkClick r:id="rId14" action="ppaction://hlinksldjump"/>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4" name="Google Shape;354;p28">
              <a:hlinkClick r:id="rId15" action="ppaction://hlinksldjump"/>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5" name="Google Shape;355;p28">
              <a:hlinkClick r:id="rId16" action="ppaction://hlinksldjump"/>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6" name="Google Shape;356;p28">
              <a:hlinkClick r:id="rId17" action="ppaction://hlinksldjump"/>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7" name="Google Shape;357;p28">
              <a:hlinkClick r:id="rId18" action="ppaction://hlinksldjump"/>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8" name="Google Shape;358;p28">
              <a:hlinkClick r:id="rId19" action="ppaction://hlinksldjump"/>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359" name="Google Shape;359;p28">
              <a:hlinkClick r:id="rId20"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
        <p:nvSpPr>
          <p:cNvPr id="363" name="Google Shape;336;p28"/>
          <p:cNvSpPr txBox="1">
            <a:spLocks noGrp="1"/>
          </p:cNvSpPr>
          <p:nvPr>
            <p:ph type="title" idx="0"/>
          </p:nvPr>
        </p:nvSpPr>
        <p:spPr>
          <a:xfrm>
            <a:off x="3973091" y="2150850"/>
            <a:ext cx="4383600" cy="841800"/>
          </a:xfrm>
          <a:prstGeom prst="rect">
            <a:avLst/>
          </a:prstGeom>
          <a:noFill/>
          <a:ln>
            <a:noFill/>
          </a:ln>
        </p:spPr>
        <p:txBody>
          <a:bodyPr wrap="square" lIns="91424" tIns="91424" rIns="91424" bIns="91424" anchor="t" anchorCtr="0">
            <a:noAutofit/>
          </a:bodyPr>
          <a:lstStyle/>
          <a:p>
            <a:pPr marL="0" marR="0" lvl="0" indent="0" algn="l" rtl="0" eaLnBrk="1" latinLnBrk="0" hangingPunct="1">
              <a:lnSpc>
                <a:spcPct val="100000"/>
              </a:lnSpc>
              <a:spcBef>
                <a:spcPts val="0"/>
              </a:spcBef>
              <a:spcAft>
                <a:spcPts val="0"/>
              </a:spcAft>
              <a:buClr>
                <a:schemeClr val="dk1"/>
              </a:buClr>
              <a:buSzPct val="25000"/>
              <a:buFont typeface="Darker Grotesque Black"/>
              <a:buNone/>
              <a:defRPr/>
            </a:pPr>
            <a:r>
              <a:rPr xmlns:mc="http://schemas.openxmlformats.org/markup-compatibility/2006" xmlns:hp="http://schemas.haansoft.com/office/presentation/8.0" kumimoji="0" lang="en-US" altLang="ko-KR" sz="3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05</a:t>
            </a:r>
            <a:r>
              <a:rPr xmlns:mc="http://schemas.openxmlformats.org/markup-compatibility/2006" xmlns:hp="http://schemas.haansoft.com/office/presentation/8.0" kumimoji="0" lang="ko-KR" altLang="en-US" sz="3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rPr>
              <a:t> 문제점 및 보완점</a:t>
            </a:r>
            <a:endParaRPr xmlns:mc="http://schemas.openxmlformats.org/markup-compatibility/2006" xmlns:hp="http://schemas.haansoft.com/office/presentation/8.0" kumimoji="0" lang="ko-KR" altLang="en-US" sz="3000" b="0" i="0" u="none" strike="noStrike" kern="0" cap="none" spc="0" normalizeH="0" baseline="0" mc:Ignorable="hp" hp:hslEmbossed="0">
              <a:solidFill>
                <a:srgbClr val="24282a"/>
              </a:solidFill>
              <a:latin typeface="Darker Grotesque Black"/>
              <a:ea typeface="Darker Grotesque Black"/>
              <a:cs typeface="Darker Grotesque Black"/>
              <a:sym typeface="Darker Grotesque Black"/>
            </a:endParaRPr>
          </a:p>
        </p:txBody>
      </p:sp>
      <p:pic>
        <p:nvPicPr>
          <p:cNvPr id="365" name="Google Shape;338;p28"/>
          <p:cNvPicPr/>
          <p:nvPr/>
        </p:nvPicPr>
        <p:blipFill rotWithShape="1">
          <a:blip r:embed="rId21">
            <a:alphaModFix/>
          </a:blip>
          <a:srcRect l="16440" r="16430"/>
          <a:stretch>
            <a:fillRect/>
          </a:stretch>
        </p:blipFill>
        <p:spPr>
          <a:xfrm>
            <a:off x="713225" y="1200862"/>
            <a:ext cx="2760600" cy="2741700"/>
          </a:xfrm>
          <a:prstGeom prst="roundRect">
            <a:avLst>
              <a:gd name="adj" fmla="val 16667"/>
            </a:avLst>
          </a:prstGeom>
          <a:noFill/>
          <a:ln w="19050" cap="flat" cmpd="sng">
            <a:solidFill>
              <a:srgbClr val="538786">
                <a:alpha val="100000"/>
              </a:srgbClr>
            </a:solidFill>
            <a:prstDash val="solid"/>
            <a:round/>
            <a:headEnd w="sm" len="sm"/>
            <a:tailEnd w="sm" len="sm"/>
          </a:ln>
        </p:spPr>
      </p:pic>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8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458" name="Google Shape;458;p31"/>
          <p:cNvSpPr txBox="1">
            <a:spLocks noGrp="1"/>
          </p:cNvSpPr>
          <p:nvPr>
            <p:ph type="title" idx="0"/>
          </p:nvPr>
        </p:nvSpPr>
        <p:spPr>
          <a:xfrm>
            <a:off x="720000" y="445025"/>
            <a:ext cx="7704000" cy="572700"/>
          </a:xfrm>
          <a:prstGeom prst="rect">
            <a:avLst/>
          </a:prstGeom>
        </p:spPr>
        <p:txBody>
          <a:bodyPr wrap="square" lIns="91424" tIns="91424" rIns="91424" bIns="91424" anchor="t" anchorCtr="0">
            <a:noAutofit/>
          </a:bodyPr>
          <a:lstStyle/>
          <a:p>
            <a:pPr marL="0" lvl="0" indent="0" algn="ctr" rtl="0">
              <a:spcBef>
                <a:spcPts val="0"/>
              </a:spcBef>
              <a:spcAft>
                <a:spcPts val="0"/>
              </a:spcAft>
              <a:buNone/>
              <a:defRPr/>
            </a:pPr>
            <a:r>
              <a:rPr lang="en-US" altLang="ko-KR">
                <a:latin typeface="맑은 고딕"/>
                <a:ea typeface="맑은 고딕"/>
              </a:rPr>
              <a:t>OPEN API</a:t>
            </a:r>
            <a:r>
              <a:rPr lang="ko-KR" altLang="en-US">
                <a:latin typeface="맑은 고딕"/>
                <a:ea typeface="맑은 고딕"/>
              </a:rPr>
              <a:t> 개발 과정중 문제점</a:t>
            </a:r>
            <a:endParaRPr lang="ko-KR" altLang="en-US">
              <a:latin typeface="맑은 고딕"/>
              <a:ea typeface="맑은 고딕"/>
            </a:endParaRPr>
          </a:p>
        </p:txBody>
      </p:sp>
      <p:grpSp>
        <p:nvGrpSpPr>
          <p:cNvPr id="497" name="Google Shape;497;p31"/>
          <p:cNvGrpSpPr/>
          <p:nvPr/>
        </p:nvGrpSpPr>
        <p:grpSpPr>
          <a:xfrm rot="0">
            <a:off x="1738925" y="4718600"/>
            <a:ext cx="5666144" cy="116400"/>
            <a:chOff x="1738925" y="4718600"/>
            <a:chExt cx="5666144" cy="116400"/>
          </a:xfrm>
        </p:grpSpPr>
        <p:sp>
          <p:nvSpPr>
            <p:cNvPr id="498" name="Google Shape;498;p31">
              <a:hlinkClick r:id="rId3"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99" name="Google Shape;499;p31">
              <a:hlinkClick r:id="rId4"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0" name="Google Shape;500;p31">
              <a:hlinkClick r:id="rId5"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1" name="Google Shape;501;p31">
              <a:hlinkClick r:id="rId6"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2" name="Google Shape;502;p31">
              <a:hlinkClick r:id="rId7"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3" name="Google Shape;503;p31">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4" name="Google Shape;504;p31">
              <a:hlinkClick r:id="rId8" action="ppaction://hlinksldjump"/>
            </p:cNvPr>
            <p:cNvSpPr/>
            <p:nvPr/>
          </p:nvSpPr>
          <p:spPr>
            <a:xfrm>
              <a:off x="3783567"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5" name="Google Shape;505;p31">
              <a:hlinkClick r:id="rId9" action="ppaction://hlinksldjump"/>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6" name="Google Shape;506;p31">
              <a:hlinkClick r:id="rId10"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7" name="Google Shape;507;p31">
              <a:hlinkClick r:id="rId11"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8" name="Google Shape;508;p31">
              <a:hlinkClick r:id="rId12" action="ppaction://hlinksldjump"/>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9" name="Google Shape;509;p31">
              <a:hlinkClick r:id="rId13" action="ppaction://hlinksldjump"/>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10" name="Google Shape;510;p31">
              <a:hlinkClick r:id="rId14" action="ppaction://hlinksldjump"/>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11" name="Google Shape;511;p31">
              <a:hlinkClick r:id="rId15" action="ppaction://hlinksldjump"/>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12" name="Google Shape;512;p31">
              <a:hlinkClick r:id="rId16" action="ppaction://hlinksldjump"/>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13" name="Google Shape;513;p31">
              <a:hlinkClick r:id="rId17" action="ppaction://hlinksldjump"/>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14" name="Google Shape;514;p31">
              <a:hlinkClick r:id="rId18" action="ppaction://hlinksldjump"/>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15" name="Google Shape;515;p31">
              <a:hlinkClick r:id="rId19" action="ppaction://hlinksldjump"/>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16" name="Google Shape;516;p31">
              <a:hlinkClick r:id="rId20" action="ppaction://hlinksldjump"/>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17" name="Google Shape;517;p31">
              <a:hlinkClick r:id="rId21"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
        <p:nvSpPr>
          <p:cNvPr id="526" name=""/>
          <p:cNvSpPr txBox="1"/>
          <p:nvPr/>
        </p:nvSpPr>
        <p:spPr>
          <a:xfrm>
            <a:off x="1357312" y="1306160"/>
            <a:ext cx="4206875" cy="292135"/>
          </a:xfrm>
          <a:prstGeom prst="rect">
            <a:avLst/>
          </a:prstGeom>
        </p:spPr>
        <p:txBody>
          <a:bodyPr wrap="square">
            <a:spAutoFit/>
          </a:bodyPr>
          <a:p>
            <a:pPr>
              <a:defRPr/>
            </a:pPr>
            <a:endParaRPr lang="ko-KR" altLang="en-US"/>
          </a:p>
        </p:txBody>
      </p:sp>
      <p:sp>
        <p:nvSpPr>
          <p:cNvPr id="531" name=""/>
          <p:cNvSpPr txBox="1"/>
          <p:nvPr/>
        </p:nvSpPr>
        <p:spPr>
          <a:xfrm>
            <a:off x="1185333" y="1452227"/>
            <a:ext cx="2921000" cy="298468"/>
          </a:xfrm>
          <a:prstGeom prst="rect">
            <a:avLst/>
          </a:prstGeom>
        </p:spPr>
        <p:txBody>
          <a:bodyPr wrap="square">
            <a:spAutoFit/>
          </a:bodyPr>
          <a:p>
            <a:pPr>
              <a:defRPr/>
            </a:pPr>
            <a:endParaRPr lang="ko-KR" altLang="en-US"/>
          </a:p>
        </p:txBody>
      </p:sp>
      <p:sp>
        <p:nvSpPr>
          <p:cNvPr id="537" name=""/>
          <p:cNvSpPr txBox="1"/>
          <p:nvPr/>
        </p:nvSpPr>
        <p:spPr>
          <a:xfrm>
            <a:off x="381003" y="1452227"/>
            <a:ext cx="3958166" cy="974743"/>
          </a:xfrm>
          <a:prstGeom prst="rect">
            <a:avLst/>
          </a:prstGeom>
          <a:solidFill>
            <a:srgbClr val="fff7cc"/>
          </a:solidFill>
          <a:ln w="25400" cap="flat" cmpd="sng" algn="ctr">
            <a:solidFill>
              <a:srgbClr val="f1e7d6">
                <a:alpha val="100000"/>
              </a:srgbClr>
            </a:solidFill>
            <a:prstDash val="solid"/>
          </a:ln>
          <a:effectLst>
            <a:outerShdw blurRad="40000" dist="23000" dir="5400000" rotWithShape="0">
              <a:srgbClr val="000000">
                <a:alpha val="34900"/>
              </a:srgbClr>
            </a:outerShdw>
          </a:effectLst>
        </p:spPr>
        <p:txBody>
          <a:bodyPr wrap="square">
            <a:spAutoFit/>
          </a:bodyPr>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1000" b="1" i="0" u="none" strike="noStrike" kern="0" cap="none" spc="0" normalizeH="0" baseline="0" mc:Ignorable="hp" hp:hslEmbossed="0">
                <a:solidFill>
                  <a:srgbClr val="000000"/>
                </a:solidFill>
                <a:latin typeface="맑은 고딕"/>
                <a:ea typeface="맑은 고딕"/>
              </a:rPr>
              <a:t>문제점</a:t>
            </a: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 :</a:t>
            </a:r>
            <a:endPar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 </a:t>
            </a: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OpenAPI를 받아오는 과정에서 데이터 송수신 오류</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 원인: </a:t>
            </a: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API 요청 시 잘못된 URL 구성 또는 요청 데이터 형식이</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OpenAPI의 요구사항과 불일치.</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 결과: </a:t>
            </a: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HTTP 403 에러 응답 수신.</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p:txBody>
      </p:sp>
      <p:sp>
        <p:nvSpPr>
          <p:cNvPr id="538" name=""/>
          <p:cNvSpPr txBox="1"/>
          <p:nvPr/>
        </p:nvSpPr>
        <p:spPr>
          <a:xfrm>
            <a:off x="381003" y="2768248"/>
            <a:ext cx="3958166" cy="1096997"/>
          </a:xfrm>
          <a:prstGeom prst="rect">
            <a:avLst/>
          </a:prstGeom>
          <a:solidFill>
            <a:srgbClr val="fff7cc"/>
          </a:solidFill>
          <a:ln w="25400" cap="flat" cmpd="sng" algn="ctr">
            <a:solidFill>
              <a:schemeClr val="lt1">
                <a:alpha val="100000"/>
              </a:schemeClr>
            </a:solidFill>
            <a:prstDash val="solid"/>
          </a:ln>
          <a:effectLst>
            <a:outerShdw blurRad="40000" dist="23000" dir="5400000" rotWithShape="0">
              <a:srgbClr val="000000">
                <a:alpha val="34900"/>
              </a:srgbClr>
            </a:outerShdw>
          </a:effectLst>
        </p:spPr>
        <p:txBody>
          <a:bodyPr wrap="square">
            <a:spAutoFit/>
          </a:bodyPr>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1000" b="1" i="0" u="none" strike="noStrike" kern="0" cap="none" spc="0" normalizeH="0" baseline="0" mc:Ignorable="hp" hp:hslEmbossed="0">
                <a:solidFill>
                  <a:srgbClr val="000000"/>
                </a:solidFill>
                <a:latin typeface="맑은 고딕"/>
                <a:ea typeface="맑은 고딕"/>
              </a:rPr>
              <a:t>결과 </a:t>
            </a: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 </a:t>
            </a:r>
            <a:endPar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 </a:t>
            </a: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개선 후 포스트맨(Postman) 테스트에서 이전에 발생했던 403 에러가 해소됨.</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 </a:t>
            </a: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올바른 요청 데이터 형식으로 OpenAPI 응답 데이터를 성공적으로 수신.</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 </a:t>
            </a: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네트워크 및 서버 연결 안정성이 향상되어 데이터 송수신 과정의 오류</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발생 가능성이 감소.</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endParaRPr xmlns:mc="http://schemas.openxmlformats.org/markup-compatibility/2006" xmlns:hp="http://schemas.haansoft.com/office/presentation/8.0" kumimoji="0" lang="ko-KR" altLang="en-US" sz="800" b="0" i="0" u="none" strike="noStrike" kern="0" cap="none" spc="0" normalizeH="0" baseline="0" mc:Ignorable="hp" hp:hslEmbossed="0">
              <a:solidFill>
                <a:srgbClr val="000000"/>
              </a:solidFill>
              <a:latin typeface="맑은 고딕"/>
              <a:ea typeface="맑은 고딕"/>
            </a:endParaRPr>
          </a:p>
        </p:txBody>
      </p:sp>
      <p:sp>
        <p:nvSpPr>
          <p:cNvPr id="539" name=""/>
          <p:cNvSpPr/>
          <p:nvPr/>
        </p:nvSpPr>
        <p:spPr>
          <a:xfrm>
            <a:off x="4629150" y="1664970"/>
            <a:ext cx="248707" cy="238971"/>
          </a:xfrm>
          <a:prstGeom prst="rightArrow">
            <a:avLst>
              <a:gd name="adj1" fmla="val 50000"/>
              <a:gd name="adj2" fmla="val 50000"/>
            </a:avLst>
          </a:prstGeom>
          <a:ln>
            <a:solidFill>
              <a:schemeClr val="accent4"/>
            </a:solidFill>
          </a:ln>
        </p:spPr>
        <p:style>
          <a:lnRef idx="2">
            <a:schemeClr val="accent4">
              <a:shade val="20000"/>
            </a:schemeClr>
          </a:lnRef>
          <a:fillRef idx="1">
            <a:schemeClr val="accent4"/>
          </a:fillRef>
          <a:effectRef idx="0">
            <a:schemeClr val="accent4"/>
          </a:effectRef>
          <a:fontRef idx="minor">
            <a:schemeClr val="lt1"/>
          </a:fontRef>
        </p:style>
        <p:txBody>
          <a:bodyPr anchor="ctr"/>
          <a:p>
            <a:pPr algn="ctr">
              <a:defRPr/>
            </a:pPr>
            <a:endParaRPr lang="ko-KR" altLang="en-US"/>
          </a:p>
        </p:txBody>
      </p:sp>
      <p:sp>
        <p:nvSpPr>
          <p:cNvPr id="543" name=""/>
          <p:cNvSpPr/>
          <p:nvPr/>
        </p:nvSpPr>
        <p:spPr>
          <a:xfrm>
            <a:off x="4753503" y="3018699"/>
            <a:ext cx="248707" cy="323370"/>
          </a:xfrm>
          <a:prstGeom prst="leftArrow">
            <a:avLst>
              <a:gd name="adj1" fmla="val 50000"/>
              <a:gd name="adj2" fmla="val 50000"/>
            </a:avLst>
          </a:prstGeom>
          <a:solidFill>
            <a:schemeClr val="accent4"/>
          </a:solidFill>
          <a:ln>
            <a:solidFill>
              <a:schemeClr val="accent4"/>
            </a:solidFill>
          </a:ln>
        </p:spPr>
        <p:style>
          <a:lnRef idx="2">
            <a:schemeClr val="accent1">
              <a:shade val="20000"/>
            </a:schemeClr>
          </a:lnRef>
          <a:fillRef idx="1">
            <a:schemeClr val="accent1"/>
          </a:fillRef>
          <a:effectRef idx="0">
            <a:schemeClr val="accent1"/>
          </a:effectRef>
          <a:fontRef idx="minor">
            <a:schemeClr val="lt1"/>
          </a:fontRef>
        </p:style>
        <p:txBody>
          <a:bodyPr anchor="ctr"/>
          <a:p>
            <a:pPr algn="ctr">
              <a:defRPr/>
            </a:pPr>
            <a:endParaRPr lang="ko-KR" altLang="en-US"/>
          </a:p>
        </p:txBody>
      </p:sp>
      <p:sp>
        <p:nvSpPr>
          <p:cNvPr id="544" name=""/>
          <p:cNvSpPr txBox="1"/>
          <p:nvPr/>
        </p:nvSpPr>
        <p:spPr>
          <a:xfrm>
            <a:off x="5347179" y="1550977"/>
            <a:ext cx="3291414" cy="2066617"/>
          </a:xfrm>
          <a:prstGeom prst="rect">
            <a:avLst/>
          </a:prstGeom>
          <a:solidFill>
            <a:srgbClr val="fff7cc">
              <a:alpha val="100000"/>
            </a:srgbClr>
          </a:solidFill>
          <a:ln w="25400" cap="flat" cmpd="sng" algn="ctr">
            <a:solidFill>
              <a:srgbClr val="f1e7d6">
                <a:alpha val="100000"/>
              </a:srgbClr>
            </a:solidFill>
            <a:prstDash val="solid"/>
          </a:ln>
          <a:effectLst>
            <a:outerShdw blurRad="40000" dist="23000" dir="5400000" rotWithShape="0">
              <a:srgbClr val="000000">
                <a:alpha val="34510"/>
              </a:srgbClr>
            </a:outerShdw>
          </a:effectLst>
        </p:spPr>
        <p:txBody>
          <a:bodyPr wrap="square">
            <a:spAutoFit/>
          </a:bodyPr>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1000" b="1" i="0" u="none" strike="noStrike" kern="0" cap="none" spc="0" normalizeH="0" baseline="0" mc:Ignorable="hp" hp:hslEmbossed="0">
                <a:solidFill>
                  <a:srgbClr val="000000"/>
                </a:solidFill>
                <a:latin typeface="맑은 고딕"/>
                <a:ea typeface="맑은 고딕"/>
              </a:rPr>
              <a:t>개선사항 </a:t>
            </a: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 </a:t>
            </a:r>
            <a:endPar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API 요청 URL 및 파라미터 구성</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ApiService에서 API 호출 URL의 기본 값을 설정하고,</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동적으로 필요한 데이터를 queryParam으로 구성.</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API 호출 메서드는 Spring의 표준 양식에 맞춰 작성하여</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일관성을 유지.</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요청 데이터를 OpenAPI 요구사항에 맞게 JSON</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형식으로 파싱하여 전달.</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타임아웃 설정으로 안정성 강화</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커넥션 타임아웃 및 응답 타임아웃을 설정하여 네트워크 </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지연 및 서버 응답 대기 상태를 방지.</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RestTemplate 커스터마이징</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@Bean 어노테이션을 사용해 RestTemplate 인스턴스를</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Spring ApplicationContext에 등록.</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Apache의 **HttpClient**를 생성 및 설정하여 타임아웃 값 적용</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p:txBody>
      </p:sp>
    </p:spTree>
  </p:cSld>
  <p:clrMapOvr>
    <a:masterClrMapping/>
  </p:clrMapOvr>
</p:sld>
</file>

<file path=ppt/slides/slide8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458" name="Google Shape;458;p31"/>
          <p:cNvSpPr txBox="1">
            <a:spLocks noGrp="1"/>
          </p:cNvSpPr>
          <p:nvPr>
            <p:ph type="title" idx="0"/>
          </p:nvPr>
        </p:nvSpPr>
        <p:spPr>
          <a:xfrm>
            <a:off x="720000" y="445025"/>
            <a:ext cx="7704000" cy="572700"/>
          </a:xfrm>
          <a:prstGeom prst="rect">
            <a:avLst/>
          </a:prstGeom>
        </p:spPr>
        <p:txBody>
          <a:bodyPr wrap="square" lIns="91424" tIns="91424" rIns="91424" bIns="91424" anchor="t" anchorCtr="0">
            <a:noAutofit/>
          </a:bodyPr>
          <a:lstStyle/>
          <a:p>
            <a:pPr marL="0" lvl="0" indent="0" algn="ctr" rtl="0">
              <a:spcBef>
                <a:spcPts val="0"/>
              </a:spcBef>
              <a:spcAft>
                <a:spcPts val="0"/>
              </a:spcAft>
              <a:buNone/>
              <a:defRPr/>
            </a:pPr>
            <a:r>
              <a:rPr lang="en-US" altLang="ko-KR">
                <a:latin typeface="맑은 고딕"/>
                <a:ea typeface="맑은 고딕"/>
              </a:rPr>
              <a:t>AWS </a:t>
            </a:r>
            <a:r>
              <a:rPr lang="ko-KR" altLang="en-US">
                <a:latin typeface="맑은 고딕"/>
                <a:ea typeface="맑은 고딕"/>
              </a:rPr>
              <a:t>배포 과정중 문제점</a:t>
            </a:r>
            <a:endParaRPr lang="ko-KR" altLang="en-US">
              <a:latin typeface="맑은 고딕"/>
              <a:ea typeface="맑은 고딕"/>
            </a:endParaRPr>
          </a:p>
        </p:txBody>
      </p:sp>
      <p:grpSp>
        <p:nvGrpSpPr>
          <p:cNvPr id="497" name="Google Shape;497;p31"/>
          <p:cNvGrpSpPr/>
          <p:nvPr/>
        </p:nvGrpSpPr>
        <p:grpSpPr>
          <a:xfrm rot="0">
            <a:off x="1738925" y="4718600"/>
            <a:ext cx="5666144" cy="116400"/>
            <a:chOff x="1738925" y="4718600"/>
            <a:chExt cx="5666144" cy="116400"/>
          </a:xfrm>
        </p:grpSpPr>
        <p:sp>
          <p:nvSpPr>
            <p:cNvPr id="498" name="Google Shape;498;p31">
              <a:hlinkClick r:id="rId3"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499" name="Google Shape;499;p31">
              <a:hlinkClick r:id="rId4"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0" name="Google Shape;500;p31">
              <a:hlinkClick r:id="rId5"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1" name="Google Shape;501;p31">
              <a:hlinkClick r:id="rId6"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2" name="Google Shape;502;p31">
              <a:hlinkClick r:id="rId7"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3" name="Google Shape;503;p31">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4" name="Google Shape;504;p31">
              <a:hlinkClick r:id="rId8" action="ppaction://hlinksldjump"/>
            </p:cNvPr>
            <p:cNvSpPr/>
            <p:nvPr/>
          </p:nvSpPr>
          <p:spPr>
            <a:xfrm>
              <a:off x="3783567"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5" name="Google Shape;505;p31">
              <a:hlinkClick r:id="rId9" action="ppaction://hlinksldjump"/>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6" name="Google Shape;506;p31">
              <a:hlinkClick r:id="rId10" action="ppaction://hlinksldjump"/>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7" name="Google Shape;507;p31">
              <a:hlinkClick r:id="rId11" action="ppaction://hlinksldjump"/>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8" name="Google Shape;508;p31">
              <a:hlinkClick r:id="rId12" action="ppaction://hlinksldjump"/>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09" name="Google Shape;509;p31">
              <a:hlinkClick r:id="rId13" action="ppaction://hlinksldjump"/>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10" name="Google Shape;510;p31">
              <a:hlinkClick r:id="rId14" action="ppaction://hlinksldjump"/>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11" name="Google Shape;511;p31">
              <a:hlinkClick r:id="rId15" action="ppaction://hlinksldjump"/>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12" name="Google Shape;512;p31">
              <a:hlinkClick r:id="rId16" action="ppaction://hlinksldjump"/>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13" name="Google Shape;513;p31">
              <a:hlinkClick r:id="rId17" action="ppaction://hlinksldjump"/>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14" name="Google Shape;514;p31">
              <a:hlinkClick r:id="rId18" action="ppaction://hlinksldjump"/>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15" name="Google Shape;515;p31">
              <a:hlinkClick r:id="rId19" action="ppaction://hlinksldjump"/>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16" name="Google Shape;516;p31">
              <a:hlinkClick r:id="rId20" action="ppaction://hlinksldjump"/>
            </p:cNvPr>
            <p:cNvSpPr/>
            <p:nvPr/>
          </p:nvSpPr>
          <p:spPr>
            <a:xfrm>
              <a:off x="728866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517" name="Google Shape;517;p31">
              <a:hlinkClick r:id="rId21"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
        <p:nvSpPr>
          <p:cNvPr id="526" name=""/>
          <p:cNvSpPr txBox="1"/>
          <p:nvPr/>
        </p:nvSpPr>
        <p:spPr>
          <a:xfrm>
            <a:off x="1357312" y="1306160"/>
            <a:ext cx="4206875" cy="292135"/>
          </a:xfrm>
          <a:prstGeom prst="rect">
            <a:avLst/>
          </a:prstGeom>
        </p:spPr>
        <p:txBody>
          <a:bodyPr wrap="square">
            <a:spAutoFit/>
          </a:bodyPr>
          <a:p>
            <a:pPr>
              <a:defRPr/>
            </a:pPr>
            <a:endParaRPr lang="ko-KR" altLang="en-US"/>
          </a:p>
        </p:txBody>
      </p:sp>
      <p:sp>
        <p:nvSpPr>
          <p:cNvPr id="531" name=""/>
          <p:cNvSpPr txBox="1"/>
          <p:nvPr/>
        </p:nvSpPr>
        <p:spPr>
          <a:xfrm>
            <a:off x="1185333" y="1452227"/>
            <a:ext cx="2921000" cy="298468"/>
          </a:xfrm>
          <a:prstGeom prst="rect">
            <a:avLst/>
          </a:prstGeom>
        </p:spPr>
        <p:txBody>
          <a:bodyPr wrap="square">
            <a:spAutoFit/>
          </a:bodyPr>
          <a:p>
            <a:pPr>
              <a:defRPr/>
            </a:pPr>
            <a:endParaRPr lang="ko-KR" altLang="en-US"/>
          </a:p>
        </p:txBody>
      </p:sp>
      <p:sp>
        <p:nvSpPr>
          <p:cNvPr id="537" name=""/>
          <p:cNvSpPr txBox="1"/>
          <p:nvPr/>
        </p:nvSpPr>
        <p:spPr>
          <a:xfrm>
            <a:off x="381003" y="1089994"/>
            <a:ext cx="3958166" cy="1584626"/>
          </a:xfrm>
          <a:prstGeom prst="rect">
            <a:avLst/>
          </a:prstGeom>
          <a:solidFill>
            <a:srgbClr val="fff7cc"/>
          </a:solidFill>
          <a:ln w="25400" cap="flat" cmpd="sng" algn="ctr">
            <a:solidFill>
              <a:srgbClr val="f1e7d6">
                <a:alpha val="100000"/>
              </a:srgbClr>
            </a:solidFill>
            <a:prstDash val="solid"/>
          </a:ln>
          <a:effectLst>
            <a:outerShdw blurRad="40000" dist="23000" dir="5400000" rotWithShape="0">
              <a:srgbClr val="000000">
                <a:alpha val="34900"/>
              </a:srgbClr>
            </a:outerShdw>
          </a:effectLst>
        </p:spPr>
        <p:txBody>
          <a:bodyPr wrap="square">
            <a:spAutoFit/>
          </a:bodyPr>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1000" b="1" i="0" u="none" strike="noStrike" kern="0" cap="none" spc="0" normalizeH="0" baseline="0" mc:Ignorable="hp" hp:hslEmbossed="0">
                <a:solidFill>
                  <a:srgbClr val="000000"/>
                </a:solidFill>
                <a:latin typeface="맑은 고딕"/>
                <a:ea typeface="맑은 고딕"/>
              </a:rPr>
              <a:t>문제점</a:t>
            </a:r>
            <a:endParaRPr xmlns:mc="http://schemas.openxmlformats.org/markup-compatibility/2006" xmlns:hp="http://schemas.haansoft.com/office/presentation/8.0" kumimoji="0" lang="ko-KR" altLang="en-US" sz="10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1000" i="0" u="none" strike="noStrike" kern="0" cap="none" spc="0" normalizeH="0" baseline="0" mc:Ignorable="hp" hp:hslEmbossed="0">
                <a:solidFill>
                  <a:srgbClr val="000000"/>
                </a:solidFill>
                <a:latin typeface="맑은 고딕"/>
                <a:ea typeface="맑은 고딕"/>
              </a:rPr>
              <a:t>1.</a:t>
            </a: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 80번 포트 사용 불가로 인한 배포 문제</a:t>
            </a:r>
            <a:endParaRPr xmlns:mc="http://schemas.openxmlformats.org/markup-compatibility/2006" xmlns:hp="http://schemas.haansoft.com/office/presentation/8.0" kumimoji="0" lang="ko-KR" altLang="en-US" sz="10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 원인</a:t>
            </a:r>
            <a:r>
              <a:rPr xmlns:mc="http://schemas.openxmlformats.org/markup-compatibility/2006" xmlns:hp="http://schemas.haansoft.com/office/presentation/8.0" kumimoji="0" lang="ko-KR" altLang="en-US" sz="1000" i="0" u="none" strike="noStrike" kern="0" cap="none" spc="0" normalizeH="0" baseline="0" mc:Ignorable="hp" hp:hslEmbossed="0">
                <a:solidFill>
                  <a:srgbClr val="000000"/>
                </a:solidFill>
                <a:latin typeface="맑은 고딕"/>
                <a:ea typeface="맑은 고딕"/>
              </a:rPr>
              <a:t>: </a:t>
            </a: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80번 포트가 이미 다른 프로세스에 의해 점유되어 NGINX가</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해당 포트를 사용할 수 없었습니다.</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1000" b="1" i="0" u="none" strike="noStrike" kern="0" cap="none" spc="0" normalizeH="0" baseline="0" mc:Ignorable="hp" hp:hslEmbossed="0">
                <a:solidFill>
                  <a:srgbClr val="000000"/>
                </a:solidFill>
                <a:latin typeface="맑은 고딕"/>
                <a:ea typeface="맑은 고딕"/>
              </a:rPr>
              <a:t> </a:t>
            </a: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결과</a:t>
            </a:r>
            <a:r>
              <a:rPr xmlns:mc="http://schemas.openxmlformats.org/markup-compatibility/2006" xmlns:hp="http://schemas.haansoft.com/office/presentation/8.0" kumimoji="0" lang="ko-KR" altLang="en-US" sz="1000" i="0" u="none" strike="noStrike" kern="0" cap="none" spc="0" normalizeH="0" baseline="0" mc:Ignorable="hp" hp:hslEmbossed="0">
                <a:solidFill>
                  <a:srgbClr val="000000"/>
                </a:solidFill>
                <a:latin typeface="맑은 고딕"/>
                <a:ea typeface="맑은 고딕"/>
              </a:rPr>
              <a:t>:</a:t>
            </a: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NGINX가 80번 포트를 바인딩하지 못해 배포가 진행되지 않았습니다.</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1000" i="0" u="none" strike="noStrike" kern="0" cap="none" spc="0" normalizeH="0" baseline="0" mc:Ignorable="hp" hp:hslEmbossed="0">
                <a:solidFill>
                  <a:srgbClr val="000000"/>
                </a:solidFill>
                <a:latin typeface="맑은 고딕"/>
                <a:ea typeface="맑은 고딕"/>
              </a:rPr>
              <a:t>2. </a:t>
            </a: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EC2 보안 그룹 설정 후에도 포트가 열리지 않음</a:t>
            </a:r>
            <a:endParaRPr xmlns:mc="http://schemas.openxmlformats.org/markup-compatibility/2006" xmlns:hp="http://schemas.haansoft.com/office/presentation/8.0" kumimoji="0" lang="ko-KR" altLang="en-US" sz="10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원인</a:t>
            </a: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EC2 보안 그룹에서 80번 포트를 열었지만, EC2 내 방화벽 설정이나 </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네트워크 구성에서 차단이 발생했습니다.</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결과</a:t>
            </a: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보안 그룹에서 포트를 열었음에도 불구하고 외부에서 80번 포트로 접근할 수 </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없었습니다.</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p:txBody>
      </p:sp>
      <p:sp>
        <p:nvSpPr>
          <p:cNvPr id="538" name=""/>
          <p:cNvSpPr txBox="1"/>
          <p:nvPr/>
        </p:nvSpPr>
        <p:spPr>
          <a:xfrm>
            <a:off x="381003" y="3033846"/>
            <a:ext cx="4190997" cy="1250499"/>
          </a:xfrm>
          <a:prstGeom prst="rect">
            <a:avLst/>
          </a:prstGeom>
          <a:solidFill>
            <a:srgbClr val="fff7cc"/>
          </a:solidFill>
          <a:ln w="25400" cap="flat" cmpd="sng" algn="ctr">
            <a:solidFill>
              <a:srgbClr val="f1e7d6">
                <a:alpha val="100000"/>
              </a:srgbClr>
            </a:solidFill>
            <a:prstDash val="solid"/>
          </a:ln>
          <a:effectLst>
            <a:outerShdw blurRad="40000" dist="23000" dir="5400000" rotWithShape="0">
              <a:srgbClr val="000000">
                <a:alpha val="34900"/>
              </a:srgbClr>
            </a:outerShdw>
          </a:effectLst>
        </p:spPr>
        <p:txBody>
          <a:bodyPr wrap="square">
            <a:spAutoFit/>
          </a:bodyPr>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1000" b="1" i="0" u="none" strike="noStrike" kern="0" cap="none" spc="0" normalizeH="0" baseline="0" mc:Ignorable="hp" hp:hslEmbossed="0">
                <a:solidFill>
                  <a:srgbClr val="000000"/>
                </a:solidFill>
                <a:latin typeface="맑은 고딕"/>
                <a:ea typeface="맑은 고딕"/>
              </a:rPr>
              <a:t>결론</a:t>
            </a:r>
            <a:endParaRPr xmlns:mc="http://schemas.openxmlformats.org/markup-compatibility/2006" xmlns:hp="http://schemas.haansoft.com/office/presentation/8.0" kumimoji="0" lang="ko-KR" altLang="en-US" sz="10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en-US" altLang="ko-KR" sz="1000" i="0" u="none" strike="noStrike" kern="0" cap="none" spc="0" normalizeH="0" baseline="0" mc:Ignorable="hp" hp:hslEmbossed="0">
                <a:solidFill>
                  <a:srgbClr val="000000"/>
                </a:solidFill>
                <a:latin typeface="맑은 고딕"/>
                <a:ea typeface="맑은 고딕"/>
              </a:rPr>
              <a:t>-</a:t>
            </a:r>
            <a:r>
              <a:rPr xmlns:mc="http://schemas.openxmlformats.org/markup-compatibility/2006" xmlns:hp="http://schemas.haansoft.com/office/presentation/8.0" kumimoji="0" lang="ko-KR" altLang="en-US" sz="1000" i="0" u="none" strike="noStrike" kern="0" cap="none" spc="0" normalizeH="0" baseline="0" mc:Ignorable="hp" hp:hslEmbossed="0">
                <a:solidFill>
                  <a:srgbClr val="000000"/>
                </a:solidFill>
                <a:latin typeface="맑은 고딕"/>
                <a:ea typeface="맑은 고딕"/>
              </a:rPr>
              <a:t> </a:t>
            </a: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이 문제를 해결하기 위한 핵심 단계는 80번 포트에서 실행 중인 프로세스를 종료하고,</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EC2 인스턴스의 Windows 방화벽에서 해당 포트를 열어 주는 것이었습니다. </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en-US" altLang="ko-KR" sz="800" i="0" u="none" strike="noStrike" kern="0" cap="none" spc="0" normalizeH="0" baseline="0" mc:Ignorable="hp" hp:hslEmbossed="0">
                <a:solidFill>
                  <a:srgbClr val="000000"/>
                </a:solidFill>
                <a:latin typeface="맑은 고딕"/>
                <a:ea typeface="맑은 고딕"/>
              </a:rPr>
              <a:t>-</a:t>
            </a: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EC2 인스턴스에 배포한 후, 보안 그룹을 설정하고, </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추가로 Windows 방화벽에서도 80번 포트를 열어야 정상적인 배포가 가능했습니다.</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en-US" altLang="ko-KR" sz="800" i="0" u="none" strike="noStrike" kern="0" cap="none" spc="0" normalizeH="0" baseline="0" mc:Ignorable="hp" hp:hslEmbossed="0">
                <a:solidFill>
                  <a:srgbClr val="000000"/>
                </a:solidFill>
                <a:latin typeface="맑은 고딕"/>
                <a:ea typeface="맑은 고딕"/>
              </a:rPr>
              <a:t>-</a:t>
            </a: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이번 문제 해결 과정을 통해, NGINX로 REACT 프로젝트의 배포 진행 방법을 알았으며</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EC2 인스턴스에서 포트를 열고 관리하는 방법에 대한 이해를 높일 수 있었습니다.</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p:txBody>
      </p:sp>
      <p:sp>
        <p:nvSpPr>
          <p:cNvPr id="539" name=""/>
          <p:cNvSpPr/>
          <p:nvPr/>
        </p:nvSpPr>
        <p:spPr>
          <a:xfrm rot="2168968">
            <a:off x="4645526" y="1356512"/>
            <a:ext cx="248707" cy="238971"/>
          </a:xfrm>
          <a:prstGeom prst="rightArrow">
            <a:avLst>
              <a:gd name="adj1" fmla="val 50000"/>
              <a:gd name="adj2" fmla="val 50000"/>
            </a:avLst>
          </a:prstGeom>
          <a:ln>
            <a:solidFill>
              <a:schemeClr val="accent4"/>
            </a:solidFill>
          </a:ln>
        </p:spPr>
        <p:style>
          <a:lnRef idx="2">
            <a:schemeClr val="accent4">
              <a:shade val="20000"/>
            </a:schemeClr>
          </a:lnRef>
          <a:fillRef idx="1">
            <a:schemeClr val="accent4"/>
          </a:fillRef>
          <a:effectRef idx="0">
            <a:schemeClr val="accent4"/>
          </a:effectRef>
          <a:fontRef idx="minor">
            <a:schemeClr val="lt1"/>
          </a:fontRef>
        </p:style>
        <p:txBody>
          <a:bodyPr anchor="ctr"/>
          <a:p>
            <a:pPr algn="ctr">
              <a:defRPr/>
            </a:pPr>
            <a:endParaRPr lang="ko-KR" altLang="en-US"/>
          </a:p>
        </p:txBody>
      </p:sp>
      <p:sp>
        <p:nvSpPr>
          <p:cNvPr id="543" name=""/>
          <p:cNvSpPr/>
          <p:nvPr/>
        </p:nvSpPr>
        <p:spPr>
          <a:xfrm rot="19854712">
            <a:off x="4816423" y="3585100"/>
            <a:ext cx="248707" cy="323370"/>
          </a:xfrm>
          <a:prstGeom prst="leftArrow">
            <a:avLst>
              <a:gd name="adj1" fmla="val 50000"/>
              <a:gd name="adj2" fmla="val 50000"/>
            </a:avLst>
          </a:prstGeom>
          <a:solidFill>
            <a:schemeClr val="accent4"/>
          </a:solidFill>
          <a:ln>
            <a:solidFill>
              <a:schemeClr val="accent4"/>
            </a:solidFill>
          </a:ln>
        </p:spPr>
        <p:style>
          <a:lnRef idx="2">
            <a:schemeClr val="accent1">
              <a:shade val="20000"/>
            </a:schemeClr>
          </a:lnRef>
          <a:fillRef idx="1">
            <a:schemeClr val="accent1"/>
          </a:fillRef>
          <a:effectRef idx="0">
            <a:schemeClr val="accent1"/>
          </a:effectRef>
          <a:fontRef idx="minor">
            <a:schemeClr val="lt1"/>
          </a:fontRef>
        </p:style>
        <p:txBody>
          <a:bodyPr anchor="ctr"/>
          <a:p>
            <a:pPr algn="ctr">
              <a:defRPr/>
            </a:pPr>
            <a:endParaRPr lang="ko-KR" altLang="en-US"/>
          </a:p>
        </p:txBody>
      </p:sp>
      <p:sp>
        <p:nvSpPr>
          <p:cNvPr id="544" name=""/>
          <p:cNvSpPr txBox="1"/>
          <p:nvPr/>
        </p:nvSpPr>
        <p:spPr>
          <a:xfrm>
            <a:off x="5213775" y="1598462"/>
            <a:ext cx="3546144" cy="1946576"/>
          </a:xfrm>
          <a:prstGeom prst="rect">
            <a:avLst/>
          </a:prstGeom>
          <a:solidFill>
            <a:srgbClr val="fff7cc"/>
          </a:solidFill>
          <a:ln w="25400" cap="flat" cmpd="sng" algn="ctr">
            <a:solidFill>
              <a:srgbClr val="f1e7d6">
                <a:alpha val="100000"/>
              </a:srgbClr>
            </a:solidFill>
            <a:prstDash val="solid"/>
          </a:ln>
          <a:effectLst>
            <a:outerShdw blurRad="40000" dist="23000" dir="5400000" rotWithShape="0">
              <a:srgbClr val="000000">
                <a:alpha val="34900"/>
              </a:srgbClr>
            </a:outerShdw>
          </a:effectLst>
        </p:spPr>
        <p:txBody>
          <a:bodyPr wrap="square">
            <a:spAutoFit/>
          </a:bodyPr>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1000" b="1" i="0" u="none" strike="noStrike" kern="0" cap="none" spc="0" normalizeH="0" baseline="0" mc:Ignorable="hp" hp:hslEmbossed="0">
                <a:solidFill>
                  <a:srgbClr val="000000"/>
                </a:solidFill>
                <a:latin typeface="맑은 고딕"/>
                <a:ea typeface="맑은 고딕"/>
              </a:rPr>
              <a:t>해결 과정</a:t>
            </a:r>
            <a:endParaRPr xmlns:mc="http://schemas.openxmlformats.org/markup-compatibility/2006" xmlns:hp="http://schemas.haansoft.com/office/presentation/8.0" kumimoji="0" lang="ko-KR" altLang="en-US" sz="1000" b="1"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1. 80번 포트 프로세스 종료</a:t>
            </a:r>
            <a:endPar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en-US" altLang="ko-KR" sz="800" i="0" u="none" strike="noStrike" kern="0" cap="none" spc="0" normalizeH="0" baseline="0" mc:Ignorable="hp" hp:hslEmbossed="0">
                <a:solidFill>
                  <a:srgbClr val="000000"/>
                </a:solidFill>
                <a:latin typeface="맑은 고딕"/>
                <a:ea typeface="맑은 고딕"/>
              </a:rPr>
              <a:t>-</a:t>
            </a: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sudo lsof -i :80 명령어로 80번 포트의 실행 중인 프로세스를 확인하고, </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sudo kill &lt;PID&gt;로 종료한 후 80번 포트를 재사용할 수 있었습니다.</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endPar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2. Windows 방화벽 설정</a:t>
            </a:r>
            <a:endPar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en-US" altLang="ko-KR" sz="800" b="1" i="0" u="none" strike="noStrike" kern="0" cap="none" spc="0" normalizeH="0" baseline="0" mc:Ignorable="hp" hp:hslEmbossed="0">
                <a:solidFill>
                  <a:srgbClr val="000000"/>
                </a:solidFill>
                <a:latin typeface="맑은 고딕"/>
                <a:ea typeface="맑은 고딕"/>
              </a:rPr>
              <a:t>-</a:t>
            </a: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 </a:t>
            </a: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EC2 인스턴스의 보안 그룹에서 80번 포트를 열었으나 </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외부에서 접근할 수 없었습니다. </a:t>
            </a:r>
            <a:endPar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en-US" altLang="ko-KR" sz="800" b="1" i="0" u="none" strike="noStrike" kern="0" cap="none" spc="0" normalizeH="0" baseline="0" mc:Ignorable="hp" hp:hslEmbossed="0">
                <a:solidFill>
                  <a:srgbClr val="000000"/>
                </a:solidFill>
                <a:latin typeface="맑은 고딕"/>
                <a:ea typeface="맑은 고딕"/>
              </a:rPr>
              <a:t>-</a:t>
            </a: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 </a:t>
            </a: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이를 해결하기 위해 EC2 인스턴스에서 Windows 방화벽에서 </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80번 포트를 열었습니다.</a:t>
            </a:r>
            <a:endPar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endPar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3. 배포 확인</a:t>
            </a:r>
            <a:endPar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en-US" altLang="ko-KR" sz="800" b="1" i="0" u="none" strike="noStrike" kern="0" cap="none" spc="0" normalizeH="0" baseline="0" mc:Ignorable="hp" hp:hslEmbossed="0">
                <a:solidFill>
                  <a:srgbClr val="000000"/>
                </a:solidFill>
                <a:latin typeface="맑은 고딕"/>
                <a:ea typeface="맑은 고딕"/>
              </a:rPr>
              <a:t>-</a:t>
            </a: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 </a:t>
            </a: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80번 포트를 열고 NGINX를 재시작하여 React 애플리케이션을 </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rPr>
              <a:t>  정상적으로 배포했습니다.</a:t>
            </a:r>
            <a:endParaRPr xmlns:mc="http://schemas.openxmlformats.org/markup-compatibility/2006" xmlns:hp="http://schemas.haansoft.com/office/presentation/8.0" kumimoji="0" lang="ko-KR" altLang="en-US" sz="800" i="0" u="none" strike="noStrike" kern="0" cap="none" spc="0" normalizeH="0" baseline="0" mc:Ignorable="hp" hp:hslEmbossed="0">
              <a:solidFill>
                <a:srgbClr val="000000"/>
              </a:solidFill>
              <a:latin typeface="맑은 고딕"/>
              <a:ea typeface="맑은 고딕"/>
            </a:endParaRPr>
          </a:p>
          <a:p>
            <a:pPr marL="0" marR="0" lvl="0" indent="0" algn="l" rtl="0" eaLnBrk="1" latinLnBrk="0" hangingPunct="1">
              <a:lnSpc>
                <a:spcPct val="100000"/>
              </a:lnSpc>
              <a:spcBef>
                <a:spcPts val="0"/>
              </a:spcBef>
              <a:spcAft>
                <a:spcPts val="0"/>
              </a:spcAft>
              <a:buClr>
                <a:srgbClr val="000000"/>
              </a:buClr>
              <a:buFont typeface="Arial"/>
              <a:buNone/>
              <a:defRPr/>
            </a:pPr>
            <a:r>
              <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rPr>
              <a:t> </a:t>
            </a:r>
            <a:endParaRPr xmlns:mc="http://schemas.openxmlformats.org/markup-compatibility/2006" xmlns:hp="http://schemas.haansoft.com/office/presentation/8.0" kumimoji="0" lang="ko-KR" altLang="en-US" sz="800" b="1" i="0" u="none" strike="noStrike" kern="0" cap="none" spc="0" normalizeH="0" baseline="0" mc:Ignorable="hp" hp:hslEmbossed="0">
              <a:solidFill>
                <a:srgbClr val="000000"/>
              </a:solidFill>
              <a:latin typeface="맑은 고딕"/>
              <a:ea typeface="맑은 고딕"/>
            </a:endParaRPr>
          </a:p>
        </p:txBody>
      </p:sp>
    </p:spTree>
  </p:cSld>
  <p:clrMapOvr>
    <a:masterClrMapping/>
  </p:clrMapOvr>
</p:sld>
</file>

<file path=ppt/slides/slide8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Google Shape;137;p15"/>
          <p:cNvSpPr>
            <a:spLocks noGrp="1"/>
          </p:cNvSpPr>
          <p:nvPr>
            <p:ph type="title" idx="0"/>
          </p:nvPr>
        </p:nvSpPr>
        <p:spPr>
          <a:xfrm>
            <a:off x="808792" y="2144346"/>
            <a:ext cx="7704000" cy="572700"/>
          </a:xfrm>
        </p:spPr>
        <p:txBody>
          <a:bodyPr/>
          <a:lstStyle/>
          <a:p>
            <a:pPr algn="ctr">
              <a:defRPr/>
            </a:pPr>
            <a:r>
              <a:rPr lang="en-US" altLang="ko-KR">
                <a:latin typeface="맑은 고딕"/>
                <a:ea typeface="맑은 고딕"/>
              </a:rPr>
              <a:t>Thank for reading!</a:t>
            </a:r>
            <a:endParaRPr lang="en-US" altLang="ko-KR">
              <a:latin typeface="맑은 고딕"/>
              <a:ea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8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959" name="Google Shape;959;p43"/>
          <p:cNvSpPr txBox="1">
            <a:spLocks noGrp="1"/>
          </p:cNvSpPr>
          <p:nvPr>
            <p:ph type="title" idx="0"/>
          </p:nvPr>
        </p:nvSpPr>
        <p:spPr>
          <a:xfrm>
            <a:off x="2731630" y="889625"/>
            <a:ext cx="3680700" cy="1058700"/>
          </a:xfrm>
          <a:prstGeom prst="rect">
            <a:avLst/>
          </a:prstGeom>
        </p:spPr>
        <p:txBody>
          <a:bodyPr wrap="square" lIns="91424" tIns="91424" rIns="91424" bIns="91424" anchor="b" anchorCtr="0">
            <a:noAutofit/>
          </a:bodyPr>
          <a:lstStyle/>
          <a:p>
            <a:pPr marL="0" lvl="0" indent="0" algn="ctr" rtl="0">
              <a:spcBef>
                <a:spcPts val="0"/>
              </a:spcBef>
              <a:spcAft>
                <a:spcPts val="0"/>
              </a:spcAft>
              <a:buNone/>
              <a:defRPr/>
            </a:pPr>
            <a:r>
              <a:rPr lang="en"/>
              <a:t>Thanks!</a:t>
            </a:r>
            <a:endParaRPr/>
          </a:p>
        </p:txBody>
      </p:sp>
      <p:grpSp>
        <p:nvGrpSpPr>
          <p:cNvPr id="977" name="Google Shape;977;p43"/>
          <p:cNvGrpSpPr/>
          <p:nvPr/>
        </p:nvGrpSpPr>
        <p:grpSpPr>
          <a:xfrm rot="0">
            <a:off x="1738925" y="4718600"/>
            <a:ext cx="5666144" cy="116400"/>
            <a:chOff x="1738925" y="4718600"/>
            <a:chExt cx="5666144" cy="116400"/>
          </a:xfrm>
        </p:grpSpPr>
        <p:sp>
          <p:nvSpPr>
            <p:cNvPr id="978" name="Google Shape;978;p43">
              <a:hlinkClick r:id="rId3" action="ppaction://hlinksldjump"/>
            </p:cNvPr>
            <p:cNvSpPr/>
            <p:nvPr/>
          </p:nvSpPr>
          <p:spPr>
            <a:xfrm>
              <a:off x="203101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79" name="Google Shape;979;p43">
              <a:hlinkClick r:id="rId4" action="ppaction://hlinksldjump"/>
            </p:cNvPr>
            <p:cNvSpPr/>
            <p:nvPr/>
          </p:nvSpPr>
          <p:spPr>
            <a:xfrm>
              <a:off x="232310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80" name="Google Shape;980;p43">
              <a:hlinkClick r:id="rId5" action="ppaction://hlinksldjump"/>
            </p:cNvPr>
            <p:cNvSpPr/>
            <p:nvPr/>
          </p:nvSpPr>
          <p:spPr>
            <a:xfrm>
              <a:off x="261520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81" name="Google Shape;981;p43">
              <a:hlinkClick r:id="rId6" action="ppaction://hlinksldjump"/>
            </p:cNvPr>
            <p:cNvSpPr/>
            <p:nvPr/>
          </p:nvSpPr>
          <p:spPr>
            <a:xfrm>
              <a:off x="290729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82" name="Google Shape;982;p43">
              <a:hlinkClick r:id="rId7" action="ppaction://hlinksldjump"/>
            </p:cNvPr>
            <p:cNvSpPr/>
            <p:nvPr/>
          </p:nvSpPr>
          <p:spPr>
            <a:xfrm>
              <a:off x="319938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83" name="Google Shape;983;p43">
              <a:hlinkClick r:id="" action="ppaction://noaction"/>
            </p:cNvPr>
            <p:cNvSpPr/>
            <p:nvPr/>
          </p:nvSpPr>
          <p:spPr>
            <a:xfrm>
              <a:off x="349147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84" name="Google Shape;984;p43">
              <a:hlinkClick r:id="rId8" action="ppaction://hlinksldjump"/>
            </p:cNvPr>
            <p:cNvSpPr/>
            <p:nvPr/>
          </p:nvSpPr>
          <p:spPr>
            <a:xfrm>
              <a:off x="378356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85" name="Google Shape;985;p43">
              <a:hlinkClick r:id="" action="ppaction://noaction"/>
            </p:cNvPr>
            <p:cNvSpPr/>
            <p:nvPr/>
          </p:nvSpPr>
          <p:spPr>
            <a:xfrm>
              <a:off x="4075659"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86" name="Google Shape;986;p43">
              <a:hlinkClick r:id="" action="ppaction://noaction"/>
            </p:cNvPr>
            <p:cNvSpPr/>
            <p:nvPr/>
          </p:nvSpPr>
          <p:spPr>
            <a:xfrm>
              <a:off x="4367751"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87" name="Google Shape;987;p43">
              <a:hlinkClick r:id="" action="ppaction://noaction"/>
            </p:cNvPr>
            <p:cNvSpPr/>
            <p:nvPr/>
          </p:nvSpPr>
          <p:spPr>
            <a:xfrm>
              <a:off x="465984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88" name="Google Shape;988;p43">
              <a:hlinkClick r:id="" action="ppaction://noaction"/>
            </p:cNvPr>
            <p:cNvSpPr/>
            <p:nvPr/>
          </p:nvSpPr>
          <p:spPr>
            <a:xfrm>
              <a:off x="4951934"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89" name="Google Shape;989;p43">
              <a:hlinkClick r:id="" action="ppaction://noaction"/>
            </p:cNvPr>
            <p:cNvSpPr/>
            <p:nvPr/>
          </p:nvSpPr>
          <p:spPr>
            <a:xfrm>
              <a:off x="5244026"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90" name="Google Shape;990;p43">
              <a:hlinkClick r:id="" action="ppaction://noaction"/>
            </p:cNvPr>
            <p:cNvSpPr/>
            <p:nvPr/>
          </p:nvSpPr>
          <p:spPr>
            <a:xfrm>
              <a:off x="5536118"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91" name="Google Shape;991;p43">
              <a:hlinkClick r:id="" action="ppaction://noaction"/>
            </p:cNvPr>
            <p:cNvSpPr/>
            <p:nvPr/>
          </p:nvSpPr>
          <p:spPr>
            <a:xfrm>
              <a:off x="5828210"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92" name="Google Shape;992;p43">
              <a:hlinkClick r:id="" action="ppaction://noaction"/>
            </p:cNvPr>
            <p:cNvSpPr/>
            <p:nvPr/>
          </p:nvSpPr>
          <p:spPr>
            <a:xfrm>
              <a:off x="6120302"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93" name="Google Shape;993;p43">
              <a:hlinkClick r:id="" action="ppaction://noaction"/>
            </p:cNvPr>
            <p:cNvSpPr/>
            <p:nvPr/>
          </p:nvSpPr>
          <p:spPr>
            <a:xfrm>
              <a:off x="6412393"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94" name="Google Shape;994;p43">
              <a:hlinkClick r:id="" action="ppaction://noaction"/>
            </p:cNvPr>
            <p:cNvSpPr/>
            <p:nvPr/>
          </p:nvSpPr>
          <p:spPr>
            <a:xfrm>
              <a:off x="670448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95" name="Google Shape;995;p43">
              <a:hlinkClick r:id="" action="ppaction://noaction"/>
            </p:cNvPr>
            <p:cNvSpPr/>
            <p:nvPr/>
          </p:nvSpPr>
          <p:spPr>
            <a:xfrm>
              <a:off x="6996577"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96" name="Google Shape;996;p43">
              <a:hlinkClick r:id="rId9" action="ppaction://hlinksldjump"/>
            </p:cNvPr>
            <p:cNvSpPr/>
            <p:nvPr/>
          </p:nvSpPr>
          <p:spPr>
            <a:xfrm>
              <a:off x="7288669" y="4718600"/>
              <a:ext cx="116400" cy="116400"/>
            </a:xfrm>
            <a:prstGeom prst="ellipse">
              <a:avLst/>
            </a:prstGeom>
            <a:solidFill>
              <a:schemeClr val="accent1"/>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sp>
          <p:nvSpPr>
            <p:cNvPr id="997" name="Google Shape;997;p43">
              <a:hlinkClick r:id="rId10" action="ppaction://hlinksldjump"/>
            </p:cNvPr>
            <p:cNvSpPr/>
            <p:nvPr/>
          </p:nvSpPr>
          <p:spPr>
            <a:xfrm>
              <a:off x="1738925" y="4718600"/>
              <a:ext cx="116400" cy="116400"/>
            </a:xfrm>
            <a:prstGeom prst="ellipse">
              <a:avLst/>
            </a:prstGeom>
            <a:solidFill>
              <a:schemeClr val="dk2"/>
            </a:solidFill>
            <a:ln w="19050" cap="flat" cmpd="sng">
              <a:solidFill>
                <a:schemeClr val="accent1"/>
              </a:solidFill>
              <a:prstDash val="solid"/>
              <a:round/>
              <a:headEnd w="sm" len="sm"/>
              <a:tailEnd w="sm" len="sm"/>
            </a:ln>
          </p:spPr>
          <p:txBody>
            <a:bodyPr wrap="square" lIns="91424" tIns="91424" rIns="91424" bIns="91424" anchor="ctr" anchorCtr="0">
              <a:noAutofit/>
            </a:bodyPr>
            <a:lstStyle/>
            <a:p>
              <a:pPr marL="0" lvl="0" indent="0" algn="ctr" rtl="0">
                <a:spcBef>
                  <a:spcPts val="0"/>
                </a:spcBef>
                <a:spcAft>
                  <a:spcPts val="0"/>
                </a:spcAft>
                <a:buNone/>
                <a:defRPr/>
              </a:pPr>
              <a:endParaRPr>
                <a:latin typeface="Open Sans"/>
                <a:ea typeface="Open Sans"/>
                <a:cs typeface="Open Sans"/>
                <a:sym typeface="Open Sans"/>
              </a:endParaRPr>
            </a:p>
          </p:txBody>
        </p:sp>
      </p:gr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Quoting App Pitch Deck by Slidesgo">
  <a:themeElements>
    <a:clrScheme name="Simple Light">
      <a:dk1>
        <a:srgbClr val="24282a"/>
      </a:dk1>
      <a:lt1>
        <a:srgbClr val="f1e7d6"/>
      </a:lt1>
      <a:dk2>
        <a:srgbClr val="fcf6e7"/>
      </a:dk2>
      <a:lt2>
        <a:srgbClr val="eebb90"/>
      </a:lt2>
      <a:accent1>
        <a:srgbClr val="e6907d"/>
      </a:accent1>
      <a:accent2>
        <a:srgbClr val="dd4f3d"/>
      </a:accent2>
      <a:accent3>
        <a:srgbClr val="bbc8ba"/>
      </a:accent3>
      <a:accent4>
        <a:srgbClr val="538786"/>
      </a:accent4>
      <a:accent5>
        <a:srgbClr val="ffffff"/>
      </a:accent5>
      <a:accent6>
        <a:srgbClr val="ffffff"/>
      </a:accent6>
      <a:hlink>
        <a:srgbClr val="191919"/>
      </a:hlink>
      <a:folHlink>
        <a:srgbClr val="0097a7"/>
      </a:folHlink>
    </a:clrScheme>
    <a:fontScheme name="Office">
      <a:majorFont>
        <a:latin typeface="Arial"/>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4253</ep:Words>
  <ep:PresentationFormat/>
  <ep:Paragraphs>888</ep:Paragraphs>
  <ep:Slides>70</ep:Slides>
  <ep:Notes>62</ep:Notes>
  <ep:TotalTime>0</ep:TotalTime>
  <ep:HiddenSlides>0</ep:HiddenSlides>
  <ep:MMClips>0</ep:MMClips>
  <ep:HeadingPairs>
    <vt:vector size="4" baseType="variant">
      <vt:variant>
        <vt:lpstr>테마</vt:lpstr>
      </vt:variant>
      <vt:variant>
        <vt:i4>1</vt:i4>
      </vt:variant>
      <vt:variant>
        <vt:lpstr>슬라이드 제목</vt:lpstr>
      </vt:variant>
      <vt:variant>
        <vt:i4>70</vt:i4>
      </vt:variant>
    </vt:vector>
  </ep:HeadingPairs>
  <ep:TitlesOfParts>
    <vt:vector size="71" baseType="lpstr">
      <vt:lpstr>Quoting App Pitch Deck by Slidesgo</vt:lpstr>
      <vt:lpstr>나야, 농</vt:lpstr>
      <vt:lpstr>목 차</vt:lpstr>
      <vt:lpstr>01 프로젝트 소개</vt:lpstr>
      <vt:lpstr>나야, 농</vt:lpstr>
      <vt:lpstr>농산물유통 종합정보시스템 웹&amp;앱</vt:lpstr>
      <vt:lpstr>02 기술 스택</vt:lpstr>
      <vt:lpstr>기술 스택</vt:lpstr>
      <vt:lpstr>03 설계 구조</vt:lpstr>
      <vt:lpstr>DB 관계도</vt:lpstr>
      <vt:lpstr>04 주요 기능</vt:lpstr>
      <vt:lpstr>BoardEntity 구조</vt:lpstr>
      <vt:lpstr>NongEntity</vt:lpstr>
      <vt:lpstr>NongDTO</vt:lpstr>
      <vt:lpstr>NongDTO</vt:lpstr>
      <vt:lpstr>NongRepository</vt:lpstr>
      <vt:lpstr>사용자조회 API(service + controller)</vt:lpstr>
      <vt:lpstr>회원가입 API(service + controller)</vt:lpstr>
      <vt:lpstr>로그인 API(service + controller)</vt:lpstr>
      <vt:lpstr>정보 수정 전 비밀번호 확인 API(service + controller)</vt:lpstr>
      <vt:lpstr>회원 정보 수정 API(service + controller)</vt:lpstr>
      <vt:lpstr>회원 탈퇴 API (service + controller)</vt:lpstr>
      <vt:lpstr>아이디 찾기 API (service +controller)</vt:lpstr>
      <vt:lpstr>비밀번호 찾기 API(service +controller)</vt:lpstr>
      <vt:lpstr>임시 비밀번호 생성 API</vt:lpstr>
      <vt:lpstr>BoardEntity</vt:lpstr>
      <vt:lpstr>BoardDTO</vt:lpstr>
      <vt:lpstr>BoardRepository</vt:lpstr>
      <vt:lpstr>게시글 조회 API(service +controller)</vt:lpstr>
      <vt:lpstr>게시글 검색 API(controller)</vt:lpstr>
      <vt:lpstr>게시글 검색 API(service)</vt:lpstr>
      <vt:lpstr>게시글 추가 API(service + controller)</vt:lpstr>
      <vt:lpstr>게시글 수정 API(service + controller)</vt:lpstr>
      <vt:lpstr>게시글 삭제 API(service + controller)</vt:lpstr>
      <vt:lpstr>CommentEntity</vt:lpstr>
      <vt:lpstr>CommentDTO</vt:lpstr>
      <vt:lpstr>CommentRepository</vt:lpstr>
      <vt:lpstr>댓글 조회 API(Controller +Service)</vt:lpstr>
      <vt:lpstr>댓글 추가 API(service + controller)</vt:lpstr>
      <vt:lpstr>댓글 수정 API(service + controller)</vt:lpstr>
      <vt:lpstr>댓글 삭제 API(service + controller)</vt:lpstr>
      <vt:lpstr>ParentCommentEntity</vt:lpstr>
      <vt:lpstr>ParentCommentDTO</vt:lpstr>
      <vt:lpstr>ParentCommentRepository</vt:lpstr>
      <vt:lpstr>대댓글 조회  API(service + controller)</vt:lpstr>
      <vt:lpstr>대댓글 추가  API(service + controller)</vt:lpstr>
      <vt:lpstr>대댓글 삭제 API(service + controller)</vt:lpstr>
      <vt:lpstr>QnAEntity</vt:lpstr>
      <vt:lpstr>QnADTO</vt:lpstr>
      <vt:lpstr>QnARepository</vt:lpstr>
      <vt:lpstr>QnA조회 API(service + controller)</vt:lpstr>
      <vt:lpstr>QnA개별조회 API(service + controller)</vt:lpstr>
      <vt:lpstr>QnA추가 API(service + controller)</vt:lpstr>
      <vt:lpstr>HeartEntity</vt:lpstr>
      <vt:lpstr>HeartDTO</vt:lpstr>
      <vt:lpstr>HeartRepository</vt:lpstr>
      <vt:lpstr>좋아요조회 API(service + controller)</vt:lpstr>
      <vt:lpstr>좋아요 추가 API(service + controller)</vt:lpstr>
      <vt:lpstr>OpenAPI ApiConfig</vt:lpstr>
      <vt:lpstr>OpenAPI ApiResponseDTO/PriceRequestDTO</vt:lpstr>
      <vt:lpstr>OpenAPI PriceRequestDTO</vt:lpstr>
      <vt:lpstr>OpenAPI 요청(소매) service</vt:lpstr>
      <vt:lpstr>OpenAPI 소매 전체 조회(controller)</vt:lpstr>
      <vt:lpstr>OpenAPI 소매 전체 조회(service)</vt:lpstr>
      <vt:lpstr>OpenAPI 요청(도매) service</vt:lpstr>
      <vt:lpstr>OpenAPI 도매 지역 조회(service + controller)</vt:lpstr>
      <vt:lpstr>05 문제점 및 보완점</vt:lpstr>
      <vt:lpstr>OPEN API 개발 과정중 문제점</vt:lpstr>
      <vt:lpstr>AWS 배포 과정중 문제점</vt:lpstr>
      <vt:lpstr>Thank for reading!</vt:lpstr>
      <vt:lpstr>Thanks!</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cp:lastModifiedBy>user</cp:lastModifiedBy>
  <dcterms:modified xsi:type="dcterms:W3CDTF">2024-12-20T08:45:03.178</dcterms:modified>
  <cp:revision>185</cp:revision>
  <cp:version/>
</cp:coreProperties>
</file>